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007578509" r:id="rId2"/>
    <p:sldId id="277" r:id="rId3"/>
    <p:sldId id="2007578510" r:id="rId4"/>
    <p:sldId id="2007578507" r:id="rId5"/>
    <p:sldId id="2007578513" r:id="rId6"/>
    <p:sldId id="2007578514" r:id="rId7"/>
    <p:sldId id="2007578511" r:id="rId8"/>
    <p:sldId id="282" r:id="rId9"/>
    <p:sldId id="31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61" userDrawn="1">
          <p15:clr>
            <a:srgbClr val="A4A3A4"/>
          </p15:clr>
        </p15:guide>
        <p15:guide id="3" pos="721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8F5C"/>
    <a:srgbClr val="236D52"/>
    <a:srgbClr val="F7FBFC"/>
    <a:srgbClr val="F4FAFB"/>
    <a:srgbClr val="F5FBFA"/>
    <a:srgbClr val="E4E6EC"/>
    <a:srgbClr val="AAD4BE"/>
    <a:srgbClr val="61AE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 autoAdjust="0"/>
    <p:restoredTop sz="95026" autoAdjust="0"/>
  </p:normalViewPr>
  <p:slideViewPr>
    <p:cSldViewPr snapToGrid="0" showGuides="1">
      <p:cViewPr varScale="1">
        <p:scale>
          <a:sx n="76" d="100"/>
          <a:sy n="76" d="100"/>
        </p:scale>
        <p:origin x="917" y="43"/>
      </p:cViewPr>
      <p:guideLst>
        <p:guide orient="horz" pos="2160"/>
        <p:guide pos="461"/>
        <p:guide pos="72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3" d="100"/>
        <a:sy n="33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2" d="100"/>
          <a:sy n="62" d="100"/>
        </p:scale>
        <p:origin x="3226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0A1D0FD-1964-5829-1D85-C7DCD73029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608219-B215-11A3-9E29-89E11657F8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13FC94-A3CC-43A6-8173-7E1BE51EF634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D3D9DF-57D5-B0A7-E789-8B32BB2188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FAA5D83-A292-ECC5-E405-E296750A38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216232-F816-42C8-8F78-CD448FAA25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845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71EDE194-9509-4E6F-A5A6-CCA0EAF7ADAF}" type="datetimeFigureOut">
              <a:rPr lang="zh-CN" altLang="en-US" smtClean="0"/>
              <a:pPr/>
              <a:t>2024/7/17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DDBC781D-325F-410C-9185-B184A959959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4944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4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C781D-325F-410C-9185-B184A9599593}" type="slidenum">
              <a:rPr lang="zh-CN" altLang="en-US" smtClean="0"/>
              <a:t>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4E8A195-E67C-5042-B852-8D1F50596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19" y="7428892"/>
            <a:ext cx="6104762" cy="14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57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C781D-325F-410C-9185-B184A959959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510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照着</a:t>
            </a:r>
            <a:r>
              <a:rPr lang="en-US" altLang="zh-CN" dirty="0"/>
              <a:t>PPT</a:t>
            </a:r>
            <a:r>
              <a:rPr lang="zh-CN" altLang="en-US" dirty="0"/>
              <a:t>念，夸文山三七，然后做一个转折，说但是文山三七市场有一些痛点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C781D-325F-410C-9185-B184A959959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251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4000" dirty="0"/>
              <a:t>我做了一些市场数据分析，得出近几年文山三七销量和产量的变化图，可以看出文山三七市场供大于求，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C781D-325F-410C-9185-B184A959959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52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4000" dirty="0"/>
              <a:t>的阿斯顿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C781D-325F-410C-9185-B184A959959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479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51PPT</a:t>
            </a:r>
            <a:r>
              <a:rPr lang="zh-CN" altLang="en-US" dirty="0"/>
              <a:t>模板网，幻灯片演示模板及素材免费下载！</a:t>
            </a:r>
          </a:p>
          <a:p>
            <a:r>
              <a:rPr lang="en-US" altLang="zh-CN" dirty="0"/>
              <a:t>51PPT</a:t>
            </a:r>
            <a:r>
              <a:rPr lang="zh-CN" altLang="en-US" dirty="0"/>
              <a:t>模板网 唯一访问网址：</a:t>
            </a:r>
            <a:r>
              <a:rPr lang="en-US" altLang="zh-CN" dirty="0"/>
              <a:t>www.51pptmoban.com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C781D-325F-410C-9185-B184A959959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395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C781D-325F-410C-9185-B184A9599593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4342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C781D-325F-410C-9185-B184A959959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15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C781D-325F-410C-9185-B184A9599593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425829D-F48D-CB7D-277D-5E9192F0A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19" y="7428892"/>
            <a:ext cx="6104762" cy="14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618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339" name="图片 338">
            <a:extLst>
              <a:ext uri="{FF2B5EF4-FFF2-40B4-BE49-F238E27FC236}">
                <a16:creationId xmlns:a16="http://schemas.microsoft.com/office/drawing/2014/main" id="{4507341B-2FA2-60DB-8F7A-967158ABA5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41" t="16398" r="68" b="43647"/>
          <a:stretch/>
        </p:blipFill>
        <p:spPr>
          <a:xfrm>
            <a:off x="0" y="0"/>
            <a:ext cx="12192000" cy="4677514"/>
          </a:xfrm>
          <a:custGeom>
            <a:avLst/>
            <a:gdLst>
              <a:gd name="connsiteX0" fmla="*/ 0 w 12192000"/>
              <a:gd name="connsiteY0" fmla="*/ 0 h 4536596"/>
              <a:gd name="connsiteX1" fmla="*/ 12192000 w 12192000"/>
              <a:gd name="connsiteY1" fmla="*/ 0 h 4536596"/>
              <a:gd name="connsiteX2" fmla="*/ 12192000 w 12192000"/>
              <a:gd name="connsiteY2" fmla="*/ 4536596 h 4536596"/>
              <a:gd name="connsiteX3" fmla="*/ 0 w 12192000"/>
              <a:gd name="connsiteY3" fmla="*/ 4536596 h 4536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536596">
                <a:moveTo>
                  <a:pt x="0" y="0"/>
                </a:moveTo>
                <a:lnTo>
                  <a:pt x="12192000" y="0"/>
                </a:lnTo>
                <a:lnTo>
                  <a:pt x="12192000" y="4536596"/>
                </a:lnTo>
                <a:lnTo>
                  <a:pt x="0" y="4536596"/>
                </a:lnTo>
                <a:close/>
              </a:path>
            </a:pathLst>
          </a:cu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EDF7547-95DA-8EA4-4904-80A7EC8029C4}"/>
              </a:ext>
            </a:extLst>
          </p:cNvPr>
          <p:cNvSpPr/>
          <p:nvPr userDrawn="1"/>
        </p:nvSpPr>
        <p:spPr>
          <a:xfrm>
            <a:off x="0" y="2905125"/>
            <a:ext cx="12192000" cy="3952875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72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523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图片 338">
            <a:extLst>
              <a:ext uri="{FF2B5EF4-FFF2-40B4-BE49-F238E27FC236}">
                <a16:creationId xmlns:a16="http://schemas.microsoft.com/office/drawing/2014/main" id="{4507341B-2FA2-60DB-8F7A-967158ABA5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41" t="16398" r="68" b="43647"/>
          <a:stretch/>
        </p:blipFill>
        <p:spPr>
          <a:xfrm>
            <a:off x="0" y="0"/>
            <a:ext cx="12192000" cy="4677514"/>
          </a:xfrm>
          <a:custGeom>
            <a:avLst/>
            <a:gdLst>
              <a:gd name="connsiteX0" fmla="*/ 0 w 12192000"/>
              <a:gd name="connsiteY0" fmla="*/ 0 h 4536596"/>
              <a:gd name="connsiteX1" fmla="*/ 12192000 w 12192000"/>
              <a:gd name="connsiteY1" fmla="*/ 0 h 4536596"/>
              <a:gd name="connsiteX2" fmla="*/ 12192000 w 12192000"/>
              <a:gd name="connsiteY2" fmla="*/ 4536596 h 4536596"/>
              <a:gd name="connsiteX3" fmla="*/ 0 w 12192000"/>
              <a:gd name="connsiteY3" fmla="*/ 4536596 h 4536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536596">
                <a:moveTo>
                  <a:pt x="0" y="0"/>
                </a:moveTo>
                <a:lnTo>
                  <a:pt x="12192000" y="0"/>
                </a:lnTo>
                <a:lnTo>
                  <a:pt x="12192000" y="4536596"/>
                </a:lnTo>
                <a:lnTo>
                  <a:pt x="0" y="4536596"/>
                </a:lnTo>
                <a:close/>
              </a:path>
            </a:pathLst>
          </a:cu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AF34F74-E74B-1B14-803C-935DFE87CBFC}"/>
              </a:ext>
            </a:extLst>
          </p:cNvPr>
          <p:cNvSpPr/>
          <p:nvPr userDrawn="1"/>
        </p:nvSpPr>
        <p:spPr>
          <a:xfrm>
            <a:off x="0" y="1905000"/>
            <a:ext cx="12192000" cy="482327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72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84D6A2C-1137-3F4C-D996-730CD960F7DD}"/>
              </a:ext>
            </a:extLst>
          </p:cNvPr>
          <p:cNvGrpSpPr/>
          <p:nvPr userDrawn="1"/>
        </p:nvGrpSpPr>
        <p:grpSpPr>
          <a:xfrm>
            <a:off x="-1" y="5771915"/>
            <a:ext cx="12233822" cy="2992160"/>
            <a:chOff x="-1" y="5860815"/>
            <a:chExt cx="12233822" cy="2992160"/>
          </a:xfrm>
        </p:grpSpPr>
        <p:grpSp>
          <p:nvGrpSpPr>
            <p:cNvPr id="302" name="组合 301">
              <a:extLst>
                <a:ext uri="{FF2B5EF4-FFF2-40B4-BE49-F238E27FC236}">
                  <a16:creationId xmlns:a16="http://schemas.microsoft.com/office/drawing/2014/main" id="{712A84B7-D730-937D-49D0-49FFBB00EE1D}"/>
                </a:ext>
              </a:extLst>
            </p:cNvPr>
            <p:cNvGrpSpPr/>
            <p:nvPr/>
          </p:nvGrpSpPr>
          <p:grpSpPr>
            <a:xfrm rot="20176069">
              <a:off x="7969013" y="6423980"/>
              <a:ext cx="548654" cy="152286"/>
              <a:chOff x="8382431" y="4562640"/>
              <a:chExt cx="548654" cy="152286"/>
            </a:xfrm>
          </p:grpSpPr>
          <p:sp>
            <p:nvSpPr>
              <p:cNvPr id="295" name="任意多边形: 形状 294">
                <a:extLst>
                  <a:ext uri="{FF2B5EF4-FFF2-40B4-BE49-F238E27FC236}">
                    <a16:creationId xmlns:a16="http://schemas.microsoft.com/office/drawing/2014/main" id="{A3FFD26F-0793-273C-1EA5-FBCB3C240427}"/>
                  </a:ext>
                </a:extLst>
              </p:cNvPr>
              <p:cNvSpPr/>
              <p:nvPr/>
            </p:nvSpPr>
            <p:spPr>
              <a:xfrm>
                <a:off x="8636511" y="4583434"/>
                <a:ext cx="294574" cy="127093"/>
              </a:xfrm>
              <a:custGeom>
                <a:avLst/>
                <a:gdLst>
                  <a:gd name="connsiteX0" fmla="*/ 103113 w 294574"/>
                  <a:gd name="connsiteY0" fmla="*/ 104542 h 127093"/>
                  <a:gd name="connsiteX1" fmla="*/ 118756 w 294574"/>
                  <a:gd name="connsiteY1" fmla="*/ 88668 h 127093"/>
                  <a:gd name="connsiteX2" fmla="*/ 147252 w 294574"/>
                  <a:gd name="connsiteY2" fmla="*/ 31753 h 127093"/>
                  <a:gd name="connsiteX3" fmla="*/ 153911 w 294574"/>
                  <a:gd name="connsiteY3" fmla="*/ 10330 h 127093"/>
                  <a:gd name="connsiteX4" fmla="*/ 151588 w 294574"/>
                  <a:gd name="connsiteY4" fmla="*/ 16266 h 127093"/>
                  <a:gd name="connsiteX5" fmla="*/ 132538 w 294574"/>
                  <a:gd name="connsiteY5" fmla="*/ 78472 h 127093"/>
                  <a:gd name="connsiteX6" fmla="*/ 133468 w 294574"/>
                  <a:gd name="connsiteY6" fmla="*/ 108414 h 127093"/>
                  <a:gd name="connsiteX7" fmla="*/ 165835 w 294574"/>
                  <a:gd name="connsiteY7" fmla="*/ 49950 h 127093"/>
                  <a:gd name="connsiteX8" fmla="*/ 174353 w 294574"/>
                  <a:gd name="connsiteY8" fmla="*/ 26333 h 127093"/>
                  <a:gd name="connsiteX9" fmla="*/ 175593 w 294574"/>
                  <a:gd name="connsiteY9" fmla="*/ 24268 h 127093"/>
                  <a:gd name="connsiteX10" fmla="*/ 169088 w 294574"/>
                  <a:gd name="connsiteY10" fmla="*/ 78085 h 127093"/>
                  <a:gd name="connsiteX11" fmla="*/ 152207 w 294574"/>
                  <a:gd name="connsiteY11" fmla="*/ 111770 h 127093"/>
                  <a:gd name="connsiteX12" fmla="*/ 190306 w 294574"/>
                  <a:gd name="connsiteY12" fmla="*/ 51370 h 127093"/>
                  <a:gd name="connsiteX13" fmla="*/ 196965 w 294574"/>
                  <a:gd name="connsiteY13" fmla="*/ 24655 h 127093"/>
                  <a:gd name="connsiteX14" fmla="*/ 198359 w 294574"/>
                  <a:gd name="connsiteY14" fmla="*/ 21299 h 127093"/>
                  <a:gd name="connsiteX15" fmla="*/ 198825 w 294574"/>
                  <a:gd name="connsiteY15" fmla="*/ 35108 h 127093"/>
                  <a:gd name="connsiteX16" fmla="*/ 208271 w 294574"/>
                  <a:gd name="connsiteY16" fmla="*/ 97185 h 127093"/>
                  <a:gd name="connsiteX17" fmla="*/ 214930 w 294574"/>
                  <a:gd name="connsiteY17" fmla="*/ 95121 h 127093"/>
                  <a:gd name="connsiteX18" fmla="*/ 225772 w 294574"/>
                  <a:gd name="connsiteY18" fmla="*/ 86087 h 127093"/>
                  <a:gd name="connsiteX19" fmla="*/ 230882 w 294574"/>
                  <a:gd name="connsiteY19" fmla="*/ 73310 h 127093"/>
                  <a:gd name="connsiteX20" fmla="*/ 226546 w 294574"/>
                  <a:gd name="connsiteY20" fmla="*/ 32656 h 127093"/>
                  <a:gd name="connsiteX21" fmla="*/ 211833 w 294574"/>
                  <a:gd name="connsiteY21" fmla="*/ 8652 h 127093"/>
                  <a:gd name="connsiteX22" fmla="*/ 204865 w 294574"/>
                  <a:gd name="connsiteY22" fmla="*/ -512 h 127093"/>
                  <a:gd name="connsiteX23" fmla="*/ 249002 w 294574"/>
                  <a:gd name="connsiteY23" fmla="*/ 33173 h 127093"/>
                  <a:gd name="connsiteX24" fmla="*/ 254732 w 294574"/>
                  <a:gd name="connsiteY24" fmla="*/ 46079 h 127093"/>
                  <a:gd name="connsiteX25" fmla="*/ 267742 w 294574"/>
                  <a:gd name="connsiteY25" fmla="*/ 75633 h 127093"/>
                  <a:gd name="connsiteX26" fmla="*/ 287254 w 294574"/>
                  <a:gd name="connsiteY26" fmla="*/ 28526 h 127093"/>
                  <a:gd name="connsiteX27" fmla="*/ 280905 w 294574"/>
                  <a:gd name="connsiteY27" fmla="*/ 45305 h 127093"/>
                  <a:gd name="connsiteX28" fmla="*/ 292830 w 294574"/>
                  <a:gd name="connsiteY28" fmla="*/ 73826 h 127093"/>
                  <a:gd name="connsiteX29" fmla="*/ 274711 w 294574"/>
                  <a:gd name="connsiteY29" fmla="*/ 90604 h 127093"/>
                  <a:gd name="connsiteX30" fmla="*/ 181324 w 294574"/>
                  <a:gd name="connsiteY30" fmla="*/ 115899 h 127093"/>
                  <a:gd name="connsiteX31" fmla="*/ 124022 w 294574"/>
                  <a:gd name="connsiteY31" fmla="*/ 119384 h 127093"/>
                  <a:gd name="connsiteX32" fmla="*/ 106212 w 294574"/>
                  <a:gd name="connsiteY32" fmla="*/ 126481 h 127093"/>
                  <a:gd name="connsiteX33" fmla="*/ 80039 w 294574"/>
                  <a:gd name="connsiteY33" fmla="*/ 119126 h 127093"/>
                  <a:gd name="connsiteX34" fmla="*/ 56653 w 294574"/>
                  <a:gd name="connsiteY34" fmla="*/ 123643 h 127093"/>
                  <a:gd name="connsiteX35" fmla="*/ 32493 w 294574"/>
                  <a:gd name="connsiteY35" fmla="*/ 118868 h 127093"/>
                  <a:gd name="connsiteX36" fmla="*/ 8489 w 294574"/>
                  <a:gd name="connsiteY36" fmla="*/ 80278 h 127093"/>
                  <a:gd name="connsiteX37" fmla="*/ 1984 w 294574"/>
                  <a:gd name="connsiteY37" fmla="*/ 63114 h 127093"/>
                  <a:gd name="connsiteX38" fmla="*/ 281 w 294574"/>
                  <a:gd name="connsiteY38" fmla="*/ 60533 h 127093"/>
                  <a:gd name="connsiteX39" fmla="*/ 103114 w 294574"/>
                  <a:gd name="connsiteY39" fmla="*/ 104542 h 127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294574" h="127093">
                    <a:moveTo>
                      <a:pt x="103113" y="104542"/>
                    </a:moveTo>
                    <a:cubicBezTo>
                      <a:pt x="109247" y="100172"/>
                      <a:pt x="114145" y="94547"/>
                      <a:pt x="118756" y="88668"/>
                    </a:cubicBezTo>
                    <a:cubicBezTo>
                      <a:pt x="132743" y="70826"/>
                      <a:pt x="138588" y="52208"/>
                      <a:pt x="147252" y="31753"/>
                    </a:cubicBezTo>
                    <a:cubicBezTo>
                      <a:pt x="147571" y="31003"/>
                      <a:pt x="154872" y="10169"/>
                      <a:pt x="153911" y="10330"/>
                    </a:cubicBezTo>
                    <a:cubicBezTo>
                      <a:pt x="153600" y="10416"/>
                      <a:pt x="151782" y="15761"/>
                      <a:pt x="151588" y="16266"/>
                    </a:cubicBezTo>
                    <a:cubicBezTo>
                      <a:pt x="144159" y="35612"/>
                      <a:pt x="139002" y="58467"/>
                      <a:pt x="132538" y="78472"/>
                    </a:cubicBezTo>
                    <a:cubicBezTo>
                      <a:pt x="131118" y="82870"/>
                      <a:pt x="128626" y="111692"/>
                      <a:pt x="133468" y="108414"/>
                    </a:cubicBezTo>
                    <a:cubicBezTo>
                      <a:pt x="149062" y="97855"/>
                      <a:pt x="162686" y="67802"/>
                      <a:pt x="165835" y="49950"/>
                    </a:cubicBezTo>
                    <a:cubicBezTo>
                      <a:pt x="167232" y="42039"/>
                      <a:pt x="171618" y="33932"/>
                      <a:pt x="174353" y="26333"/>
                    </a:cubicBezTo>
                    <a:cubicBezTo>
                      <a:pt x="174543" y="25798"/>
                      <a:pt x="175865" y="23927"/>
                      <a:pt x="175593" y="24268"/>
                    </a:cubicBezTo>
                    <a:cubicBezTo>
                      <a:pt x="170765" y="30302"/>
                      <a:pt x="170030" y="68141"/>
                      <a:pt x="169088" y="78085"/>
                    </a:cubicBezTo>
                    <a:cubicBezTo>
                      <a:pt x="168872" y="80367"/>
                      <a:pt x="148818" y="112083"/>
                      <a:pt x="152207" y="111770"/>
                    </a:cubicBezTo>
                    <a:cubicBezTo>
                      <a:pt x="163249" y="110747"/>
                      <a:pt x="187299" y="62305"/>
                      <a:pt x="190306" y="51370"/>
                    </a:cubicBezTo>
                    <a:cubicBezTo>
                      <a:pt x="192729" y="42559"/>
                      <a:pt x="195131" y="33061"/>
                      <a:pt x="196965" y="24655"/>
                    </a:cubicBezTo>
                    <a:cubicBezTo>
                      <a:pt x="197223" y="23472"/>
                      <a:pt x="199476" y="20833"/>
                      <a:pt x="198359" y="21299"/>
                    </a:cubicBezTo>
                    <a:cubicBezTo>
                      <a:pt x="194107" y="23071"/>
                      <a:pt x="198713" y="30504"/>
                      <a:pt x="198825" y="35108"/>
                    </a:cubicBezTo>
                    <a:cubicBezTo>
                      <a:pt x="199049" y="44105"/>
                      <a:pt x="192257" y="98668"/>
                      <a:pt x="208271" y="97185"/>
                    </a:cubicBezTo>
                    <a:cubicBezTo>
                      <a:pt x="209887" y="97039"/>
                      <a:pt x="213894" y="96331"/>
                      <a:pt x="214930" y="95121"/>
                    </a:cubicBezTo>
                    <a:cubicBezTo>
                      <a:pt x="217992" y="91549"/>
                      <a:pt x="226566" y="90723"/>
                      <a:pt x="225772" y="86087"/>
                    </a:cubicBezTo>
                    <a:cubicBezTo>
                      <a:pt x="225031" y="81770"/>
                      <a:pt x="230215" y="78044"/>
                      <a:pt x="230882" y="73310"/>
                    </a:cubicBezTo>
                    <a:cubicBezTo>
                      <a:pt x="232962" y="58578"/>
                      <a:pt x="229931" y="46764"/>
                      <a:pt x="226546" y="32656"/>
                    </a:cubicBezTo>
                    <a:cubicBezTo>
                      <a:pt x="224341" y="23473"/>
                      <a:pt x="217882" y="15582"/>
                      <a:pt x="211833" y="8652"/>
                    </a:cubicBezTo>
                    <a:cubicBezTo>
                      <a:pt x="209310" y="5760"/>
                      <a:pt x="201108" y="272"/>
                      <a:pt x="204865" y="-512"/>
                    </a:cubicBezTo>
                    <a:cubicBezTo>
                      <a:pt x="211229" y="-1837"/>
                      <a:pt x="244159" y="25998"/>
                      <a:pt x="249002" y="33173"/>
                    </a:cubicBezTo>
                    <a:cubicBezTo>
                      <a:pt x="251610" y="37035"/>
                      <a:pt x="252096" y="41999"/>
                      <a:pt x="254732" y="46079"/>
                    </a:cubicBezTo>
                    <a:cubicBezTo>
                      <a:pt x="255951" y="47965"/>
                      <a:pt x="266350" y="76792"/>
                      <a:pt x="267742" y="75633"/>
                    </a:cubicBezTo>
                    <a:cubicBezTo>
                      <a:pt x="272848" y="71376"/>
                      <a:pt x="271921" y="28526"/>
                      <a:pt x="287254" y="28526"/>
                    </a:cubicBezTo>
                    <a:cubicBezTo>
                      <a:pt x="287341" y="28526"/>
                      <a:pt x="282221" y="36971"/>
                      <a:pt x="280905" y="45305"/>
                    </a:cubicBezTo>
                    <a:cubicBezTo>
                      <a:pt x="279381" y="54954"/>
                      <a:pt x="285062" y="68529"/>
                      <a:pt x="292830" y="73826"/>
                    </a:cubicBezTo>
                    <a:cubicBezTo>
                      <a:pt x="301136" y="79489"/>
                      <a:pt x="278394" y="89273"/>
                      <a:pt x="274711" y="90604"/>
                    </a:cubicBezTo>
                    <a:cubicBezTo>
                      <a:pt x="251613" y="98945"/>
                      <a:pt x="205574" y="117396"/>
                      <a:pt x="181324" y="115899"/>
                    </a:cubicBezTo>
                    <a:cubicBezTo>
                      <a:pt x="163719" y="114812"/>
                      <a:pt x="140877" y="114116"/>
                      <a:pt x="124022" y="119384"/>
                    </a:cubicBezTo>
                    <a:cubicBezTo>
                      <a:pt x="118237" y="121191"/>
                      <a:pt x="112408" y="125909"/>
                      <a:pt x="106212" y="126481"/>
                    </a:cubicBezTo>
                    <a:cubicBezTo>
                      <a:pt x="97743" y="127266"/>
                      <a:pt x="82369" y="119261"/>
                      <a:pt x="80039" y="119126"/>
                    </a:cubicBezTo>
                    <a:cubicBezTo>
                      <a:pt x="72113" y="118668"/>
                      <a:pt x="64462" y="122211"/>
                      <a:pt x="56653" y="123643"/>
                    </a:cubicBezTo>
                    <a:cubicBezTo>
                      <a:pt x="48756" y="125091"/>
                      <a:pt x="39997" y="120952"/>
                      <a:pt x="32493" y="118868"/>
                    </a:cubicBezTo>
                    <a:cubicBezTo>
                      <a:pt x="13957" y="113718"/>
                      <a:pt x="15802" y="94682"/>
                      <a:pt x="8489" y="80278"/>
                    </a:cubicBezTo>
                    <a:cubicBezTo>
                      <a:pt x="5636" y="74660"/>
                      <a:pt x="5750" y="68345"/>
                      <a:pt x="1984" y="63114"/>
                    </a:cubicBezTo>
                    <a:cubicBezTo>
                      <a:pt x="1380" y="62277"/>
                      <a:pt x="-577" y="59961"/>
                      <a:pt x="281" y="60533"/>
                    </a:cubicBezTo>
                    <a:cubicBezTo>
                      <a:pt x="27774" y="78862"/>
                      <a:pt x="53576" y="99308"/>
                      <a:pt x="103114" y="104542"/>
                    </a:cubicBezTo>
                    <a:close/>
                  </a:path>
                </a:pathLst>
              </a:custGeom>
              <a:solidFill>
                <a:srgbClr val="49D34E">
                  <a:alpha val="48000"/>
                </a:srgbClr>
              </a:solidFill>
              <a:ln w="86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6" name="任意多边形: 形状 295">
                <a:extLst>
                  <a:ext uri="{FF2B5EF4-FFF2-40B4-BE49-F238E27FC236}">
                    <a16:creationId xmlns:a16="http://schemas.microsoft.com/office/drawing/2014/main" id="{81E61B45-32AE-2C15-3102-2BE611DEF07A}"/>
                  </a:ext>
                </a:extLst>
              </p:cNvPr>
              <p:cNvSpPr/>
              <p:nvPr/>
            </p:nvSpPr>
            <p:spPr>
              <a:xfrm>
                <a:off x="8604011" y="4623725"/>
                <a:ext cx="239005" cy="91201"/>
              </a:xfrm>
              <a:custGeom>
                <a:avLst/>
                <a:gdLst>
                  <a:gd name="connsiteX0" fmla="*/ 33553 w 239005"/>
                  <a:gd name="connsiteY0" fmla="*/ 60251 h 91201"/>
                  <a:gd name="connsiteX1" fmla="*/ 8156 w 239005"/>
                  <a:gd name="connsiteY1" fmla="*/ 41150 h 91201"/>
                  <a:gd name="connsiteX2" fmla="*/ 2116 w 239005"/>
                  <a:gd name="connsiteY2" fmla="*/ 19339 h 91201"/>
                  <a:gd name="connsiteX3" fmla="*/ 102 w 239005"/>
                  <a:gd name="connsiteY3" fmla="*/ 10563 h 91201"/>
                  <a:gd name="connsiteX4" fmla="*/ 26120 w 239005"/>
                  <a:gd name="connsiteY4" fmla="*/ 32762 h 91201"/>
                  <a:gd name="connsiteX5" fmla="*/ 56320 w 239005"/>
                  <a:gd name="connsiteY5" fmla="*/ 71091 h 91201"/>
                  <a:gd name="connsiteX6" fmla="*/ 79860 w 239005"/>
                  <a:gd name="connsiteY6" fmla="*/ 69543 h 91201"/>
                  <a:gd name="connsiteX7" fmla="*/ 98444 w 239005"/>
                  <a:gd name="connsiteY7" fmla="*/ 70833 h 91201"/>
                  <a:gd name="connsiteX8" fmla="*/ 87448 w 239005"/>
                  <a:gd name="connsiteY8" fmla="*/ 46570 h 91201"/>
                  <a:gd name="connsiteX9" fmla="*/ 81099 w 239005"/>
                  <a:gd name="connsiteY9" fmla="*/ 15983 h 91201"/>
                  <a:gd name="connsiteX10" fmla="*/ 90391 w 239005"/>
                  <a:gd name="connsiteY10" fmla="*/ 27083 h 91201"/>
                  <a:gd name="connsiteX11" fmla="*/ 106653 w 239005"/>
                  <a:gd name="connsiteY11" fmla="*/ 45538 h 91201"/>
                  <a:gd name="connsiteX12" fmla="*/ 122604 w 239005"/>
                  <a:gd name="connsiteY12" fmla="*/ 53927 h 91201"/>
                  <a:gd name="connsiteX13" fmla="*/ 131587 w 239005"/>
                  <a:gd name="connsiteY13" fmla="*/ 62445 h 91201"/>
                  <a:gd name="connsiteX14" fmla="*/ 120900 w 239005"/>
                  <a:gd name="connsiteY14" fmla="*/ 3206 h 91201"/>
                  <a:gd name="connsiteX15" fmla="*/ 122914 w 239005"/>
                  <a:gd name="connsiteY15" fmla="*/ 1271 h 91201"/>
                  <a:gd name="connsiteX16" fmla="*/ 125857 w 239005"/>
                  <a:gd name="connsiteY16" fmla="*/ 25534 h 91201"/>
                  <a:gd name="connsiteX17" fmla="*/ 159309 w 239005"/>
                  <a:gd name="connsiteY17" fmla="*/ 61928 h 91201"/>
                  <a:gd name="connsiteX18" fmla="*/ 185946 w 239005"/>
                  <a:gd name="connsiteY18" fmla="*/ 61540 h 91201"/>
                  <a:gd name="connsiteX19" fmla="*/ 191057 w 239005"/>
                  <a:gd name="connsiteY19" fmla="*/ 61023 h 91201"/>
                  <a:gd name="connsiteX20" fmla="*/ 191678 w 239005"/>
                  <a:gd name="connsiteY20" fmla="*/ 57539 h 91201"/>
                  <a:gd name="connsiteX21" fmla="*/ 197407 w 239005"/>
                  <a:gd name="connsiteY21" fmla="*/ 64507 h 91201"/>
                  <a:gd name="connsiteX22" fmla="*/ 226523 w 239005"/>
                  <a:gd name="connsiteY22" fmla="*/ 65927 h 91201"/>
                  <a:gd name="connsiteX23" fmla="*/ 238448 w 239005"/>
                  <a:gd name="connsiteY23" fmla="*/ 67347 h 91201"/>
                  <a:gd name="connsiteX24" fmla="*/ 120128 w 239005"/>
                  <a:gd name="connsiteY24" fmla="*/ 85028 h 91201"/>
                  <a:gd name="connsiteX25" fmla="*/ 80326 w 239005"/>
                  <a:gd name="connsiteY25" fmla="*/ 88383 h 91201"/>
                  <a:gd name="connsiteX26" fmla="*/ 33555 w 239005"/>
                  <a:gd name="connsiteY26" fmla="*/ 60248 h 91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39005" h="91201">
                    <a:moveTo>
                      <a:pt x="33553" y="60251"/>
                    </a:moveTo>
                    <a:cubicBezTo>
                      <a:pt x="25044" y="53923"/>
                      <a:pt x="14312" y="50386"/>
                      <a:pt x="8156" y="41150"/>
                    </a:cubicBezTo>
                    <a:cubicBezTo>
                      <a:pt x="3649" y="34390"/>
                      <a:pt x="2479" y="27225"/>
                      <a:pt x="2116" y="19339"/>
                    </a:cubicBezTo>
                    <a:cubicBezTo>
                      <a:pt x="1977" y="16341"/>
                      <a:pt x="2409" y="8642"/>
                      <a:pt x="102" y="10563"/>
                    </a:cubicBezTo>
                    <a:cubicBezTo>
                      <a:pt x="-1008" y="11488"/>
                      <a:pt x="24425" y="31276"/>
                      <a:pt x="26120" y="32762"/>
                    </a:cubicBezTo>
                    <a:cubicBezTo>
                      <a:pt x="35880" y="41312"/>
                      <a:pt x="49094" y="67094"/>
                      <a:pt x="56320" y="71091"/>
                    </a:cubicBezTo>
                    <a:cubicBezTo>
                      <a:pt x="63200" y="74899"/>
                      <a:pt x="72008" y="69976"/>
                      <a:pt x="79860" y="69543"/>
                    </a:cubicBezTo>
                    <a:cubicBezTo>
                      <a:pt x="81383" y="69456"/>
                      <a:pt x="98424" y="70914"/>
                      <a:pt x="98444" y="70833"/>
                    </a:cubicBezTo>
                    <a:cubicBezTo>
                      <a:pt x="99922" y="64676"/>
                      <a:pt x="89398" y="52345"/>
                      <a:pt x="87448" y="46570"/>
                    </a:cubicBezTo>
                    <a:cubicBezTo>
                      <a:pt x="84667" y="38329"/>
                      <a:pt x="85558" y="23417"/>
                      <a:pt x="81099" y="15983"/>
                    </a:cubicBezTo>
                    <a:cubicBezTo>
                      <a:pt x="78616" y="11846"/>
                      <a:pt x="87122" y="23534"/>
                      <a:pt x="90391" y="27083"/>
                    </a:cubicBezTo>
                    <a:cubicBezTo>
                      <a:pt x="95845" y="33004"/>
                      <a:pt x="100646" y="40239"/>
                      <a:pt x="106653" y="45538"/>
                    </a:cubicBezTo>
                    <a:cubicBezTo>
                      <a:pt x="111217" y="49566"/>
                      <a:pt x="117902" y="50254"/>
                      <a:pt x="122604" y="53927"/>
                    </a:cubicBezTo>
                    <a:cubicBezTo>
                      <a:pt x="123468" y="54599"/>
                      <a:pt x="130560" y="63129"/>
                      <a:pt x="131587" y="62445"/>
                    </a:cubicBezTo>
                    <a:cubicBezTo>
                      <a:pt x="132614" y="61761"/>
                      <a:pt x="121431" y="12921"/>
                      <a:pt x="120900" y="3206"/>
                    </a:cubicBezTo>
                    <a:cubicBezTo>
                      <a:pt x="120814" y="1622"/>
                      <a:pt x="121236" y="-3145"/>
                      <a:pt x="122914" y="1271"/>
                    </a:cubicBezTo>
                    <a:cubicBezTo>
                      <a:pt x="125720" y="8677"/>
                      <a:pt x="124268" y="17758"/>
                      <a:pt x="125857" y="25534"/>
                    </a:cubicBezTo>
                    <a:cubicBezTo>
                      <a:pt x="128876" y="40319"/>
                      <a:pt x="144136" y="58182"/>
                      <a:pt x="159309" y="61928"/>
                    </a:cubicBezTo>
                    <a:cubicBezTo>
                      <a:pt x="168586" y="64219"/>
                      <a:pt x="176598" y="62316"/>
                      <a:pt x="185946" y="61540"/>
                    </a:cubicBezTo>
                    <a:cubicBezTo>
                      <a:pt x="187252" y="61437"/>
                      <a:pt x="190918" y="61144"/>
                      <a:pt x="191057" y="61023"/>
                    </a:cubicBezTo>
                    <a:cubicBezTo>
                      <a:pt x="191963" y="60264"/>
                      <a:pt x="190885" y="56662"/>
                      <a:pt x="191678" y="57539"/>
                    </a:cubicBezTo>
                    <a:cubicBezTo>
                      <a:pt x="193450" y="59509"/>
                      <a:pt x="195140" y="62961"/>
                      <a:pt x="197407" y="64507"/>
                    </a:cubicBezTo>
                    <a:cubicBezTo>
                      <a:pt x="204565" y="69388"/>
                      <a:pt x="217964" y="64501"/>
                      <a:pt x="226523" y="65927"/>
                    </a:cubicBezTo>
                    <a:cubicBezTo>
                      <a:pt x="230471" y="66583"/>
                      <a:pt x="241843" y="65229"/>
                      <a:pt x="238448" y="67347"/>
                    </a:cubicBezTo>
                    <a:cubicBezTo>
                      <a:pt x="202284" y="89950"/>
                      <a:pt x="160362" y="83946"/>
                      <a:pt x="120128" y="85028"/>
                    </a:cubicBezTo>
                    <a:cubicBezTo>
                      <a:pt x="109458" y="85313"/>
                      <a:pt x="89898" y="94888"/>
                      <a:pt x="80326" y="88383"/>
                    </a:cubicBezTo>
                    <a:cubicBezTo>
                      <a:pt x="72170" y="82841"/>
                      <a:pt x="64322" y="76854"/>
                      <a:pt x="33555" y="60248"/>
                    </a:cubicBezTo>
                    <a:close/>
                  </a:path>
                </a:pathLst>
              </a:custGeom>
              <a:solidFill>
                <a:srgbClr val="1B6F1E">
                  <a:alpha val="48000"/>
                </a:srgbClr>
              </a:solidFill>
              <a:ln w="86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7" name="任意多边形: 形状 296">
                <a:extLst>
                  <a:ext uri="{FF2B5EF4-FFF2-40B4-BE49-F238E27FC236}">
                    <a16:creationId xmlns:a16="http://schemas.microsoft.com/office/drawing/2014/main" id="{51715D49-D583-F18C-A4E3-B5D616651DDF}"/>
                  </a:ext>
                </a:extLst>
              </p:cNvPr>
              <p:cNvSpPr/>
              <p:nvPr/>
            </p:nvSpPr>
            <p:spPr>
              <a:xfrm>
                <a:off x="8413434" y="4582756"/>
                <a:ext cx="281057" cy="121476"/>
              </a:xfrm>
              <a:custGeom>
                <a:avLst/>
                <a:gdLst>
                  <a:gd name="connsiteX0" fmla="*/ 82122 w 281057"/>
                  <a:gd name="connsiteY0" fmla="*/ 75815 h 121476"/>
                  <a:gd name="connsiteX1" fmla="*/ 102214 w 281057"/>
                  <a:gd name="connsiteY1" fmla="*/ 66174 h 121476"/>
                  <a:gd name="connsiteX2" fmla="*/ 148294 w 281057"/>
                  <a:gd name="connsiteY2" fmla="*/ 22264 h 121476"/>
                  <a:gd name="connsiteX3" fmla="*/ 161811 w 281057"/>
                  <a:gd name="connsiteY3" fmla="*/ 4359 h 121476"/>
                  <a:gd name="connsiteX4" fmla="*/ 157616 w 281057"/>
                  <a:gd name="connsiteY4" fmla="*/ 9159 h 121476"/>
                  <a:gd name="connsiteX5" fmla="*/ 118635 w 281057"/>
                  <a:gd name="connsiteY5" fmla="*/ 61246 h 121476"/>
                  <a:gd name="connsiteX6" fmla="*/ 109375 w 281057"/>
                  <a:gd name="connsiteY6" fmla="*/ 89734 h 121476"/>
                  <a:gd name="connsiteX7" fmla="*/ 159622 w 281057"/>
                  <a:gd name="connsiteY7" fmla="*/ 45678 h 121476"/>
                  <a:gd name="connsiteX8" fmla="*/ 175631 w 281057"/>
                  <a:gd name="connsiteY8" fmla="*/ 26338 h 121476"/>
                  <a:gd name="connsiteX9" fmla="*/ 177496 w 281057"/>
                  <a:gd name="connsiteY9" fmla="*/ 24814 h 121476"/>
                  <a:gd name="connsiteX10" fmla="*/ 153158 w 281057"/>
                  <a:gd name="connsiteY10" fmla="*/ 73253 h 121476"/>
                  <a:gd name="connsiteX11" fmla="*/ 125871 w 281057"/>
                  <a:gd name="connsiteY11" fmla="*/ 99235 h 121476"/>
                  <a:gd name="connsiteX12" fmla="*/ 182165 w 281057"/>
                  <a:gd name="connsiteY12" fmla="*/ 55297 h 121476"/>
                  <a:gd name="connsiteX13" fmla="*/ 197475 w 281057"/>
                  <a:gd name="connsiteY13" fmla="*/ 32413 h 121476"/>
                  <a:gd name="connsiteX14" fmla="*/ 199923 w 281057"/>
                  <a:gd name="connsiteY14" fmla="*/ 29727 h 121476"/>
                  <a:gd name="connsiteX15" fmla="*/ 195686 w 281057"/>
                  <a:gd name="connsiteY15" fmla="*/ 42879 h 121476"/>
                  <a:gd name="connsiteX16" fmla="*/ 183563 w 281057"/>
                  <a:gd name="connsiteY16" fmla="*/ 104489 h 121476"/>
                  <a:gd name="connsiteX17" fmla="*/ 190527 w 281057"/>
                  <a:gd name="connsiteY17" fmla="*/ 104799 h 121476"/>
                  <a:gd name="connsiteX18" fmla="*/ 203786 w 281057"/>
                  <a:gd name="connsiteY18" fmla="*/ 99968 h 121476"/>
                  <a:gd name="connsiteX19" fmla="*/ 212920 w 281057"/>
                  <a:gd name="connsiteY19" fmla="*/ 89675 h 121476"/>
                  <a:gd name="connsiteX20" fmla="*/ 222601 w 281057"/>
                  <a:gd name="connsiteY20" fmla="*/ 49954 h 121476"/>
                  <a:gd name="connsiteX21" fmla="*/ 216882 w 281057"/>
                  <a:gd name="connsiteY21" fmla="*/ 22386 h 121476"/>
                  <a:gd name="connsiteX22" fmla="*/ 213426 w 281057"/>
                  <a:gd name="connsiteY22" fmla="*/ 11404 h 121476"/>
                  <a:gd name="connsiteX23" fmla="*/ 243556 w 281057"/>
                  <a:gd name="connsiteY23" fmla="*/ 58041 h 121476"/>
                  <a:gd name="connsiteX24" fmla="*/ 244579 w 281057"/>
                  <a:gd name="connsiteY24" fmla="*/ 72125 h 121476"/>
                  <a:gd name="connsiteX25" fmla="*/ 246817 w 281057"/>
                  <a:gd name="connsiteY25" fmla="*/ 104338 h 121476"/>
                  <a:gd name="connsiteX26" fmla="*/ 281123 w 281057"/>
                  <a:gd name="connsiteY26" fmla="*/ 66618 h 121476"/>
                  <a:gd name="connsiteX27" fmla="*/ 269469 w 281057"/>
                  <a:gd name="connsiteY27" fmla="*/ 80256 h 121476"/>
                  <a:gd name="connsiteX28" fmla="*/ 271036 w 281057"/>
                  <a:gd name="connsiteY28" fmla="*/ 111131 h 121476"/>
                  <a:gd name="connsiteX29" fmla="*/ 248306 w 281057"/>
                  <a:gd name="connsiteY29" fmla="*/ 120784 h 121476"/>
                  <a:gd name="connsiteX30" fmla="*/ 151871 w 281057"/>
                  <a:gd name="connsiteY30" fmla="*/ 112975 h 121476"/>
                  <a:gd name="connsiteX31" fmla="*/ 96772 w 281057"/>
                  <a:gd name="connsiteY31" fmla="*/ 96857 h 121476"/>
                  <a:gd name="connsiteX32" fmla="*/ 77611 w 281057"/>
                  <a:gd name="connsiteY32" fmla="*/ 97504 h 121476"/>
                  <a:gd name="connsiteX33" fmla="*/ 55473 w 281057"/>
                  <a:gd name="connsiteY33" fmla="*/ 81724 h 121476"/>
                  <a:gd name="connsiteX34" fmla="*/ 31938 w 281057"/>
                  <a:gd name="connsiteY34" fmla="*/ 78058 h 121476"/>
                  <a:gd name="connsiteX35" fmla="*/ 10821 w 281057"/>
                  <a:gd name="connsiteY35" fmla="*/ 65387 h 121476"/>
                  <a:gd name="connsiteX36" fmla="*/ 1297 w 281057"/>
                  <a:gd name="connsiteY36" fmla="*/ 20950 h 121476"/>
                  <a:gd name="connsiteX37" fmla="*/ 986 w 281057"/>
                  <a:gd name="connsiteY37" fmla="*/ 2597 h 121476"/>
                  <a:gd name="connsiteX38" fmla="*/ 253 w 281057"/>
                  <a:gd name="connsiteY38" fmla="*/ -408 h 121476"/>
                  <a:gd name="connsiteX39" fmla="*/ 82119 w 281057"/>
                  <a:gd name="connsiteY39" fmla="*/ 75811 h 121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281057" h="121476">
                    <a:moveTo>
                      <a:pt x="82122" y="75815"/>
                    </a:moveTo>
                    <a:cubicBezTo>
                      <a:pt x="89375" y="73781"/>
                      <a:pt x="95887" y="70145"/>
                      <a:pt x="102214" y="66174"/>
                    </a:cubicBezTo>
                    <a:cubicBezTo>
                      <a:pt x="121416" y="54120"/>
                      <a:pt x="133217" y="38580"/>
                      <a:pt x="148294" y="22264"/>
                    </a:cubicBezTo>
                    <a:cubicBezTo>
                      <a:pt x="148845" y="21670"/>
                      <a:pt x="162771" y="4535"/>
                      <a:pt x="161811" y="4359"/>
                    </a:cubicBezTo>
                    <a:cubicBezTo>
                      <a:pt x="161493" y="4359"/>
                      <a:pt x="157970" y="8750"/>
                      <a:pt x="157616" y="9159"/>
                    </a:cubicBezTo>
                    <a:cubicBezTo>
                      <a:pt x="144077" y="24848"/>
                      <a:pt x="131489" y="44609"/>
                      <a:pt x="118635" y="61246"/>
                    </a:cubicBezTo>
                    <a:cubicBezTo>
                      <a:pt x="115809" y="64902"/>
                      <a:pt x="103709" y="91180"/>
                      <a:pt x="109375" y="89734"/>
                    </a:cubicBezTo>
                    <a:cubicBezTo>
                      <a:pt x="127623" y="85077"/>
                      <a:pt x="150614" y="61409"/>
                      <a:pt x="159622" y="45678"/>
                    </a:cubicBezTo>
                    <a:cubicBezTo>
                      <a:pt x="163613" y="38707"/>
                      <a:pt x="170485" y="32562"/>
                      <a:pt x="175631" y="26338"/>
                    </a:cubicBezTo>
                    <a:cubicBezTo>
                      <a:pt x="175993" y="25898"/>
                      <a:pt x="177867" y="24586"/>
                      <a:pt x="177496" y="24814"/>
                    </a:cubicBezTo>
                    <a:cubicBezTo>
                      <a:pt x="170910" y="28859"/>
                      <a:pt x="157410" y="64216"/>
                      <a:pt x="153158" y="73253"/>
                    </a:cubicBezTo>
                    <a:cubicBezTo>
                      <a:pt x="152182" y="75327"/>
                      <a:pt x="122577" y="98383"/>
                      <a:pt x="125871" y="99235"/>
                    </a:cubicBezTo>
                    <a:cubicBezTo>
                      <a:pt x="136609" y="102011"/>
                      <a:pt x="175634" y="64568"/>
                      <a:pt x="182165" y="55297"/>
                    </a:cubicBezTo>
                    <a:cubicBezTo>
                      <a:pt x="187429" y="47826"/>
                      <a:pt x="192904" y="39701"/>
                      <a:pt x="197475" y="32413"/>
                    </a:cubicBezTo>
                    <a:cubicBezTo>
                      <a:pt x="198122" y="31387"/>
                      <a:pt x="201132" y="29667"/>
                      <a:pt x="199923" y="29727"/>
                    </a:cubicBezTo>
                    <a:cubicBezTo>
                      <a:pt x="195323" y="29951"/>
                      <a:pt x="197135" y="38507"/>
                      <a:pt x="195686" y="42879"/>
                    </a:cubicBezTo>
                    <a:cubicBezTo>
                      <a:pt x="192852" y="51420"/>
                      <a:pt x="167991" y="100463"/>
                      <a:pt x="183563" y="104489"/>
                    </a:cubicBezTo>
                    <a:cubicBezTo>
                      <a:pt x="185132" y="104894"/>
                      <a:pt x="189141" y="105588"/>
                      <a:pt x="190527" y="104799"/>
                    </a:cubicBezTo>
                    <a:cubicBezTo>
                      <a:pt x="194617" y="102475"/>
                      <a:pt x="202964" y="104601"/>
                      <a:pt x="203786" y="99968"/>
                    </a:cubicBezTo>
                    <a:cubicBezTo>
                      <a:pt x="204553" y="95656"/>
                      <a:pt x="210688" y="93904"/>
                      <a:pt x="212920" y="89675"/>
                    </a:cubicBezTo>
                    <a:cubicBezTo>
                      <a:pt x="219863" y="76517"/>
                      <a:pt x="221011" y="64375"/>
                      <a:pt x="222601" y="49954"/>
                    </a:cubicBezTo>
                    <a:cubicBezTo>
                      <a:pt x="223636" y="40566"/>
                      <a:pt x="220227" y="30955"/>
                      <a:pt x="216882" y="22386"/>
                    </a:cubicBezTo>
                    <a:cubicBezTo>
                      <a:pt x="215486" y="18811"/>
                      <a:pt x="209626" y="10870"/>
                      <a:pt x="213426" y="11404"/>
                    </a:cubicBezTo>
                    <a:cubicBezTo>
                      <a:pt x="219863" y="12312"/>
                      <a:pt x="241428" y="49651"/>
                      <a:pt x="243556" y="58041"/>
                    </a:cubicBezTo>
                    <a:cubicBezTo>
                      <a:pt x="244703" y="62559"/>
                      <a:pt x="243471" y="67394"/>
                      <a:pt x="244579" y="72125"/>
                    </a:cubicBezTo>
                    <a:cubicBezTo>
                      <a:pt x="245088" y="74313"/>
                      <a:pt x="245114" y="104958"/>
                      <a:pt x="246817" y="104338"/>
                    </a:cubicBezTo>
                    <a:cubicBezTo>
                      <a:pt x="253063" y="102062"/>
                      <a:pt x="266695" y="61427"/>
                      <a:pt x="281123" y="66618"/>
                    </a:cubicBezTo>
                    <a:cubicBezTo>
                      <a:pt x="281210" y="66618"/>
                      <a:pt x="273529" y="72860"/>
                      <a:pt x="269469" y="80256"/>
                    </a:cubicBezTo>
                    <a:cubicBezTo>
                      <a:pt x="264769" y="88820"/>
                      <a:pt x="265520" y="103517"/>
                      <a:pt x="271036" y="111131"/>
                    </a:cubicBezTo>
                    <a:cubicBezTo>
                      <a:pt x="276935" y="119270"/>
                      <a:pt x="252224" y="120779"/>
                      <a:pt x="248306" y="120784"/>
                    </a:cubicBezTo>
                    <a:cubicBezTo>
                      <a:pt x="223749" y="120784"/>
                      <a:pt x="174183" y="122592"/>
                      <a:pt x="151871" y="112975"/>
                    </a:cubicBezTo>
                    <a:cubicBezTo>
                      <a:pt x="135674" y="105993"/>
                      <a:pt x="114414" y="97606"/>
                      <a:pt x="96772" y="96857"/>
                    </a:cubicBezTo>
                    <a:cubicBezTo>
                      <a:pt x="90717" y="96599"/>
                      <a:pt x="83635" y="99066"/>
                      <a:pt x="77611" y="97504"/>
                    </a:cubicBezTo>
                    <a:cubicBezTo>
                      <a:pt x="69376" y="95376"/>
                      <a:pt x="57620" y="82639"/>
                      <a:pt x="55473" y="81724"/>
                    </a:cubicBezTo>
                    <a:cubicBezTo>
                      <a:pt x="48169" y="78611"/>
                      <a:pt x="39772" y="79354"/>
                      <a:pt x="31938" y="78058"/>
                    </a:cubicBezTo>
                    <a:cubicBezTo>
                      <a:pt x="24017" y="76747"/>
                      <a:pt x="17177" y="69887"/>
                      <a:pt x="10821" y="65387"/>
                    </a:cubicBezTo>
                    <a:cubicBezTo>
                      <a:pt x="-4877" y="54267"/>
                      <a:pt x="3301" y="36978"/>
                      <a:pt x="1297" y="20950"/>
                    </a:cubicBezTo>
                    <a:cubicBezTo>
                      <a:pt x="512" y="14697"/>
                      <a:pt x="2758" y="8794"/>
                      <a:pt x="986" y="2597"/>
                    </a:cubicBezTo>
                    <a:cubicBezTo>
                      <a:pt x="701" y="1605"/>
                      <a:pt x="-356" y="-1238"/>
                      <a:pt x="253" y="-408"/>
                    </a:cubicBezTo>
                    <a:cubicBezTo>
                      <a:pt x="19919" y="26145"/>
                      <a:pt x="37276" y="54118"/>
                      <a:pt x="82119" y="75811"/>
                    </a:cubicBezTo>
                    <a:close/>
                  </a:path>
                </a:pathLst>
              </a:custGeom>
              <a:solidFill>
                <a:srgbClr val="49D34E">
                  <a:alpha val="48000"/>
                </a:srgbClr>
              </a:solidFill>
              <a:ln w="86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8" name="任意多边形: 形状 297">
                <a:extLst>
                  <a:ext uri="{FF2B5EF4-FFF2-40B4-BE49-F238E27FC236}">
                    <a16:creationId xmlns:a16="http://schemas.microsoft.com/office/drawing/2014/main" id="{EA5666B8-27A0-F4E9-5926-9C7F3D2363E5}"/>
                  </a:ext>
                </a:extLst>
              </p:cNvPr>
              <p:cNvSpPr/>
              <p:nvPr/>
            </p:nvSpPr>
            <p:spPr>
              <a:xfrm>
                <a:off x="8382431" y="4562640"/>
                <a:ext cx="209593" cy="136492"/>
              </a:xfrm>
              <a:custGeom>
                <a:avLst/>
                <a:gdLst>
                  <a:gd name="connsiteX0" fmla="*/ 18445 w 209593"/>
                  <a:gd name="connsiteY0" fmla="*/ 57621 h 136492"/>
                  <a:gd name="connsiteX1" fmla="*/ 1011 w 209593"/>
                  <a:gd name="connsiteY1" fmla="*/ 31050 h 136492"/>
                  <a:gd name="connsiteX2" fmla="*/ 2711 w 209593"/>
                  <a:gd name="connsiteY2" fmla="*/ 8482 h 136492"/>
                  <a:gd name="connsiteX3" fmla="*/ 3787 w 209593"/>
                  <a:gd name="connsiteY3" fmla="*/ -457 h 136492"/>
                  <a:gd name="connsiteX4" fmla="*/ 20755 w 209593"/>
                  <a:gd name="connsiteY4" fmla="*/ 29238 h 136492"/>
                  <a:gd name="connsiteX5" fmla="*/ 36198 w 209593"/>
                  <a:gd name="connsiteY5" fmla="*/ 75527 h 136492"/>
                  <a:gd name="connsiteX6" fmla="*/ 58872 w 209593"/>
                  <a:gd name="connsiteY6" fmla="*/ 82038 h 136492"/>
                  <a:gd name="connsiteX7" fmla="*/ 75923 w 209593"/>
                  <a:gd name="connsiteY7" fmla="*/ 89544 h 136492"/>
                  <a:gd name="connsiteX8" fmla="*/ 73789 w 209593"/>
                  <a:gd name="connsiteY8" fmla="*/ 62991 h 136492"/>
                  <a:gd name="connsiteX9" fmla="*/ 78167 w 209593"/>
                  <a:gd name="connsiteY9" fmla="*/ 32061 h 136492"/>
                  <a:gd name="connsiteX10" fmla="*/ 83155 w 209593"/>
                  <a:gd name="connsiteY10" fmla="*/ 45650 h 136492"/>
                  <a:gd name="connsiteX11" fmla="*/ 92209 w 209593"/>
                  <a:gd name="connsiteY11" fmla="*/ 68520 h 136492"/>
                  <a:gd name="connsiteX12" fmla="*/ 104380 w 209593"/>
                  <a:gd name="connsiteY12" fmla="*/ 81813 h 136492"/>
                  <a:gd name="connsiteX13" fmla="*/ 109948 w 209593"/>
                  <a:gd name="connsiteY13" fmla="*/ 92869 h 136492"/>
                  <a:gd name="connsiteX14" fmla="*/ 119944 w 209593"/>
                  <a:gd name="connsiteY14" fmla="*/ 33511 h 136492"/>
                  <a:gd name="connsiteX15" fmla="*/ 122494 w 209593"/>
                  <a:gd name="connsiteY15" fmla="*/ 32371 h 136492"/>
                  <a:gd name="connsiteX16" fmla="*/ 117050 w 209593"/>
                  <a:gd name="connsiteY16" fmla="*/ 56198 h 136492"/>
                  <a:gd name="connsiteX17" fmla="*/ 136208 w 209593"/>
                  <a:gd name="connsiteY17" fmla="*/ 101767 h 136492"/>
                  <a:gd name="connsiteX18" fmla="*/ 161404 w 209593"/>
                  <a:gd name="connsiteY18" fmla="*/ 110419 h 136492"/>
                  <a:gd name="connsiteX19" fmla="*/ 166389 w 209593"/>
                  <a:gd name="connsiteY19" fmla="*/ 111661 h 136492"/>
                  <a:gd name="connsiteX20" fmla="*/ 168150 w 209593"/>
                  <a:gd name="connsiteY20" fmla="*/ 108592 h 136492"/>
                  <a:gd name="connsiteX21" fmla="*/ 171184 w 209593"/>
                  <a:gd name="connsiteY21" fmla="*/ 117089 h 136492"/>
                  <a:gd name="connsiteX22" fmla="*/ 198100 w 209593"/>
                  <a:gd name="connsiteY22" fmla="*/ 128281 h 136492"/>
                  <a:gd name="connsiteX23" fmla="*/ 208840 w 209593"/>
                  <a:gd name="connsiteY23" fmla="*/ 133654 h 136492"/>
                  <a:gd name="connsiteX24" fmla="*/ 91519 w 209593"/>
                  <a:gd name="connsiteY24" fmla="*/ 110240 h 136492"/>
                  <a:gd name="connsiteX25" fmla="*/ 52932 w 209593"/>
                  <a:gd name="connsiteY25" fmla="*/ 99925 h 136492"/>
                  <a:gd name="connsiteX26" fmla="*/ 18446 w 209593"/>
                  <a:gd name="connsiteY26" fmla="*/ 57618 h 13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09593" h="136492">
                    <a:moveTo>
                      <a:pt x="18445" y="57621"/>
                    </a:moveTo>
                    <a:cubicBezTo>
                      <a:pt x="12580" y="48786"/>
                      <a:pt x="3679" y="41825"/>
                      <a:pt x="1011" y="31050"/>
                    </a:cubicBezTo>
                    <a:cubicBezTo>
                      <a:pt x="-941" y="23164"/>
                      <a:pt x="382" y="16026"/>
                      <a:pt x="2711" y="8482"/>
                    </a:cubicBezTo>
                    <a:cubicBezTo>
                      <a:pt x="3595" y="5614"/>
                      <a:pt x="6607" y="-1485"/>
                      <a:pt x="3787" y="-457"/>
                    </a:cubicBezTo>
                    <a:cubicBezTo>
                      <a:pt x="2431" y="35"/>
                      <a:pt x="19663" y="27266"/>
                      <a:pt x="20755" y="29238"/>
                    </a:cubicBezTo>
                    <a:cubicBezTo>
                      <a:pt x="27046" y="40588"/>
                      <a:pt x="30752" y="69320"/>
                      <a:pt x="36198" y="75527"/>
                    </a:cubicBezTo>
                    <a:cubicBezTo>
                      <a:pt x="41383" y="81439"/>
                      <a:pt x="51337" y="79789"/>
                      <a:pt x="58872" y="82038"/>
                    </a:cubicBezTo>
                    <a:cubicBezTo>
                      <a:pt x="60335" y="82469"/>
                      <a:pt x="75878" y="89614"/>
                      <a:pt x="75923" y="89544"/>
                    </a:cubicBezTo>
                    <a:cubicBezTo>
                      <a:pt x="79397" y="84250"/>
                      <a:pt x="73668" y="69085"/>
                      <a:pt x="73789" y="62991"/>
                    </a:cubicBezTo>
                    <a:cubicBezTo>
                      <a:pt x="73961" y="54294"/>
                      <a:pt x="79848" y="40564"/>
                      <a:pt x="78167" y="32061"/>
                    </a:cubicBezTo>
                    <a:cubicBezTo>
                      <a:pt x="77232" y="27327"/>
                      <a:pt x="81280" y="41204"/>
                      <a:pt x="83155" y="45650"/>
                    </a:cubicBezTo>
                    <a:cubicBezTo>
                      <a:pt x="86282" y="53067"/>
                      <a:pt x="88352" y="61501"/>
                      <a:pt x="92209" y="68520"/>
                    </a:cubicBezTo>
                    <a:cubicBezTo>
                      <a:pt x="95141" y="73856"/>
                      <a:pt x="101199" y="76766"/>
                      <a:pt x="104380" y="81813"/>
                    </a:cubicBezTo>
                    <a:cubicBezTo>
                      <a:pt x="104966" y="82738"/>
                      <a:pt x="108751" y="93165"/>
                      <a:pt x="109948" y="92869"/>
                    </a:cubicBezTo>
                    <a:cubicBezTo>
                      <a:pt x="111186" y="92567"/>
                      <a:pt x="117155" y="42831"/>
                      <a:pt x="119944" y="33511"/>
                    </a:cubicBezTo>
                    <a:cubicBezTo>
                      <a:pt x="120402" y="31990"/>
                      <a:pt x="122414" y="27649"/>
                      <a:pt x="122494" y="32371"/>
                    </a:cubicBezTo>
                    <a:cubicBezTo>
                      <a:pt x="122624" y="40290"/>
                      <a:pt x="118188" y="48342"/>
                      <a:pt x="117050" y="56198"/>
                    </a:cubicBezTo>
                    <a:cubicBezTo>
                      <a:pt x="114888" y="71132"/>
                      <a:pt x="123199" y="93106"/>
                      <a:pt x="136208" y="101767"/>
                    </a:cubicBezTo>
                    <a:cubicBezTo>
                      <a:pt x="144163" y="107063"/>
                      <a:pt x="152346" y="107984"/>
                      <a:pt x="161404" y="110419"/>
                    </a:cubicBezTo>
                    <a:cubicBezTo>
                      <a:pt x="162669" y="110764"/>
                      <a:pt x="166218" y="111728"/>
                      <a:pt x="166389" y="111661"/>
                    </a:cubicBezTo>
                    <a:cubicBezTo>
                      <a:pt x="167498" y="111256"/>
                      <a:pt x="167705" y="107500"/>
                      <a:pt x="168150" y="108592"/>
                    </a:cubicBezTo>
                    <a:cubicBezTo>
                      <a:pt x="169152" y="111046"/>
                      <a:pt x="169573" y="114867"/>
                      <a:pt x="171184" y="117089"/>
                    </a:cubicBezTo>
                    <a:cubicBezTo>
                      <a:pt x="176267" y="124104"/>
                      <a:pt x="190529" y="124042"/>
                      <a:pt x="198100" y="128281"/>
                    </a:cubicBezTo>
                    <a:cubicBezTo>
                      <a:pt x="201594" y="130234"/>
                      <a:pt x="212751" y="132809"/>
                      <a:pt x="208840" y="133654"/>
                    </a:cubicBezTo>
                    <a:cubicBezTo>
                      <a:pt x="167159" y="142681"/>
                      <a:pt x="129746" y="122841"/>
                      <a:pt x="91519" y="110240"/>
                    </a:cubicBezTo>
                    <a:cubicBezTo>
                      <a:pt x="81383" y="106896"/>
                      <a:pt x="59736" y="109285"/>
                      <a:pt x="52932" y="99925"/>
                    </a:cubicBezTo>
                    <a:cubicBezTo>
                      <a:pt x="47132" y="91948"/>
                      <a:pt x="41775" y="83658"/>
                      <a:pt x="18446" y="57618"/>
                    </a:cubicBezTo>
                    <a:close/>
                  </a:path>
                </a:pathLst>
              </a:custGeom>
              <a:solidFill>
                <a:srgbClr val="1B6F1E">
                  <a:alpha val="48000"/>
                </a:srgbClr>
              </a:solidFill>
              <a:ln w="86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91" name="任意多边形: 形状 190">
              <a:extLst>
                <a:ext uri="{FF2B5EF4-FFF2-40B4-BE49-F238E27FC236}">
                  <a16:creationId xmlns:a16="http://schemas.microsoft.com/office/drawing/2014/main" id="{52AF9171-335E-1298-A22F-6E005E8651EC}"/>
                </a:ext>
              </a:extLst>
            </p:cNvPr>
            <p:cNvSpPr/>
            <p:nvPr/>
          </p:nvSpPr>
          <p:spPr>
            <a:xfrm>
              <a:off x="8550441" y="6200782"/>
              <a:ext cx="2269852" cy="245116"/>
            </a:xfrm>
            <a:custGeom>
              <a:avLst/>
              <a:gdLst>
                <a:gd name="connsiteX0" fmla="*/ 60585 w 2269852"/>
                <a:gd name="connsiteY0" fmla="*/ 244559 h 245116"/>
                <a:gd name="connsiteX1" fmla="*/ 48755 w 2269852"/>
                <a:gd name="connsiteY1" fmla="*/ 243852 h 245116"/>
                <a:gd name="connsiteX2" fmla="*/ 6923 w 2269852"/>
                <a:gd name="connsiteY2" fmla="*/ 221491 h 245116"/>
                <a:gd name="connsiteX3" fmla="*/ 373 w 2269852"/>
                <a:gd name="connsiteY3" fmla="*/ 200541 h 245116"/>
                <a:gd name="connsiteX4" fmla="*/ 19388 w 2269852"/>
                <a:gd name="connsiteY4" fmla="*/ 200368 h 245116"/>
                <a:gd name="connsiteX5" fmla="*/ 44740 w 2269852"/>
                <a:gd name="connsiteY5" fmla="*/ 196671 h 245116"/>
                <a:gd name="connsiteX6" fmla="*/ 74318 w 2269852"/>
                <a:gd name="connsiteY6" fmla="*/ 208467 h 245116"/>
                <a:gd name="connsiteX7" fmla="*/ 118686 w 2269852"/>
                <a:gd name="connsiteY7" fmla="*/ 206530 h 245116"/>
                <a:gd name="connsiteX8" fmla="*/ 142348 w 2269852"/>
                <a:gd name="connsiteY8" fmla="*/ 197903 h 245116"/>
                <a:gd name="connsiteX9" fmla="*/ 145729 w 2269852"/>
                <a:gd name="connsiteY9" fmla="*/ 192797 h 245116"/>
                <a:gd name="connsiteX10" fmla="*/ 207842 w 2269852"/>
                <a:gd name="connsiteY10" fmla="*/ 189804 h 245116"/>
                <a:gd name="connsiteX11" fmla="*/ 220519 w 2269852"/>
                <a:gd name="connsiteY11" fmla="*/ 192445 h 245116"/>
                <a:gd name="connsiteX12" fmla="*/ 240378 w 2269852"/>
                <a:gd name="connsiteY12" fmla="*/ 178537 h 245116"/>
                <a:gd name="connsiteX13" fmla="*/ 290028 w 2269852"/>
                <a:gd name="connsiteY13" fmla="*/ 166564 h 245116"/>
                <a:gd name="connsiteX14" fmla="*/ 320873 w 2269852"/>
                <a:gd name="connsiteY14" fmla="*/ 164276 h 245116"/>
                <a:gd name="connsiteX15" fmla="*/ 327423 w 2269852"/>
                <a:gd name="connsiteY15" fmla="*/ 169206 h 245116"/>
                <a:gd name="connsiteX16" fmla="*/ 352352 w 2269852"/>
                <a:gd name="connsiteY16" fmla="*/ 166741 h 245116"/>
                <a:gd name="connsiteX17" fmla="*/ 391015 w 2269852"/>
                <a:gd name="connsiteY17" fmla="*/ 148078 h 245116"/>
                <a:gd name="connsiteX18" fmla="*/ 425030 w 2269852"/>
                <a:gd name="connsiteY18" fmla="*/ 150190 h 245116"/>
                <a:gd name="connsiteX19" fmla="*/ 466439 w 2269852"/>
                <a:gd name="connsiteY19" fmla="*/ 142620 h 245116"/>
                <a:gd name="connsiteX20" fmla="*/ 600174 w 2269852"/>
                <a:gd name="connsiteY20" fmla="*/ 105296 h 245116"/>
                <a:gd name="connsiteX21" fmla="*/ 669471 w 2269852"/>
                <a:gd name="connsiteY21" fmla="*/ 102303 h 245116"/>
                <a:gd name="connsiteX22" fmla="*/ 752290 w 2269852"/>
                <a:gd name="connsiteY22" fmla="*/ 86458 h 245116"/>
                <a:gd name="connsiteX23" fmla="*/ 950040 w 2269852"/>
                <a:gd name="connsiteY23" fmla="*/ 51598 h 245116"/>
                <a:gd name="connsiteX24" fmla="*/ 1065184 w 2269852"/>
                <a:gd name="connsiteY24" fmla="*/ 30646 h 245116"/>
                <a:gd name="connsiteX25" fmla="*/ 1215820 w 2269852"/>
                <a:gd name="connsiteY25" fmla="*/ 26773 h 245116"/>
                <a:gd name="connsiteX26" fmla="*/ 1446741 w 2269852"/>
                <a:gd name="connsiteY26" fmla="*/ 19731 h 245116"/>
                <a:gd name="connsiteX27" fmla="*/ 1535474 w 2269852"/>
                <a:gd name="connsiteY27" fmla="*/ 23251 h 245116"/>
                <a:gd name="connsiteX28" fmla="*/ 1633926 w 2269852"/>
                <a:gd name="connsiteY28" fmla="*/ 20963 h 245116"/>
                <a:gd name="connsiteX29" fmla="*/ 1711675 w 2269852"/>
                <a:gd name="connsiteY29" fmla="*/ 12512 h 245116"/>
                <a:gd name="connsiteX30" fmla="*/ 1814564 w 2269852"/>
                <a:gd name="connsiteY30" fmla="*/ 9872 h 245116"/>
                <a:gd name="connsiteX31" fmla="*/ 1870129 w 2269852"/>
                <a:gd name="connsiteY31" fmla="*/ -340 h 245116"/>
                <a:gd name="connsiteX32" fmla="*/ 1927806 w 2269852"/>
                <a:gd name="connsiteY32" fmla="*/ 3005 h 245116"/>
                <a:gd name="connsiteX33" fmla="*/ 1974286 w 2269852"/>
                <a:gd name="connsiteY33" fmla="*/ 2652 h 245116"/>
                <a:gd name="connsiteX34" fmla="*/ 1997104 w 2269852"/>
                <a:gd name="connsiteY34" fmla="*/ 9519 h 245116"/>
                <a:gd name="connsiteX35" fmla="*/ 2027738 w 2269852"/>
                <a:gd name="connsiteY35" fmla="*/ 4413 h 245116"/>
                <a:gd name="connsiteX36" fmla="*/ 2089217 w 2269852"/>
                <a:gd name="connsiteY36" fmla="*/ 7230 h 245116"/>
                <a:gd name="connsiteX37" fmla="*/ 2142881 w 2269852"/>
                <a:gd name="connsiteY37" fmla="*/ 14096 h 245116"/>
                <a:gd name="connsiteX38" fmla="*/ 2233516 w 2269852"/>
                <a:gd name="connsiteY38" fmla="*/ 25011 h 245116"/>
                <a:gd name="connsiteX39" fmla="*/ 2269855 w 2269852"/>
                <a:gd name="connsiteY39" fmla="*/ 38744 h 245116"/>
                <a:gd name="connsiteX40" fmla="*/ 2228234 w 2269852"/>
                <a:gd name="connsiteY40" fmla="*/ 41561 h 245116"/>
                <a:gd name="connsiteX41" fmla="*/ 2165275 w 2269852"/>
                <a:gd name="connsiteY41" fmla="*/ 26420 h 245116"/>
                <a:gd name="connsiteX42" fmla="*/ 2078019 w 2269852"/>
                <a:gd name="connsiteY42" fmla="*/ 19553 h 245116"/>
                <a:gd name="connsiteX43" fmla="*/ 1960342 w 2269852"/>
                <a:gd name="connsiteY43" fmla="*/ 7934 h 245116"/>
                <a:gd name="connsiteX44" fmla="*/ 1909002 w 2269852"/>
                <a:gd name="connsiteY44" fmla="*/ 11279 h 245116"/>
                <a:gd name="connsiteX45" fmla="*/ 1796606 w 2269852"/>
                <a:gd name="connsiteY45" fmla="*/ 12336 h 245116"/>
                <a:gd name="connsiteX46" fmla="*/ 1667730 w 2269852"/>
                <a:gd name="connsiteY46" fmla="*/ 26244 h 245116"/>
                <a:gd name="connsiteX47" fmla="*/ 1521319 w 2269852"/>
                <a:gd name="connsiteY47" fmla="*/ 51597 h 245116"/>
                <a:gd name="connsiteX48" fmla="*/ 1338147 w 2269852"/>
                <a:gd name="connsiteY48" fmla="*/ 74837 h 245116"/>
                <a:gd name="connsiteX49" fmla="*/ 900392 w 2269852"/>
                <a:gd name="connsiteY49" fmla="*/ 105824 h 245116"/>
                <a:gd name="connsiteX50" fmla="*/ 792008 w 2269852"/>
                <a:gd name="connsiteY50" fmla="*/ 128183 h 245116"/>
                <a:gd name="connsiteX51" fmla="*/ 569118 w 2269852"/>
                <a:gd name="connsiteY51" fmla="*/ 157937 h 245116"/>
                <a:gd name="connsiteX52" fmla="*/ 401156 w 2269852"/>
                <a:gd name="connsiteY52" fmla="*/ 192444 h 245116"/>
                <a:gd name="connsiteX53" fmla="*/ 333761 w 2269852"/>
                <a:gd name="connsiteY53" fmla="*/ 202656 h 245116"/>
                <a:gd name="connsiteX54" fmla="*/ 271013 w 2269852"/>
                <a:gd name="connsiteY54" fmla="*/ 220086 h 245116"/>
                <a:gd name="connsiteX55" fmla="*/ 60585 w 2269852"/>
                <a:gd name="connsiteY55" fmla="*/ 244558 h 245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269852" h="245116">
                  <a:moveTo>
                    <a:pt x="60585" y="244559"/>
                  </a:moveTo>
                  <a:cubicBezTo>
                    <a:pt x="56651" y="244058"/>
                    <a:pt x="52722" y="243774"/>
                    <a:pt x="48755" y="243852"/>
                  </a:cubicBezTo>
                  <a:cubicBezTo>
                    <a:pt x="23468" y="244395"/>
                    <a:pt x="17705" y="246951"/>
                    <a:pt x="6923" y="221491"/>
                  </a:cubicBezTo>
                  <a:cubicBezTo>
                    <a:pt x="6224" y="219849"/>
                    <a:pt x="-1556" y="201827"/>
                    <a:pt x="373" y="200541"/>
                  </a:cubicBezTo>
                  <a:cubicBezTo>
                    <a:pt x="3376" y="198539"/>
                    <a:pt x="15791" y="200730"/>
                    <a:pt x="19388" y="200368"/>
                  </a:cubicBezTo>
                  <a:cubicBezTo>
                    <a:pt x="27333" y="199566"/>
                    <a:pt x="36760" y="195721"/>
                    <a:pt x="44740" y="196671"/>
                  </a:cubicBezTo>
                  <a:cubicBezTo>
                    <a:pt x="55144" y="197909"/>
                    <a:pt x="63279" y="207445"/>
                    <a:pt x="74318" y="208467"/>
                  </a:cubicBezTo>
                  <a:cubicBezTo>
                    <a:pt x="88194" y="209751"/>
                    <a:pt x="104784" y="207690"/>
                    <a:pt x="118686" y="206530"/>
                  </a:cubicBezTo>
                  <a:cubicBezTo>
                    <a:pt x="127051" y="205832"/>
                    <a:pt x="135724" y="203423"/>
                    <a:pt x="142348" y="197903"/>
                  </a:cubicBezTo>
                  <a:cubicBezTo>
                    <a:pt x="143916" y="196596"/>
                    <a:pt x="143687" y="192797"/>
                    <a:pt x="145729" y="192797"/>
                  </a:cubicBezTo>
                  <a:cubicBezTo>
                    <a:pt x="171400" y="192797"/>
                    <a:pt x="179083" y="196195"/>
                    <a:pt x="207842" y="189804"/>
                  </a:cubicBezTo>
                  <a:cubicBezTo>
                    <a:pt x="208999" y="189546"/>
                    <a:pt x="215573" y="193778"/>
                    <a:pt x="220519" y="192445"/>
                  </a:cubicBezTo>
                  <a:cubicBezTo>
                    <a:pt x="229861" y="189927"/>
                    <a:pt x="232782" y="182651"/>
                    <a:pt x="240378" y="178537"/>
                  </a:cubicBezTo>
                  <a:cubicBezTo>
                    <a:pt x="253320" y="171526"/>
                    <a:pt x="276335" y="169198"/>
                    <a:pt x="290028" y="166564"/>
                  </a:cubicBezTo>
                  <a:cubicBezTo>
                    <a:pt x="296350" y="165349"/>
                    <a:pt x="315162" y="161896"/>
                    <a:pt x="320873" y="164276"/>
                  </a:cubicBezTo>
                  <a:cubicBezTo>
                    <a:pt x="323589" y="165407"/>
                    <a:pt x="323545" y="168559"/>
                    <a:pt x="327423" y="169206"/>
                  </a:cubicBezTo>
                  <a:cubicBezTo>
                    <a:pt x="335940" y="170625"/>
                    <a:pt x="344276" y="167189"/>
                    <a:pt x="352352" y="166741"/>
                  </a:cubicBezTo>
                  <a:cubicBezTo>
                    <a:pt x="366567" y="165947"/>
                    <a:pt x="377646" y="151261"/>
                    <a:pt x="391015" y="148078"/>
                  </a:cubicBezTo>
                  <a:cubicBezTo>
                    <a:pt x="402135" y="145430"/>
                    <a:pt x="413878" y="151263"/>
                    <a:pt x="425030" y="150190"/>
                  </a:cubicBezTo>
                  <a:cubicBezTo>
                    <a:pt x="438387" y="148907"/>
                    <a:pt x="453011" y="144858"/>
                    <a:pt x="466439" y="142620"/>
                  </a:cubicBezTo>
                  <a:cubicBezTo>
                    <a:pt x="511740" y="135070"/>
                    <a:pt x="555099" y="113067"/>
                    <a:pt x="600174" y="105296"/>
                  </a:cubicBezTo>
                  <a:cubicBezTo>
                    <a:pt x="613939" y="102923"/>
                    <a:pt x="660898" y="108257"/>
                    <a:pt x="669471" y="102303"/>
                  </a:cubicBezTo>
                  <a:cubicBezTo>
                    <a:pt x="685089" y="91457"/>
                    <a:pt x="730062" y="92450"/>
                    <a:pt x="752290" y="86458"/>
                  </a:cubicBezTo>
                  <a:cubicBezTo>
                    <a:pt x="816823" y="69059"/>
                    <a:pt x="883982" y="60233"/>
                    <a:pt x="950040" y="51598"/>
                  </a:cubicBezTo>
                  <a:cubicBezTo>
                    <a:pt x="988669" y="46548"/>
                    <a:pt x="1026777" y="36702"/>
                    <a:pt x="1065184" y="30646"/>
                  </a:cubicBezTo>
                  <a:cubicBezTo>
                    <a:pt x="1115223" y="22758"/>
                    <a:pt x="1165780" y="30939"/>
                    <a:pt x="1215820" y="26773"/>
                  </a:cubicBezTo>
                  <a:cubicBezTo>
                    <a:pt x="1292702" y="20366"/>
                    <a:pt x="1369617" y="19146"/>
                    <a:pt x="1446741" y="19731"/>
                  </a:cubicBezTo>
                  <a:cubicBezTo>
                    <a:pt x="1476345" y="19955"/>
                    <a:pt x="1505911" y="23625"/>
                    <a:pt x="1535474" y="23251"/>
                  </a:cubicBezTo>
                  <a:cubicBezTo>
                    <a:pt x="1567908" y="22846"/>
                    <a:pt x="1601697" y="24800"/>
                    <a:pt x="1633926" y="20963"/>
                  </a:cubicBezTo>
                  <a:cubicBezTo>
                    <a:pt x="1662790" y="17527"/>
                    <a:pt x="1678100" y="13494"/>
                    <a:pt x="1711675" y="12512"/>
                  </a:cubicBezTo>
                  <a:cubicBezTo>
                    <a:pt x="1745067" y="11536"/>
                    <a:pt x="1781446" y="14741"/>
                    <a:pt x="1814564" y="9872"/>
                  </a:cubicBezTo>
                  <a:cubicBezTo>
                    <a:pt x="1832639" y="7213"/>
                    <a:pt x="1851880" y="746"/>
                    <a:pt x="1870129" y="-340"/>
                  </a:cubicBezTo>
                  <a:cubicBezTo>
                    <a:pt x="1889330" y="-1483"/>
                    <a:pt x="1908682" y="2208"/>
                    <a:pt x="1927806" y="3005"/>
                  </a:cubicBezTo>
                  <a:cubicBezTo>
                    <a:pt x="1943767" y="3670"/>
                    <a:pt x="1958851" y="635"/>
                    <a:pt x="1974286" y="2652"/>
                  </a:cubicBezTo>
                  <a:cubicBezTo>
                    <a:pt x="1981708" y="3622"/>
                    <a:pt x="1990356" y="9222"/>
                    <a:pt x="1997104" y="9519"/>
                  </a:cubicBezTo>
                  <a:cubicBezTo>
                    <a:pt x="2007422" y="9967"/>
                    <a:pt x="2017204" y="3267"/>
                    <a:pt x="2027738" y="4413"/>
                  </a:cubicBezTo>
                  <a:cubicBezTo>
                    <a:pt x="2048485" y="6668"/>
                    <a:pt x="2068392" y="6033"/>
                    <a:pt x="2089217" y="7230"/>
                  </a:cubicBezTo>
                  <a:cubicBezTo>
                    <a:pt x="2107053" y="8255"/>
                    <a:pt x="2124658" y="13157"/>
                    <a:pt x="2142881" y="14096"/>
                  </a:cubicBezTo>
                  <a:cubicBezTo>
                    <a:pt x="2173070" y="15652"/>
                    <a:pt x="2203500" y="25011"/>
                    <a:pt x="2233516" y="25011"/>
                  </a:cubicBezTo>
                  <a:cubicBezTo>
                    <a:pt x="2238570" y="25011"/>
                    <a:pt x="2271575" y="32293"/>
                    <a:pt x="2269855" y="38744"/>
                  </a:cubicBezTo>
                  <a:cubicBezTo>
                    <a:pt x="2268094" y="45347"/>
                    <a:pt x="2233312" y="41787"/>
                    <a:pt x="2228234" y="41561"/>
                  </a:cubicBezTo>
                  <a:cubicBezTo>
                    <a:pt x="2205359" y="40544"/>
                    <a:pt x="2187238" y="30457"/>
                    <a:pt x="2165275" y="26420"/>
                  </a:cubicBezTo>
                  <a:cubicBezTo>
                    <a:pt x="2136773" y="21181"/>
                    <a:pt x="2106864" y="21644"/>
                    <a:pt x="2078019" y="19553"/>
                  </a:cubicBezTo>
                  <a:cubicBezTo>
                    <a:pt x="2038741" y="16707"/>
                    <a:pt x="1999741" y="8680"/>
                    <a:pt x="1960342" y="7934"/>
                  </a:cubicBezTo>
                  <a:cubicBezTo>
                    <a:pt x="1943157" y="7607"/>
                    <a:pt x="1926127" y="10439"/>
                    <a:pt x="1909002" y="11279"/>
                  </a:cubicBezTo>
                  <a:cubicBezTo>
                    <a:pt x="1871631" y="13111"/>
                    <a:pt x="1833880" y="9908"/>
                    <a:pt x="1796606" y="12336"/>
                  </a:cubicBezTo>
                  <a:cubicBezTo>
                    <a:pt x="1753349" y="15152"/>
                    <a:pt x="1710812" y="21756"/>
                    <a:pt x="1667730" y="26244"/>
                  </a:cubicBezTo>
                  <a:cubicBezTo>
                    <a:pt x="1618163" y="31407"/>
                    <a:pt x="1570459" y="43870"/>
                    <a:pt x="1521319" y="51597"/>
                  </a:cubicBezTo>
                  <a:cubicBezTo>
                    <a:pt x="1460716" y="61125"/>
                    <a:pt x="1399141" y="67689"/>
                    <a:pt x="1338147" y="74837"/>
                  </a:cubicBezTo>
                  <a:cubicBezTo>
                    <a:pt x="1192693" y="91882"/>
                    <a:pt x="1045737" y="87189"/>
                    <a:pt x="900392" y="105824"/>
                  </a:cubicBezTo>
                  <a:cubicBezTo>
                    <a:pt x="863516" y="110550"/>
                    <a:pt x="828690" y="122202"/>
                    <a:pt x="792008" y="128183"/>
                  </a:cubicBezTo>
                  <a:cubicBezTo>
                    <a:pt x="717909" y="140264"/>
                    <a:pt x="643161" y="145023"/>
                    <a:pt x="569118" y="157937"/>
                  </a:cubicBezTo>
                  <a:cubicBezTo>
                    <a:pt x="512659" y="167785"/>
                    <a:pt x="456955" y="180001"/>
                    <a:pt x="401156" y="192444"/>
                  </a:cubicBezTo>
                  <a:cubicBezTo>
                    <a:pt x="378943" y="197398"/>
                    <a:pt x="355976" y="197814"/>
                    <a:pt x="333761" y="202656"/>
                  </a:cubicBezTo>
                  <a:cubicBezTo>
                    <a:pt x="312465" y="207297"/>
                    <a:pt x="292105" y="215252"/>
                    <a:pt x="271013" y="220086"/>
                  </a:cubicBezTo>
                  <a:cubicBezTo>
                    <a:pt x="212227" y="233557"/>
                    <a:pt x="151207" y="238141"/>
                    <a:pt x="60585" y="244558"/>
                  </a:cubicBezTo>
                  <a:close/>
                </a:path>
              </a:pathLst>
            </a:custGeom>
            <a:gradFill>
              <a:gsLst>
                <a:gs pos="0">
                  <a:srgbClr val="71C837"/>
                </a:gs>
                <a:gs pos="50000">
                  <a:srgbClr val="71C837">
                    <a:alpha val="49804"/>
                  </a:srgbClr>
                </a:gs>
                <a:gs pos="100000">
                  <a:srgbClr val="71C837">
                    <a:alpha val="0"/>
                  </a:srgbClr>
                </a:gs>
              </a:gsLst>
              <a:lin ang="5258899" scaled="1"/>
            </a:gra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2" name="任意多边形: 形状 191">
              <a:extLst>
                <a:ext uri="{FF2B5EF4-FFF2-40B4-BE49-F238E27FC236}">
                  <a16:creationId xmlns:a16="http://schemas.microsoft.com/office/drawing/2014/main" id="{99D6B70F-BC48-2E51-3CF8-6D58899B54D0}"/>
                </a:ext>
              </a:extLst>
            </p:cNvPr>
            <p:cNvSpPr/>
            <p:nvPr/>
          </p:nvSpPr>
          <p:spPr>
            <a:xfrm>
              <a:off x="8395586" y="6096823"/>
              <a:ext cx="2472161" cy="426899"/>
            </a:xfrm>
            <a:custGeom>
              <a:avLst/>
              <a:gdLst>
                <a:gd name="connsiteX0" fmla="*/ 1539034 w 2472161"/>
                <a:gd name="connsiteY0" fmla="*/ -398 h 426899"/>
                <a:gd name="connsiteX1" fmla="*/ 1279553 w 2472161"/>
                <a:gd name="connsiteY1" fmla="*/ 32475 h 426899"/>
                <a:gd name="connsiteX2" fmla="*/ 1154529 w 2472161"/>
                <a:gd name="connsiteY2" fmla="*/ 11458 h 426899"/>
                <a:gd name="connsiteX3" fmla="*/ 1081508 w 2472161"/>
                <a:gd name="connsiteY3" fmla="*/ 34630 h 426899"/>
                <a:gd name="connsiteX4" fmla="*/ 976695 w 2472161"/>
                <a:gd name="connsiteY4" fmla="*/ 21427 h 426899"/>
                <a:gd name="connsiteX5" fmla="*/ 958911 w 2472161"/>
                <a:gd name="connsiteY5" fmla="*/ 62383 h 426899"/>
                <a:gd name="connsiteX6" fmla="*/ 897188 w 2472161"/>
                <a:gd name="connsiteY6" fmla="*/ 88146 h 426899"/>
                <a:gd name="connsiteX7" fmla="*/ 801117 w 2472161"/>
                <a:gd name="connsiteY7" fmla="*/ 72942 h 426899"/>
                <a:gd name="connsiteX8" fmla="*/ 757901 w 2472161"/>
                <a:gd name="connsiteY8" fmla="*/ 56186 h 426899"/>
                <a:gd name="connsiteX9" fmla="*/ 734846 w 2472161"/>
                <a:gd name="connsiteY9" fmla="*/ 88239 h 426899"/>
                <a:gd name="connsiteX10" fmla="*/ 685149 w 2472161"/>
                <a:gd name="connsiteY10" fmla="*/ 87489 h 426899"/>
                <a:gd name="connsiteX11" fmla="*/ 590208 w 2472161"/>
                <a:gd name="connsiteY11" fmla="*/ 46718 h 426899"/>
                <a:gd name="connsiteX12" fmla="*/ 552311 w 2472161"/>
                <a:gd name="connsiteY12" fmla="*/ 27085 h 426899"/>
                <a:gd name="connsiteX13" fmla="*/ 521325 w 2472161"/>
                <a:gd name="connsiteY13" fmla="*/ 98219 h 426899"/>
                <a:gd name="connsiteX14" fmla="*/ 483189 w 2472161"/>
                <a:gd name="connsiteY14" fmla="*/ 129149 h 426899"/>
                <a:gd name="connsiteX15" fmla="*/ 429627 w 2472161"/>
                <a:gd name="connsiteY15" fmla="*/ 169004 h 426899"/>
                <a:gd name="connsiteX16" fmla="*/ 347749 w 2472161"/>
                <a:gd name="connsiteY16" fmla="*/ 156373 h 426899"/>
                <a:gd name="connsiteX17" fmla="*/ 266339 w 2472161"/>
                <a:gd name="connsiteY17" fmla="*/ 142138 h 426899"/>
                <a:gd name="connsiteX18" fmla="*/ 243970 w 2472161"/>
                <a:gd name="connsiteY18" fmla="*/ 164947 h 426899"/>
                <a:gd name="connsiteX19" fmla="*/ 228919 w 2472161"/>
                <a:gd name="connsiteY19" fmla="*/ 190925 h 426899"/>
                <a:gd name="connsiteX20" fmla="*/ 188697 w 2472161"/>
                <a:gd name="connsiteY20" fmla="*/ 209352 h 426899"/>
                <a:gd name="connsiteX21" fmla="*/ 85064 w 2472161"/>
                <a:gd name="connsiteY21" fmla="*/ 295335 h 426899"/>
                <a:gd name="connsiteX22" fmla="*/ 10977 w 2472161"/>
                <a:gd name="connsiteY22" fmla="*/ 334623 h 426899"/>
                <a:gd name="connsiteX23" fmla="*/ 27159 w 2472161"/>
                <a:gd name="connsiteY23" fmla="*/ 423709 h 426899"/>
                <a:gd name="connsiteX24" fmla="*/ 96485 w 2472161"/>
                <a:gd name="connsiteY24" fmla="*/ 408718 h 426899"/>
                <a:gd name="connsiteX25" fmla="*/ 530664 w 2472161"/>
                <a:gd name="connsiteY25" fmla="*/ 306716 h 426899"/>
                <a:gd name="connsiteX26" fmla="*/ 1095601 w 2472161"/>
                <a:gd name="connsiteY26" fmla="*/ 210396 h 426899"/>
                <a:gd name="connsiteX27" fmla="*/ 1461637 w 2472161"/>
                <a:gd name="connsiteY27" fmla="*/ 174383 h 426899"/>
                <a:gd name="connsiteX28" fmla="*/ 1830716 w 2472161"/>
                <a:gd name="connsiteY28" fmla="*/ 140750 h 426899"/>
                <a:gd name="connsiteX29" fmla="*/ 2185853 w 2472161"/>
                <a:gd name="connsiteY29" fmla="*/ 122961 h 426899"/>
                <a:gd name="connsiteX30" fmla="*/ 2468097 w 2472161"/>
                <a:gd name="connsiteY30" fmla="*/ 145370 h 426899"/>
                <a:gd name="connsiteX31" fmla="*/ 2461090 w 2472161"/>
                <a:gd name="connsiteY31" fmla="*/ 129203 h 426899"/>
                <a:gd name="connsiteX32" fmla="*/ 2215836 w 2472161"/>
                <a:gd name="connsiteY32" fmla="*/ 63165 h 426899"/>
                <a:gd name="connsiteX33" fmla="*/ 2009995 w 2472161"/>
                <a:gd name="connsiteY33" fmla="*/ 50241 h 426899"/>
                <a:gd name="connsiteX34" fmla="*/ 1856285 w 2472161"/>
                <a:gd name="connsiteY34" fmla="*/ 23146 h 426899"/>
                <a:gd name="connsiteX35" fmla="*/ 1665860 w 2472161"/>
                <a:gd name="connsiteY35" fmla="*/ 14735 h 426899"/>
                <a:gd name="connsiteX36" fmla="*/ 1539042 w 2472161"/>
                <a:gd name="connsiteY36" fmla="*/ -401 h 426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472161" h="426899">
                  <a:moveTo>
                    <a:pt x="1539034" y="-398"/>
                  </a:moveTo>
                  <a:cubicBezTo>
                    <a:pt x="1452129" y="7089"/>
                    <a:pt x="1367708" y="40634"/>
                    <a:pt x="1279553" y="32475"/>
                  </a:cubicBezTo>
                  <a:cubicBezTo>
                    <a:pt x="1237366" y="28858"/>
                    <a:pt x="1196251" y="18171"/>
                    <a:pt x="1154529" y="11458"/>
                  </a:cubicBezTo>
                  <a:cubicBezTo>
                    <a:pt x="1129504" y="17048"/>
                    <a:pt x="1108716" y="39832"/>
                    <a:pt x="1081508" y="34630"/>
                  </a:cubicBezTo>
                  <a:cubicBezTo>
                    <a:pt x="1046032" y="34449"/>
                    <a:pt x="1012462" y="11084"/>
                    <a:pt x="976695" y="21427"/>
                  </a:cubicBezTo>
                  <a:cubicBezTo>
                    <a:pt x="961591" y="28984"/>
                    <a:pt x="960938" y="47755"/>
                    <a:pt x="958911" y="62383"/>
                  </a:cubicBezTo>
                  <a:cubicBezTo>
                    <a:pt x="943284" y="80585"/>
                    <a:pt x="916345" y="76287"/>
                    <a:pt x="897188" y="88146"/>
                  </a:cubicBezTo>
                  <a:cubicBezTo>
                    <a:pt x="865412" y="99464"/>
                    <a:pt x="826549" y="97011"/>
                    <a:pt x="801117" y="72942"/>
                  </a:cubicBezTo>
                  <a:cubicBezTo>
                    <a:pt x="789486" y="63012"/>
                    <a:pt x="774423" y="48234"/>
                    <a:pt x="757901" y="56186"/>
                  </a:cubicBezTo>
                  <a:cubicBezTo>
                    <a:pt x="744589" y="61573"/>
                    <a:pt x="739904" y="76303"/>
                    <a:pt x="734846" y="88239"/>
                  </a:cubicBezTo>
                  <a:cubicBezTo>
                    <a:pt x="721956" y="103052"/>
                    <a:pt x="699306" y="97031"/>
                    <a:pt x="685149" y="87489"/>
                  </a:cubicBezTo>
                  <a:cubicBezTo>
                    <a:pt x="653172" y="75204"/>
                    <a:pt x="614098" y="74443"/>
                    <a:pt x="590208" y="46718"/>
                  </a:cubicBezTo>
                  <a:cubicBezTo>
                    <a:pt x="581553" y="35427"/>
                    <a:pt x="568137" y="20480"/>
                    <a:pt x="552311" y="27085"/>
                  </a:cubicBezTo>
                  <a:cubicBezTo>
                    <a:pt x="526769" y="39907"/>
                    <a:pt x="517296" y="71471"/>
                    <a:pt x="521325" y="98219"/>
                  </a:cubicBezTo>
                  <a:cubicBezTo>
                    <a:pt x="518928" y="117053"/>
                    <a:pt x="498210" y="123263"/>
                    <a:pt x="483189" y="129149"/>
                  </a:cubicBezTo>
                  <a:cubicBezTo>
                    <a:pt x="464152" y="140778"/>
                    <a:pt x="454477" y="167790"/>
                    <a:pt x="429627" y="169004"/>
                  </a:cubicBezTo>
                  <a:cubicBezTo>
                    <a:pt x="401837" y="168314"/>
                    <a:pt x="375637" y="156545"/>
                    <a:pt x="347749" y="156373"/>
                  </a:cubicBezTo>
                  <a:cubicBezTo>
                    <a:pt x="320184" y="154441"/>
                    <a:pt x="293337" y="147137"/>
                    <a:pt x="266339" y="142138"/>
                  </a:cubicBezTo>
                  <a:cubicBezTo>
                    <a:pt x="253708" y="140723"/>
                    <a:pt x="241153" y="151867"/>
                    <a:pt x="243970" y="164947"/>
                  </a:cubicBezTo>
                  <a:cubicBezTo>
                    <a:pt x="244410" y="175523"/>
                    <a:pt x="241775" y="189672"/>
                    <a:pt x="228919" y="190925"/>
                  </a:cubicBezTo>
                  <a:cubicBezTo>
                    <a:pt x="214605" y="194676"/>
                    <a:pt x="198450" y="197089"/>
                    <a:pt x="188697" y="209352"/>
                  </a:cubicBezTo>
                  <a:cubicBezTo>
                    <a:pt x="153864" y="237434"/>
                    <a:pt x="129070" y="279980"/>
                    <a:pt x="85064" y="295335"/>
                  </a:cubicBezTo>
                  <a:cubicBezTo>
                    <a:pt x="58504" y="303621"/>
                    <a:pt x="26689" y="308812"/>
                    <a:pt x="10977" y="334623"/>
                  </a:cubicBezTo>
                  <a:cubicBezTo>
                    <a:pt x="-7594" y="362201"/>
                    <a:pt x="-2622" y="405930"/>
                    <a:pt x="27159" y="423709"/>
                  </a:cubicBezTo>
                  <a:cubicBezTo>
                    <a:pt x="51464" y="433227"/>
                    <a:pt x="73746" y="414300"/>
                    <a:pt x="96485" y="408718"/>
                  </a:cubicBezTo>
                  <a:cubicBezTo>
                    <a:pt x="238677" y="364699"/>
                    <a:pt x="385205" y="337326"/>
                    <a:pt x="530664" y="306716"/>
                  </a:cubicBezTo>
                  <a:cubicBezTo>
                    <a:pt x="717743" y="267860"/>
                    <a:pt x="906288" y="236185"/>
                    <a:pt x="1095601" y="210396"/>
                  </a:cubicBezTo>
                  <a:cubicBezTo>
                    <a:pt x="1217149" y="194065"/>
                    <a:pt x="1339320" y="183012"/>
                    <a:pt x="1461637" y="174383"/>
                  </a:cubicBezTo>
                  <a:cubicBezTo>
                    <a:pt x="1584815" y="164944"/>
                    <a:pt x="1708037" y="155521"/>
                    <a:pt x="1830716" y="140750"/>
                  </a:cubicBezTo>
                  <a:cubicBezTo>
                    <a:pt x="1948479" y="127239"/>
                    <a:pt x="2067192" y="113575"/>
                    <a:pt x="2185853" y="122961"/>
                  </a:cubicBezTo>
                  <a:cubicBezTo>
                    <a:pt x="2280104" y="128358"/>
                    <a:pt x="2373389" y="148139"/>
                    <a:pt x="2468097" y="145370"/>
                  </a:cubicBezTo>
                  <a:cubicBezTo>
                    <a:pt x="2477017" y="141544"/>
                    <a:pt x="2470010" y="125958"/>
                    <a:pt x="2461090" y="129203"/>
                  </a:cubicBezTo>
                  <a:cubicBezTo>
                    <a:pt x="2378553" y="110307"/>
                    <a:pt x="2295955" y="90785"/>
                    <a:pt x="2215836" y="63165"/>
                  </a:cubicBezTo>
                  <a:cubicBezTo>
                    <a:pt x="2147910" y="49270"/>
                    <a:pt x="2076818" y="72186"/>
                    <a:pt x="2009995" y="50241"/>
                  </a:cubicBezTo>
                  <a:cubicBezTo>
                    <a:pt x="1960185" y="35367"/>
                    <a:pt x="1908984" y="18246"/>
                    <a:pt x="1856285" y="23146"/>
                  </a:cubicBezTo>
                  <a:cubicBezTo>
                    <a:pt x="1792872" y="19233"/>
                    <a:pt x="1729131" y="20553"/>
                    <a:pt x="1665860" y="14735"/>
                  </a:cubicBezTo>
                  <a:cubicBezTo>
                    <a:pt x="1623755" y="8573"/>
                    <a:pt x="1581891" y="-1969"/>
                    <a:pt x="1539042" y="-401"/>
                  </a:cubicBezTo>
                  <a:close/>
                </a:path>
              </a:pathLst>
            </a:custGeom>
            <a:gradFill>
              <a:gsLst>
                <a:gs pos="0">
                  <a:srgbClr val="71C837"/>
                </a:gs>
                <a:gs pos="50000">
                  <a:srgbClr val="71C837">
                    <a:alpha val="49804"/>
                  </a:srgbClr>
                </a:gs>
                <a:gs pos="100000">
                  <a:srgbClr val="71C837">
                    <a:alpha val="0"/>
                  </a:srgbClr>
                </a:gs>
              </a:gsLst>
              <a:lin ang="5205722" scaled="1"/>
            </a:gra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3" name="任意多边形: 形状 192">
              <a:extLst>
                <a:ext uri="{FF2B5EF4-FFF2-40B4-BE49-F238E27FC236}">
                  <a16:creationId xmlns:a16="http://schemas.microsoft.com/office/drawing/2014/main" id="{247A1CC5-F2DC-90B5-9D8C-4D95AB51E656}"/>
                </a:ext>
              </a:extLst>
            </p:cNvPr>
            <p:cNvSpPr/>
            <p:nvPr/>
          </p:nvSpPr>
          <p:spPr>
            <a:xfrm>
              <a:off x="2507693" y="6160415"/>
              <a:ext cx="3044385" cy="465004"/>
            </a:xfrm>
            <a:custGeom>
              <a:avLst/>
              <a:gdLst>
                <a:gd name="connsiteX0" fmla="*/ 1472593 w 3044385"/>
                <a:gd name="connsiteY0" fmla="*/ -357 h 465004"/>
                <a:gd name="connsiteX1" fmla="*/ 1455124 w 3044385"/>
                <a:gd name="connsiteY1" fmla="*/ 13985 h 465004"/>
                <a:gd name="connsiteX2" fmla="*/ 1407275 w 3044385"/>
                <a:gd name="connsiteY2" fmla="*/ 20452 h 465004"/>
                <a:gd name="connsiteX3" fmla="*/ 1358572 w 3044385"/>
                <a:gd name="connsiteY3" fmla="*/ 56844 h 465004"/>
                <a:gd name="connsiteX4" fmla="*/ 1310475 w 3044385"/>
                <a:gd name="connsiteY4" fmla="*/ 42179 h 465004"/>
                <a:gd name="connsiteX5" fmla="*/ 1223191 w 3044385"/>
                <a:gd name="connsiteY5" fmla="*/ 85843 h 465004"/>
                <a:gd name="connsiteX6" fmla="*/ 1183478 w 3044385"/>
                <a:gd name="connsiteY6" fmla="*/ 148647 h 465004"/>
                <a:gd name="connsiteX7" fmla="*/ 1110473 w 3044385"/>
                <a:gd name="connsiteY7" fmla="*/ 159473 h 465004"/>
                <a:gd name="connsiteX8" fmla="*/ 1081981 w 3044385"/>
                <a:gd name="connsiteY8" fmla="*/ 115491 h 465004"/>
                <a:gd name="connsiteX9" fmla="*/ 1038790 w 3044385"/>
                <a:gd name="connsiteY9" fmla="*/ 92063 h 465004"/>
                <a:gd name="connsiteX10" fmla="*/ 951480 w 3044385"/>
                <a:gd name="connsiteY10" fmla="*/ 102841 h 465004"/>
                <a:gd name="connsiteX11" fmla="*/ 894879 w 3044385"/>
                <a:gd name="connsiteY11" fmla="*/ 38425 h 465004"/>
                <a:gd name="connsiteX12" fmla="*/ 860691 w 3044385"/>
                <a:gd name="connsiteY12" fmla="*/ 20115 h 465004"/>
                <a:gd name="connsiteX13" fmla="*/ 819945 w 3044385"/>
                <a:gd name="connsiteY13" fmla="*/ 41216 h 465004"/>
                <a:gd name="connsiteX14" fmla="*/ 728444 w 3044385"/>
                <a:gd name="connsiteY14" fmla="*/ 97016 h 465004"/>
                <a:gd name="connsiteX15" fmla="*/ 671257 w 3044385"/>
                <a:gd name="connsiteY15" fmla="*/ 88560 h 465004"/>
                <a:gd name="connsiteX16" fmla="*/ 617099 w 3044385"/>
                <a:gd name="connsiteY16" fmla="*/ 79668 h 465004"/>
                <a:gd name="connsiteX17" fmla="*/ 603087 w 3044385"/>
                <a:gd name="connsiteY17" fmla="*/ 109308 h 465004"/>
                <a:gd name="connsiteX18" fmla="*/ 482780 w 3044385"/>
                <a:gd name="connsiteY18" fmla="*/ 106661 h 465004"/>
                <a:gd name="connsiteX19" fmla="*/ 384813 w 3044385"/>
                <a:gd name="connsiteY19" fmla="*/ 81438 h 465004"/>
                <a:gd name="connsiteX20" fmla="*/ 353581 w 3044385"/>
                <a:gd name="connsiteY20" fmla="*/ 123319 h 465004"/>
                <a:gd name="connsiteX21" fmla="*/ 275094 w 3044385"/>
                <a:gd name="connsiteY21" fmla="*/ 157717 h 465004"/>
                <a:gd name="connsiteX22" fmla="*/ 158373 w 3044385"/>
                <a:gd name="connsiteY22" fmla="*/ 216808 h 465004"/>
                <a:gd name="connsiteX23" fmla="*/ 67 w 3044385"/>
                <a:gd name="connsiteY23" fmla="*/ 247535 h 465004"/>
                <a:gd name="connsiteX24" fmla="*/ 105320 w 3044385"/>
                <a:gd name="connsiteY24" fmla="*/ 299109 h 465004"/>
                <a:gd name="connsiteX25" fmla="*/ 343133 w 3044385"/>
                <a:gd name="connsiteY25" fmla="*/ 331338 h 465004"/>
                <a:gd name="connsiteX26" fmla="*/ 614185 w 3044385"/>
                <a:gd name="connsiteY26" fmla="*/ 354062 h 465004"/>
                <a:gd name="connsiteX27" fmla="*/ 822880 w 3044385"/>
                <a:gd name="connsiteY27" fmla="*/ 380799 h 465004"/>
                <a:gd name="connsiteX28" fmla="*/ 1063487 w 3044385"/>
                <a:gd name="connsiteY28" fmla="*/ 431546 h 465004"/>
                <a:gd name="connsiteX29" fmla="*/ 1749860 w 3044385"/>
                <a:gd name="connsiteY29" fmla="*/ 462961 h 465004"/>
                <a:gd name="connsiteX30" fmla="*/ 2259294 w 3044385"/>
                <a:gd name="connsiteY30" fmla="*/ 461467 h 465004"/>
                <a:gd name="connsiteX31" fmla="*/ 2988917 w 3044385"/>
                <a:gd name="connsiteY31" fmla="*/ 442620 h 465004"/>
                <a:gd name="connsiteX32" fmla="*/ 3039977 w 3044385"/>
                <a:gd name="connsiteY32" fmla="*/ 437227 h 465004"/>
                <a:gd name="connsiteX33" fmla="*/ 3035754 w 3044385"/>
                <a:gd name="connsiteY33" fmla="*/ 418216 h 465004"/>
                <a:gd name="connsiteX34" fmla="*/ 2986612 w 3044385"/>
                <a:gd name="connsiteY34" fmla="*/ 389745 h 465004"/>
                <a:gd name="connsiteX35" fmla="*/ 2899863 w 3044385"/>
                <a:gd name="connsiteY35" fmla="*/ 362050 h 465004"/>
                <a:gd name="connsiteX36" fmla="*/ 2843511 w 3044385"/>
                <a:gd name="connsiteY36" fmla="*/ 330126 h 465004"/>
                <a:gd name="connsiteX37" fmla="*/ 2699587 w 3044385"/>
                <a:gd name="connsiteY37" fmla="*/ 279485 h 465004"/>
                <a:gd name="connsiteX38" fmla="*/ 2617207 w 3044385"/>
                <a:gd name="connsiteY38" fmla="*/ 253193 h 465004"/>
                <a:gd name="connsiteX39" fmla="*/ 2551192 w 3044385"/>
                <a:gd name="connsiteY39" fmla="*/ 212237 h 465004"/>
                <a:gd name="connsiteX40" fmla="*/ 2429229 w 3044385"/>
                <a:gd name="connsiteY40" fmla="*/ 200549 h 465004"/>
                <a:gd name="connsiteX41" fmla="*/ 2387839 w 3044385"/>
                <a:gd name="connsiteY41" fmla="*/ 206545 h 465004"/>
                <a:gd name="connsiteX42" fmla="*/ 2339139 w 3044385"/>
                <a:gd name="connsiteY42" fmla="*/ 195236 h 465004"/>
                <a:gd name="connsiteX43" fmla="*/ 2274539 w 3044385"/>
                <a:gd name="connsiteY43" fmla="*/ 160502 h 465004"/>
                <a:gd name="connsiteX44" fmla="*/ 2191951 w 3044385"/>
                <a:gd name="connsiteY44" fmla="*/ 134505 h 465004"/>
                <a:gd name="connsiteX45" fmla="*/ 2101752 w 3044385"/>
                <a:gd name="connsiteY45" fmla="*/ 115236 h 465004"/>
                <a:gd name="connsiteX46" fmla="*/ 2038134 w 3044385"/>
                <a:gd name="connsiteY46" fmla="*/ 137429 h 465004"/>
                <a:gd name="connsiteX47" fmla="*/ 1995547 w 3044385"/>
                <a:gd name="connsiteY47" fmla="*/ 127790 h 465004"/>
                <a:gd name="connsiteX48" fmla="*/ 1946960 w 3044385"/>
                <a:gd name="connsiteY48" fmla="*/ 91931 h 465004"/>
                <a:gd name="connsiteX49" fmla="*/ 1829852 w 3044385"/>
                <a:gd name="connsiteY49" fmla="*/ 47738 h 465004"/>
                <a:gd name="connsiteX50" fmla="*/ 1756861 w 3044385"/>
                <a:gd name="connsiteY50" fmla="*/ 64310 h 465004"/>
                <a:gd name="connsiteX51" fmla="*/ 1712132 w 3044385"/>
                <a:gd name="connsiteY51" fmla="*/ 60807 h 465004"/>
                <a:gd name="connsiteX52" fmla="*/ 1671479 w 3044385"/>
                <a:gd name="connsiteY52" fmla="*/ 66696 h 465004"/>
                <a:gd name="connsiteX53" fmla="*/ 1567709 w 3044385"/>
                <a:gd name="connsiteY53" fmla="*/ 12845 h 465004"/>
                <a:gd name="connsiteX54" fmla="*/ 1491994 w 3044385"/>
                <a:gd name="connsiteY54" fmla="*/ 5570 h 465004"/>
                <a:gd name="connsiteX55" fmla="*/ 1472593 w 3044385"/>
                <a:gd name="connsiteY55" fmla="*/ -357 h 465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044385" h="465004">
                  <a:moveTo>
                    <a:pt x="1472593" y="-357"/>
                  </a:moveTo>
                  <a:cubicBezTo>
                    <a:pt x="1466058" y="2635"/>
                    <a:pt x="1462710" y="11465"/>
                    <a:pt x="1455124" y="13985"/>
                  </a:cubicBezTo>
                  <a:cubicBezTo>
                    <a:pt x="1440489" y="22389"/>
                    <a:pt x="1423216" y="20078"/>
                    <a:pt x="1407275" y="20452"/>
                  </a:cubicBezTo>
                  <a:cubicBezTo>
                    <a:pt x="1385970" y="24820"/>
                    <a:pt x="1378087" y="49844"/>
                    <a:pt x="1358572" y="56844"/>
                  </a:cubicBezTo>
                  <a:cubicBezTo>
                    <a:pt x="1340720" y="61403"/>
                    <a:pt x="1326294" y="46834"/>
                    <a:pt x="1310475" y="42179"/>
                  </a:cubicBezTo>
                  <a:cubicBezTo>
                    <a:pt x="1275659" y="35874"/>
                    <a:pt x="1241974" y="57815"/>
                    <a:pt x="1223191" y="85843"/>
                  </a:cubicBezTo>
                  <a:cubicBezTo>
                    <a:pt x="1206183" y="104194"/>
                    <a:pt x="1195666" y="127091"/>
                    <a:pt x="1183478" y="148647"/>
                  </a:cubicBezTo>
                  <a:cubicBezTo>
                    <a:pt x="1163601" y="165668"/>
                    <a:pt x="1134524" y="165308"/>
                    <a:pt x="1110473" y="159473"/>
                  </a:cubicBezTo>
                  <a:cubicBezTo>
                    <a:pt x="1092693" y="152887"/>
                    <a:pt x="1082319" y="133750"/>
                    <a:pt x="1081981" y="115491"/>
                  </a:cubicBezTo>
                  <a:cubicBezTo>
                    <a:pt x="1077146" y="97044"/>
                    <a:pt x="1056027" y="89940"/>
                    <a:pt x="1038790" y="92063"/>
                  </a:cubicBezTo>
                  <a:cubicBezTo>
                    <a:pt x="1009264" y="91908"/>
                    <a:pt x="981050" y="112844"/>
                    <a:pt x="951480" y="102841"/>
                  </a:cubicBezTo>
                  <a:cubicBezTo>
                    <a:pt x="924315" y="89877"/>
                    <a:pt x="916756" y="57268"/>
                    <a:pt x="894879" y="38425"/>
                  </a:cubicBezTo>
                  <a:cubicBezTo>
                    <a:pt x="885375" y="29881"/>
                    <a:pt x="873506" y="21021"/>
                    <a:pt x="860691" y="20115"/>
                  </a:cubicBezTo>
                  <a:cubicBezTo>
                    <a:pt x="846500" y="26055"/>
                    <a:pt x="836704" y="41663"/>
                    <a:pt x="819945" y="41216"/>
                  </a:cubicBezTo>
                  <a:cubicBezTo>
                    <a:pt x="784522" y="50523"/>
                    <a:pt x="759057" y="78849"/>
                    <a:pt x="728444" y="97016"/>
                  </a:cubicBezTo>
                  <a:cubicBezTo>
                    <a:pt x="709462" y="105688"/>
                    <a:pt x="688196" y="98401"/>
                    <a:pt x="671257" y="88560"/>
                  </a:cubicBezTo>
                  <a:cubicBezTo>
                    <a:pt x="654844" y="80807"/>
                    <a:pt x="634892" y="71991"/>
                    <a:pt x="617099" y="79668"/>
                  </a:cubicBezTo>
                  <a:cubicBezTo>
                    <a:pt x="608999" y="88053"/>
                    <a:pt x="617450" y="106254"/>
                    <a:pt x="603087" y="109308"/>
                  </a:cubicBezTo>
                  <a:cubicBezTo>
                    <a:pt x="563393" y="118300"/>
                    <a:pt x="522650" y="109851"/>
                    <a:pt x="482780" y="106661"/>
                  </a:cubicBezTo>
                  <a:cubicBezTo>
                    <a:pt x="449695" y="100258"/>
                    <a:pt x="419567" y="77893"/>
                    <a:pt x="384813" y="81438"/>
                  </a:cubicBezTo>
                  <a:cubicBezTo>
                    <a:pt x="367238" y="87459"/>
                    <a:pt x="355238" y="105124"/>
                    <a:pt x="353581" y="123319"/>
                  </a:cubicBezTo>
                  <a:cubicBezTo>
                    <a:pt x="336366" y="148838"/>
                    <a:pt x="303887" y="155757"/>
                    <a:pt x="275094" y="157717"/>
                  </a:cubicBezTo>
                  <a:cubicBezTo>
                    <a:pt x="229320" y="162379"/>
                    <a:pt x="203098" y="209244"/>
                    <a:pt x="158373" y="216808"/>
                  </a:cubicBezTo>
                  <a:cubicBezTo>
                    <a:pt x="106760" y="232425"/>
                    <a:pt x="52922" y="237763"/>
                    <a:pt x="67" y="247535"/>
                  </a:cubicBezTo>
                  <a:cubicBezTo>
                    <a:pt x="25679" y="279457"/>
                    <a:pt x="67667" y="289132"/>
                    <a:pt x="105320" y="299109"/>
                  </a:cubicBezTo>
                  <a:cubicBezTo>
                    <a:pt x="183608" y="316363"/>
                    <a:pt x="264169" y="318488"/>
                    <a:pt x="343133" y="331338"/>
                  </a:cubicBezTo>
                  <a:cubicBezTo>
                    <a:pt x="433314" y="340949"/>
                    <a:pt x="524495" y="339642"/>
                    <a:pt x="614185" y="354062"/>
                  </a:cubicBezTo>
                  <a:cubicBezTo>
                    <a:pt x="683857" y="361926"/>
                    <a:pt x="754721" y="362732"/>
                    <a:pt x="822880" y="380799"/>
                  </a:cubicBezTo>
                  <a:cubicBezTo>
                    <a:pt x="902676" y="399509"/>
                    <a:pt x="981937" y="421655"/>
                    <a:pt x="1063487" y="431546"/>
                  </a:cubicBezTo>
                  <a:cubicBezTo>
                    <a:pt x="1290444" y="466477"/>
                    <a:pt x="1520825" y="466467"/>
                    <a:pt x="1749860" y="462961"/>
                  </a:cubicBezTo>
                  <a:cubicBezTo>
                    <a:pt x="1919660" y="461148"/>
                    <a:pt x="2089486" y="458463"/>
                    <a:pt x="2259294" y="461467"/>
                  </a:cubicBezTo>
                  <a:cubicBezTo>
                    <a:pt x="2502608" y="461088"/>
                    <a:pt x="2745914" y="454706"/>
                    <a:pt x="2988917" y="442620"/>
                  </a:cubicBezTo>
                  <a:cubicBezTo>
                    <a:pt x="3005910" y="441103"/>
                    <a:pt x="3023456" y="441007"/>
                    <a:pt x="3039977" y="437227"/>
                  </a:cubicBezTo>
                  <a:cubicBezTo>
                    <a:pt x="3047579" y="432407"/>
                    <a:pt x="3045053" y="418953"/>
                    <a:pt x="3035754" y="418216"/>
                  </a:cubicBezTo>
                  <a:cubicBezTo>
                    <a:pt x="3018757" y="409840"/>
                    <a:pt x="3000470" y="403143"/>
                    <a:pt x="2986612" y="389745"/>
                  </a:cubicBezTo>
                  <a:cubicBezTo>
                    <a:pt x="2960996" y="371993"/>
                    <a:pt x="2929250" y="369305"/>
                    <a:pt x="2899863" y="362050"/>
                  </a:cubicBezTo>
                  <a:cubicBezTo>
                    <a:pt x="2878973" y="355573"/>
                    <a:pt x="2860602" y="343409"/>
                    <a:pt x="2843511" y="330126"/>
                  </a:cubicBezTo>
                  <a:cubicBezTo>
                    <a:pt x="2799124" y="304195"/>
                    <a:pt x="2746950" y="298098"/>
                    <a:pt x="2699587" y="279485"/>
                  </a:cubicBezTo>
                  <a:cubicBezTo>
                    <a:pt x="2672421" y="269833"/>
                    <a:pt x="2643767" y="264463"/>
                    <a:pt x="2617207" y="253193"/>
                  </a:cubicBezTo>
                  <a:cubicBezTo>
                    <a:pt x="2594737" y="240217"/>
                    <a:pt x="2577027" y="219071"/>
                    <a:pt x="2551192" y="212237"/>
                  </a:cubicBezTo>
                  <a:cubicBezTo>
                    <a:pt x="2512043" y="198171"/>
                    <a:pt x="2469853" y="204216"/>
                    <a:pt x="2429229" y="200549"/>
                  </a:cubicBezTo>
                  <a:cubicBezTo>
                    <a:pt x="2415043" y="199033"/>
                    <a:pt x="2401202" y="202215"/>
                    <a:pt x="2387839" y="206545"/>
                  </a:cubicBezTo>
                  <a:cubicBezTo>
                    <a:pt x="2370754" y="210698"/>
                    <a:pt x="2352790" y="206097"/>
                    <a:pt x="2339139" y="195236"/>
                  </a:cubicBezTo>
                  <a:cubicBezTo>
                    <a:pt x="2318974" y="181314"/>
                    <a:pt x="2298318" y="167368"/>
                    <a:pt x="2274539" y="160502"/>
                  </a:cubicBezTo>
                  <a:cubicBezTo>
                    <a:pt x="2248014" y="149208"/>
                    <a:pt x="2221786" y="133442"/>
                    <a:pt x="2191951" y="134505"/>
                  </a:cubicBezTo>
                  <a:cubicBezTo>
                    <a:pt x="2161219" y="132309"/>
                    <a:pt x="2129828" y="128799"/>
                    <a:pt x="2101752" y="115236"/>
                  </a:cubicBezTo>
                  <a:cubicBezTo>
                    <a:pt x="2077660" y="108675"/>
                    <a:pt x="2058909" y="129545"/>
                    <a:pt x="2038134" y="137429"/>
                  </a:cubicBezTo>
                  <a:cubicBezTo>
                    <a:pt x="2023528" y="143835"/>
                    <a:pt x="2005931" y="139925"/>
                    <a:pt x="1995547" y="127790"/>
                  </a:cubicBezTo>
                  <a:cubicBezTo>
                    <a:pt x="1981381" y="113340"/>
                    <a:pt x="1966803" y="98248"/>
                    <a:pt x="1946960" y="91931"/>
                  </a:cubicBezTo>
                  <a:cubicBezTo>
                    <a:pt x="1908204" y="76507"/>
                    <a:pt x="1865434" y="70540"/>
                    <a:pt x="1829852" y="47738"/>
                  </a:cubicBezTo>
                  <a:cubicBezTo>
                    <a:pt x="1803716" y="39012"/>
                    <a:pt x="1782243" y="63428"/>
                    <a:pt x="1756861" y="64310"/>
                  </a:cubicBezTo>
                  <a:cubicBezTo>
                    <a:pt x="1741876" y="65129"/>
                    <a:pt x="1726977" y="62495"/>
                    <a:pt x="1712132" y="60807"/>
                  </a:cubicBezTo>
                  <a:cubicBezTo>
                    <a:pt x="1705047" y="76317"/>
                    <a:pt x="1683316" y="76813"/>
                    <a:pt x="1671479" y="66696"/>
                  </a:cubicBezTo>
                  <a:cubicBezTo>
                    <a:pt x="1635356" y="51716"/>
                    <a:pt x="1607164" y="20132"/>
                    <a:pt x="1567709" y="12845"/>
                  </a:cubicBezTo>
                  <a:cubicBezTo>
                    <a:pt x="1542640" y="16711"/>
                    <a:pt x="1514011" y="21837"/>
                    <a:pt x="1491994" y="5570"/>
                  </a:cubicBezTo>
                  <a:cubicBezTo>
                    <a:pt x="1486035" y="2512"/>
                    <a:pt x="1479582" y="-1505"/>
                    <a:pt x="1472593" y="-357"/>
                  </a:cubicBezTo>
                  <a:close/>
                </a:path>
              </a:pathLst>
            </a:custGeom>
            <a:gradFill>
              <a:gsLst>
                <a:gs pos="0">
                  <a:srgbClr val="71C837"/>
                </a:gs>
                <a:gs pos="50000">
                  <a:srgbClr val="71C837">
                    <a:alpha val="49804"/>
                  </a:srgbClr>
                </a:gs>
                <a:gs pos="100000">
                  <a:srgbClr val="71C837">
                    <a:alpha val="0"/>
                  </a:srgbClr>
                </a:gs>
              </a:gsLst>
              <a:lin ang="5205722" scaled="1"/>
            </a:gra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5" name="任意多边形: 形状 194">
              <a:extLst>
                <a:ext uri="{FF2B5EF4-FFF2-40B4-BE49-F238E27FC236}">
                  <a16:creationId xmlns:a16="http://schemas.microsoft.com/office/drawing/2014/main" id="{D1F29057-205D-DFF9-B001-F23167932DCA}"/>
                </a:ext>
              </a:extLst>
            </p:cNvPr>
            <p:cNvSpPr/>
            <p:nvPr/>
          </p:nvSpPr>
          <p:spPr>
            <a:xfrm>
              <a:off x="6773584" y="6291748"/>
              <a:ext cx="64329" cy="92732"/>
            </a:xfrm>
            <a:custGeom>
              <a:avLst/>
              <a:gdLst>
                <a:gd name="connsiteX0" fmla="*/ 33938 w 64329"/>
                <a:gd name="connsiteY0" fmla="*/ 82836 h 92732"/>
                <a:gd name="connsiteX1" fmla="*/ 34321 w 64329"/>
                <a:gd name="connsiteY1" fmla="*/ 77998 h 92732"/>
                <a:gd name="connsiteX2" fmla="*/ 33166 w 64329"/>
                <a:gd name="connsiteY2" fmla="*/ 77773 h 92732"/>
                <a:gd name="connsiteX3" fmla="*/ 29318 w 64329"/>
                <a:gd name="connsiteY3" fmla="*/ 76235 h 92732"/>
                <a:gd name="connsiteX4" fmla="*/ 23930 w 64329"/>
                <a:gd name="connsiteY4" fmla="*/ 76235 h 92732"/>
                <a:gd name="connsiteX5" fmla="*/ 20851 w 64329"/>
                <a:gd name="connsiteY5" fmla="*/ 71836 h 92732"/>
                <a:gd name="connsiteX6" fmla="*/ 21234 w 64329"/>
                <a:gd name="connsiteY6" fmla="*/ 70516 h 92732"/>
                <a:gd name="connsiteX7" fmla="*/ 13537 w 64329"/>
                <a:gd name="connsiteY7" fmla="*/ 70292 h 92732"/>
                <a:gd name="connsiteX8" fmla="*/ 11227 w 64329"/>
                <a:gd name="connsiteY8" fmla="*/ 70516 h 92732"/>
                <a:gd name="connsiteX9" fmla="*/ 14691 w 64329"/>
                <a:gd name="connsiteY9" fmla="*/ 69417 h 92732"/>
                <a:gd name="connsiteX10" fmla="*/ 11613 w 64329"/>
                <a:gd name="connsiteY10" fmla="*/ 68977 h 92732"/>
                <a:gd name="connsiteX11" fmla="*/ 4300 w 64329"/>
                <a:gd name="connsiteY11" fmla="*/ 68977 h 92732"/>
                <a:gd name="connsiteX12" fmla="*/ 1606 w 64329"/>
                <a:gd name="connsiteY12" fmla="*/ 69417 h 92732"/>
                <a:gd name="connsiteX13" fmla="*/ 67 w 64329"/>
                <a:gd name="connsiteY13" fmla="*/ 68537 h 92732"/>
                <a:gd name="connsiteX14" fmla="*/ 3531 w 64329"/>
                <a:gd name="connsiteY14" fmla="*/ 64359 h 92732"/>
                <a:gd name="connsiteX15" fmla="*/ 6224 w 64329"/>
                <a:gd name="connsiteY15" fmla="*/ 62819 h 92732"/>
                <a:gd name="connsiteX16" fmla="*/ 6996 w 64329"/>
                <a:gd name="connsiteY16" fmla="*/ 59080 h 92732"/>
                <a:gd name="connsiteX17" fmla="*/ 9305 w 64329"/>
                <a:gd name="connsiteY17" fmla="*/ 50283 h 92732"/>
                <a:gd name="connsiteX18" fmla="*/ 16232 w 64329"/>
                <a:gd name="connsiteY18" fmla="*/ 41707 h 92732"/>
                <a:gd name="connsiteX19" fmla="*/ 15849 w 64329"/>
                <a:gd name="connsiteY19" fmla="*/ 41043 h 92732"/>
                <a:gd name="connsiteX20" fmla="*/ 15849 w 64329"/>
                <a:gd name="connsiteY20" fmla="*/ 37964 h 92732"/>
                <a:gd name="connsiteX21" fmla="*/ 16232 w 64329"/>
                <a:gd name="connsiteY21" fmla="*/ 31586 h 92732"/>
                <a:gd name="connsiteX22" fmla="*/ 12768 w 64329"/>
                <a:gd name="connsiteY22" fmla="*/ 28728 h 92732"/>
                <a:gd name="connsiteX23" fmla="*/ 12768 w 64329"/>
                <a:gd name="connsiteY23" fmla="*/ 27409 h 92732"/>
                <a:gd name="connsiteX24" fmla="*/ 15847 w 64329"/>
                <a:gd name="connsiteY24" fmla="*/ 19930 h 92732"/>
                <a:gd name="connsiteX25" fmla="*/ 19696 w 64329"/>
                <a:gd name="connsiteY25" fmla="*/ 19499 h 92732"/>
                <a:gd name="connsiteX26" fmla="*/ 22005 w 64329"/>
                <a:gd name="connsiteY26" fmla="*/ 16420 h 92732"/>
                <a:gd name="connsiteX27" fmla="*/ 25084 w 64329"/>
                <a:gd name="connsiteY27" fmla="*/ 13341 h 92732"/>
                <a:gd name="connsiteX28" fmla="*/ 25467 w 64329"/>
                <a:gd name="connsiteY28" fmla="*/ 12022 h 92732"/>
                <a:gd name="connsiteX29" fmla="*/ 27391 w 64329"/>
                <a:gd name="connsiteY29" fmla="*/ 8943 h 92732"/>
                <a:gd name="connsiteX30" fmla="*/ 27774 w 64329"/>
                <a:gd name="connsiteY30" fmla="*/ 7624 h 92732"/>
                <a:gd name="connsiteX31" fmla="*/ 30852 w 64329"/>
                <a:gd name="connsiteY31" fmla="*/ 5424 h 92732"/>
                <a:gd name="connsiteX32" fmla="*/ 31234 w 64329"/>
                <a:gd name="connsiteY32" fmla="*/ 3226 h 92732"/>
                <a:gd name="connsiteX33" fmla="*/ 32389 w 64329"/>
                <a:gd name="connsiteY33" fmla="*/ 806 h 92732"/>
                <a:gd name="connsiteX34" fmla="*/ 32389 w 64329"/>
                <a:gd name="connsiteY34" fmla="*/ -513 h 92732"/>
                <a:gd name="connsiteX35" fmla="*/ 33928 w 64329"/>
                <a:gd name="connsiteY35" fmla="*/ 5204 h 92732"/>
                <a:gd name="connsiteX36" fmla="*/ 35468 w 64329"/>
                <a:gd name="connsiteY36" fmla="*/ 7624 h 92732"/>
                <a:gd name="connsiteX37" fmla="*/ 35850 w 64329"/>
                <a:gd name="connsiteY37" fmla="*/ 11143 h 92732"/>
                <a:gd name="connsiteX38" fmla="*/ 39314 w 64329"/>
                <a:gd name="connsiteY38" fmla="*/ 15761 h 92732"/>
                <a:gd name="connsiteX39" fmla="*/ 42393 w 64329"/>
                <a:gd name="connsiteY39" fmla="*/ 25438 h 92732"/>
                <a:gd name="connsiteX40" fmla="*/ 45086 w 64329"/>
                <a:gd name="connsiteY40" fmla="*/ 27636 h 92732"/>
                <a:gd name="connsiteX41" fmla="*/ 45854 w 64329"/>
                <a:gd name="connsiteY41" fmla="*/ 29395 h 92732"/>
                <a:gd name="connsiteX42" fmla="*/ 48163 w 64329"/>
                <a:gd name="connsiteY42" fmla="*/ 32694 h 92732"/>
                <a:gd name="connsiteX43" fmla="*/ 49703 w 64329"/>
                <a:gd name="connsiteY43" fmla="*/ 35993 h 92732"/>
                <a:gd name="connsiteX44" fmla="*/ 52012 w 64329"/>
                <a:gd name="connsiteY44" fmla="*/ 37753 h 92732"/>
                <a:gd name="connsiteX45" fmla="*/ 53935 w 64329"/>
                <a:gd name="connsiteY45" fmla="*/ 40831 h 92732"/>
                <a:gd name="connsiteX46" fmla="*/ 57785 w 64329"/>
                <a:gd name="connsiteY46" fmla="*/ 42811 h 92732"/>
                <a:gd name="connsiteX47" fmla="*/ 58552 w 64329"/>
                <a:gd name="connsiteY47" fmla="*/ 44570 h 92732"/>
                <a:gd name="connsiteX48" fmla="*/ 61631 w 64329"/>
                <a:gd name="connsiteY48" fmla="*/ 46110 h 92732"/>
                <a:gd name="connsiteX49" fmla="*/ 64324 w 64329"/>
                <a:gd name="connsiteY49" fmla="*/ 50287 h 92732"/>
                <a:gd name="connsiteX50" fmla="*/ 60861 w 64329"/>
                <a:gd name="connsiteY50" fmla="*/ 54906 h 92732"/>
                <a:gd name="connsiteX51" fmla="*/ 55857 w 64329"/>
                <a:gd name="connsiteY51" fmla="*/ 60184 h 92732"/>
                <a:gd name="connsiteX52" fmla="*/ 53164 w 64329"/>
                <a:gd name="connsiteY52" fmla="*/ 62164 h 92732"/>
                <a:gd name="connsiteX53" fmla="*/ 53164 w 64329"/>
                <a:gd name="connsiteY53" fmla="*/ 63043 h 92732"/>
                <a:gd name="connsiteX54" fmla="*/ 52009 w 64329"/>
                <a:gd name="connsiteY54" fmla="*/ 66782 h 92732"/>
                <a:gd name="connsiteX55" fmla="*/ 52389 w 64329"/>
                <a:gd name="connsiteY55" fmla="*/ 67881 h 92732"/>
                <a:gd name="connsiteX56" fmla="*/ 55852 w 64329"/>
                <a:gd name="connsiteY56" fmla="*/ 70300 h 92732"/>
                <a:gd name="connsiteX57" fmla="*/ 53543 w 64329"/>
                <a:gd name="connsiteY57" fmla="*/ 72279 h 92732"/>
                <a:gd name="connsiteX58" fmla="*/ 51619 w 64329"/>
                <a:gd name="connsiteY58" fmla="*/ 74699 h 92732"/>
                <a:gd name="connsiteX59" fmla="*/ 48925 w 64329"/>
                <a:gd name="connsiteY59" fmla="*/ 76019 h 92732"/>
                <a:gd name="connsiteX60" fmla="*/ 48158 w 64329"/>
                <a:gd name="connsiteY60" fmla="*/ 79537 h 92732"/>
                <a:gd name="connsiteX61" fmla="*/ 45849 w 64329"/>
                <a:gd name="connsiteY61" fmla="*/ 81077 h 92732"/>
                <a:gd name="connsiteX62" fmla="*/ 44309 w 64329"/>
                <a:gd name="connsiteY62" fmla="*/ 82616 h 92732"/>
                <a:gd name="connsiteX63" fmla="*/ 42385 w 64329"/>
                <a:gd name="connsiteY63" fmla="*/ 83715 h 92732"/>
                <a:gd name="connsiteX64" fmla="*/ 43156 w 64329"/>
                <a:gd name="connsiteY64" fmla="*/ 85474 h 92732"/>
                <a:gd name="connsiteX65" fmla="*/ 42773 w 64329"/>
                <a:gd name="connsiteY65" fmla="*/ 88993 h 92732"/>
                <a:gd name="connsiteX66" fmla="*/ 43543 w 64329"/>
                <a:gd name="connsiteY66" fmla="*/ 90973 h 92732"/>
                <a:gd name="connsiteX67" fmla="*/ 42773 w 64329"/>
                <a:gd name="connsiteY67" fmla="*/ 91628 h 92732"/>
                <a:gd name="connsiteX68" fmla="*/ 33921 w 64329"/>
                <a:gd name="connsiteY68" fmla="*/ 82831 h 9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64329" h="92732">
                  <a:moveTo>
                    <a:pt x="33938" y="82836"/>
                  </a:moveTo>
                  <a:cubicBezTo>
                    <a:pt x="34473" y="81574"/>
                    <a:pt x="35993" y="79191"/>
                    <a:pt x="34321" y="77998"/>
                  </a:cubicBezTo>
                  <a:cubicBezTo>
                    <a:pt x="34049" y="77799"/>
                    <a:pt x="33514" y="77911"/>
                    <a:pt x="33166" y="77773"/>
                  </a:cubicBezTo>
                  <a:cubicBezTo>
                    <a:pt x="31809" y="77256"/>
                    <a:pt x="30974" y="76471"/>
                    <a:pt x="29318" y="76235"/>
                  </a:cubicBezTo>
                  <a:cubicBezTo>
                    <a:pt x="28029" y="76054"/>
                    <a:pt x="24979" y="76717"/>
                    <a:pt x="23930" y="76235"/>
                  </a:cubicBezTo>
                  <a:cubicBezTo>
                    <a:pt x="23652" y="76114"/>
                    <a:pt x="20851" y="72263"/>
                    <a:pt x="20851" y="71836"/>
                  </a:cubicBezTo>
                  <a:cubicBezTo>
                    <a:pt x="20851" y="71543"/>
                    <a:pt x="21705" y="70875"/>
                    <a:pt x="21234" y="70516"/>
                  </a:cubicBezTo>
                  <a:cubicBezTo>
                    <a:pt x="20220" y="69740"/>
                    <a:pt x="15084" y="70292"/>
                    <a:pt x="13537" y="70292"/>
                  </a:cubicBezTo>
                  <a:cubicBezTo>
                    <a:pt x="12759" y="70292"/>
                    <a:pt x="10513" y="70715"/>
                    <a:pt x="11227" y="70516"/>
                  </a:cubicBezTo>
                  <a:cubicBezTo>
                    <a:pt x="11623" y="70404"/>
                    <a:pt x="14476" y="69913"/>
                    <a:pt x="14691" y="69417"/>
                  </a:cubicBezTo>
                  <a:cubicBezTo>
                    <a:pt x="14709" y="69331"/>
                    <a:pt x="12939" y="69072"/>
                    <a:pt x="11613" y="68977"/>
                  </a:cubicBezTo>
                  <a:cubicBezTo>
                    <a:pt x="9397" y="68813"/>
                    <a:pt x="6522" y="68796"/>
                    <a:pt x="4300" y="68977"/>
                  </a:cubicBezTo>
                  <a:cubicBezTo>
                    <a:pt x="3382" y="69063"/>
                    <a:pt x="2531" y="69417"/>
                    <a:pt x="1606" y="69417"/>
                  </a:cubicBezTo>
                  <a:cubicBezTo>
                    <a:pt x="708" y="69417"/>
                    <a:pt x="67" y="69193"/>
                    <a:pt x="67" y="68537"/>
                  </a:cubicBezTo>
                  <a:cubicBezTo>
                    <a:pt x="67" y="67360"/>
                    <a:pt x="2284" y="65070"/>
                    <a:pt x="3531" y="64359"/>
                  </a:cubicBezTo>
                  <a:cubicBezTo>
                    <a:pt x="5094" y="63465"/>
                    <a:pt x="5357" y="63807"/>
                    <a:pt x="6224" y="62819"/>
                  </a:cubicBezTo>
                  <a:cubicBezTo>
                    <a:pt x="7179" y="61728"/>
                    <a:pt x="6697" y="60266"/>
                    <a:pt x="6996" y="59080"/>
                  </a:cubicBezTo>
                  <a:cubicBezTo>
                    <a:pt x="7533" y="56925"/>
                    <a:pt x="8020" y="52120"/>
                    <a:pt x="9305" y="50283"/>
                  </a:cubicBezTo>
                  <a:cubicBezTo>
                    <a:pt x="11279" y="47464"/>
                    <a:pt x="16232" y="45069"/>
                    <a:pt x="16232" y="41707"/>
                  </a:cubicBezTo>
                  <a:cubicBezTo>
                    <a:pt x="16232" y="41466"/>
                    <a:pt x="15900" y="41276"/>
                    <a:pt x="15849" y="41043"/>
                  </a:cubicBezTo>
                  <a:cubicBezTo>
                    <a:pt x="15661" y="40181"/>
                    <a:pt x="15712" y="38826"/>
                    <a:pt x="15849" y="37964"/>
                  </a:cubicBezTo>
                  <a:cubicBezTo>
                    <a:pt x="16080" y="36532"/>
                    <a:pt x="17194" y="32867"/>
                    <a:pt x="16232" y="31586"/>
                  </a:cubicBezTo>
                  <a:cubicBezTo>
                    <a:pt x="15459" y="30556"/>
                    <a:pt x="13408" y="29823"/>
                    <a:pt x="12768" y="28728"/>
                  </a:cubicBezTo>
                  <a:cubicBezTo>
                    <a:pt x="12529" y="28314"/>
                    <a:pt x="12768" y="27848"/>
                    <a:pt x="12768" y="27409"/>
                  </a:cubicBezTo>
                  <a:cubicBezTo>
                    <a:pt x="12768" y="25067"/>
                    <a:pt x="12699" y="21470"/>
                    <a:pt x="15847" y="19930"/>
                  </a:cubicBezTo>
                  <a:cubicBezTo>
                    <a:pt x="16985" y="19370"/>
                    <a:pt x="18531" y="20017"/>
                    <a:pt x="19696" y="19499"/>
                  </a:cubicBezTo>
                  <a:cubicBezTo>
                    <a:pt x="21349" y="18741"/>
                    <a:pt x="21477" y="17476"/>
                    <a:pt x="22005" y="16420"/>
                  </a:cubicBezTo>
                  <a:cubicBezTo>
                    <a:pt x="22628" y="15178"/>
                    <a:pt x="24307" y="14452"/>
                    <a:pt x="25084" y="13341"/>
                  </a:cubicBezTo>
                  <a:cubicBezTo>
                    <a:pt x="25369" y="12936"/>
                    <a:pt x="25302" y="12456"/>
                    <a:pt x="25467" y="12022"/>
                  </a:cubicBezTo>
                  <a:cubicBezTo>
                    <a:pt x="25885" y="10942"/>
                    <a:pt x="26878" y="9969"/>
                    <a:pt x="27391" y="8943"/>
                  </a:cubicBezTo>
                  <a:cubicBezTo>
                    <a:pt x="27822" y="8081"/>
                    <a:pt x="26808" y="8452"/>
                    <a:pt x="27774" y="7624"/>
                  </a:cubicBezTo>
                  <a:cubicBezTo>
                    <a:pt x="28952" y="6613"/>
                    <a:pt x="30276" y="6743"/>
                    <a:pt x="30852" y="5424"/>
                  </a:cubicBezTo>
                  <a:cubicBezTo>
                    <a:pt x="31212" y="4597"/>
                    <a:pt x="31037" y="4030"/>
                    <a:pt x="31234" y="3226"/>
                  </a:cubicBezTo>
                  <a:cubicBezTo>
                    <a:pt x="31504" y="2150"/>
                    <a:pt x="32389" y="1920"/>
                    <a:pt x="32389" y="806"/>
                  </a:cubicBezTo>
                  <a:cubicBezTo>
                    <a:pt x="32389" y="367"/>
                    <a:pt x="31888" y="-800"/>
                    <a:pt x="32389" y="-513"/>
                  </a:cubicBezTo>
                  <a:cubicBezTo>
                    <a:pt x="34445" y="661"/>
                    <a:pt x="33700" y="3638"/>
                    <a:pt x="33928" y="5204"/>
                  </a:cubicBezTo>
                  <a:cubicBezTo>
                    <a:pt x="34071" y="6172"/>
                    <a:pt x="35088" y="6755"/>
                    <a:pt x="35468" y="7624"/>
                  </a:cubicBezTo>
                  <a:cubicBezTo>
                    <a:pt x="35971" y="8774"/>
                    <a:pt x="35085" y="9970"/>
                    <a:pt x="35850" y="11143"/>
                  </a:cubicBezTo>
                  <a:cubicBezTo>
                    <a:pt x="36719" y="12465"/>
                    <a:pt x="39043" y="14369"/>
                    <a:pt x="39314" y="15761"/>
                  </a:cubicBezTo>
                  <a:cubicBezTo>
                    <a:pt x="39668" y="17576"/>
                    <a:pt x="41169" y="24039"/>
                    <a:pt x="42393" y="25438"/>
                  </a:cubicBezTo>
                  <a:cubicBezTo>
                    <a:pt x="46239" y="29832"/>
                    <a:pt x="40557" y="22977"/>
                    <a:pt x="45086" y="27636"/>
                  </a:cubicBezTo>
                  <a:cubicBezTo>
                    <a:pt x="45587" y="28145"/>
                    <a:pt x="45491" y="28835"/>
                    <a:pt x="45854" y="29395"/>
                  </a:cubicBezTo>
                  <a:cubicBezTo>
                    <a:pt x="46561" y="30472"/>
                    <a:pt x="47817" y="31509"/>
                    <a:pt x="48163" y="32694"/>
                  </a:cubicBezTo>
                  <a:cubicBezTo>
                    <a:pt x="48430" y="33591"/>
                    <a:pt x="48913" y="35180"/>
                    <a:pt x="49703" y="35993"/>
                  </a:cubicBezTo>
                  <a:cubicBezTo>
                    <a:pt x="51007" y="37335"/>
                    <a:pt x="51069" y="36674"/>
                    <a:pt x="52012" y="37753"/>
                  </a:cubicBezTo>
                  <a:cubicBezTo>
                    <a:pt x="52822" y="38677"/>
                    <a:pt x="52883" y="39989"/>
                    <a:pt x="53935" y="40831"/>
                  </a:cubicBezTo>
                  <a:cubicBezTo>
                    <a:pt x="54987" y="41674"/>
                    <a:pt x="56814" y="41923"/>
                    <a:pt x="57785" y="42811"/>
                  </a:cubicBezTo>
                  <a:cubicBezTo>
                    <a:pt x="59543" y="43121"/>
                    <a:pt x="58086" y="44042"/>
                    <a:pt x="58552" y="44570"/>
                  </a:cubicBezTo>
                  <a:cubicBezTo>
                    <a:pt x="58897" y="44967"/>
                    <a:pt x="61429" y="45955"/>
                    <a:pt x="61631" y="46110"/>
                  </a:cubicBezTo>
                  <a:cubicBezTo>
                    <a:pt x="61726" y="46196"/>
                    <a:pt x="64300" y="50172"/>
                    <a:pt x="64324" y="50287"/>
                  </a:cubicBezTo>
                  <a:cubicBezTo>
                    <a:pt x="64842" y="52642"/>
                    <a:pt x="62438" y="53328"/>
                    <a:pt x="60861" y="54906"/>
                  </a:cubicBezTo>
                  <a:cubicBezTo>
                    <a:pt x="59201" y="56565"/>
                    <a:pt x="58026" y="58739"/>
                    <a:pt x="55857" y="60184"/>
                  </a:cubicBezTo>
                  <a:cubicBezTo>
                    <a:pt x="54848" y="60857"/>
                    <a:pt x="53662" y="61166"/>
                    <a:pt x="53164" y="62164"/>
                  </a:cubicBezTo>
                  <a:cubicBezTo>
                    <a:pt x="53026" y="62440"/>
                    <a:pt x="53250" y="62750"/>
                    <a:pt x="53164" y="63043"/>
                  </a:cubicBezTo>
                  <a:cubicBezTo>
                    <a:pt x="52707" y="64890"/>
                    <a:pt x="51169" y="64623"/>
                    <a:pt x="52009" y="66782"/>
                  </a:cubicBezTo>
                  <a:cubicBezTo>
                    <a:pt x="52147" y="67152"/>
                    <a:pt x="52096" y="67567"/>
                    <a:pt x="52389" y="67881"/>
                  </a:cubicBezTo>
                  <a:cubicBezTo>
                    <a:pt x="53070" y="68562"/>
                    <a:pt x="55549" y="69091"/>
                    <a:pt x="55852" y="70300"/>
                  </a:cubicBezTo>
                  <a:cubicBezTo>
                    <a:pt x="56059" y="71120"/>
                    <a:pt x="54096" y="71806"/>
                    <a:pt x="53543" y="72279"/>
                  </a:cubicBezTo>
                  <a:cubicBezTo>
                    <a:pt x="52776" y="72943"/>
                    <a:pt x="52438" y="74074"/>
                    <a:pt x="51619" y="74699"/>
                  </a:cubicBezTo>
                  <a:cubicBezTo>
                    <a:pt x="50886" y="75259"/>
                    <a:pt x="49701" y="75484"/>
                    <a:pt x="48925" y="76019"/>
                  </a:cubicBezTo>
                  <a:cubicBezTo>
                    <a:pt x="47376" y="77080"/>
                    <a:pt x="50239" y="77751"/>
                    <a:pt x="48158" y="79537"/>
                  </a:cubicBezTo>
                  <a:cubicBezTo>
                    <a:pt x="47494" y="80114"/>
                    <a:pt x="46546" y="80519"/>
                    <a:pt x="45849" y="81077"/>
                  </a:cubicBezTo>
                  <a:cubicBezTo>
                    <a:pt x="45254" y="81551"/>
                    <a:pt x="44955" y="82174"/>
                    <a:pt x="44309" y="82616"/>
                  </a:cubicBezTo>
                  <a:cubicBezTo>
                    <a:pt x="43663" y="83058"/>
                    <a:pt x="42570" y="82978"/>
                    <a:pt x="42385" y="83715"/>
                  </a:cubicBezTo>
                  <a:cubicBezTo>
                    <a:pt x="42233" y="84319"/>
                    <a:pt x="43006" y="84872"/>
                    <a:pt x="43156" y="85474"/>
                  </a:cubicBezTo>
                  <a:cubicBezTo>
                    <a:pt x="43457" y="86682"/>
                    <a:pt x="42420" y="87793"/>
                    <a:pt x="42773" y="88993"/>
                  </a:cubicBezTo>
                  <a:cubicBezTo>
                    <a:pt x="42956" y="89622"/>
                    <a:pt x="43943" y="90285"/>
                    <a:pt x="43543" y="90973"/>
                  </a:cubicBezTo>
                  <a:cubicBezTo>
                    <a:pt x="43387" y="91231"/>
                    <a:pt x="43093" y="91447"/>
                    <a:pt x="42773" y="91628"/>
                  </a:cubicBezTo>
                  <a:cubicBezTo>
                    <a:pt x="39455" y="93524"/>
                    <a:pt x="34159" y="90466"/>
                    <a:pt x="33921" y="82831"/>
                  </a:cubicBezTo>
                  <a:close/>
                </a:path>
              </a:pathLst>
            </a:custGeom>
            <a:gradFill>
              <a:gsLst>
                <a:gs pos="0">
                  <a:srgbClr val="71C837"/>
                </a:gs>
                <a:gs pos="50000">
                  <a:srgbClr val="71C837">
                    <a:alpha val="49804"/>
                  </a:srgbClr>
                </a:gs>
                <a:gs pos="100000">
                  <a:srgbClr val="71C837">
                    <a:alpha val="0"/>
                  </a:srgbClr>
                </a:gs>
              </a:gsLst>
              <a:lin ang="5205722" scaled="1"/>
            </a:gra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96" name="任意多边形: 形状 195">
              <a:extLst>
                <a:ext uri="{FF2B5EF4-FFF2-40B4-BE49-F238E27FC236}">
                  <a16:creationId xmlns:a16="http://schemas.microsoft.com/office/drawing/2014/main" id="{4DB5F8BB-8F9A-3A5C-CE1C-97D9A7D71498}"/>
                </a:ext>
              </a:extLst>
            </p:cNvPr>
            <p:cNvSpPr/>
            <p:nvPr/>
          </p:nvSpPr>
          <p:spPr>
            <a:xfrm>
              <a:off x="6720790" y="6270911"/>
              <a:ext cx="59558" cy="125742"/>
            </a:xfrm>
            <a:custGeom>
              <a:avLst/>
              <a:gdLst>
                <a:gd name="connsiteX0" fmla="*/ 17223 w 59558"/>
                <a:gd name="connsiteY0" fmla="*/ 107914 h 125742"/>
                <a:gd name="connsiteX1" fmla="*/ 17742 w 59558"/>
                <a:gd name="connsiteY1" fmla="*/ 106932 h 125742"/>
                <a:gd name="connsiteX2" fmla="*/ 18781 w 59558"/>
                <a:gd name="connsiteY2" fmla="*/ 100057 h 125742"/>
                <a:gd name="connsiteX3" fmla="*/ 19820 w 59558"/>
                <a:gd name="connsiteY3" fmla="*/ 99075 h 125742"/>
                <a:gd name="connsiteX4" fmla="*/ 20338 w 59558"/>
                <a:gd name="connsiteY4" fmla="*/ 92854 h 125742"/>
                <a:gd name="connsiteX5" fmla="*/ 19300 w 59558"/>
                <a:gd name="connsiteY5" fmla="*/ 91872 h 125742"/>
                <a:gd name="connsiteX6" fmla="*/ 14625 w 59558"/>
                <a:gd name="connsiteY6" fmla="*/ 85652 h 125742"/>
                <a:gd name="connsiteX7" fmla="*/ 13066 w 59558"/>
                <a:gd name="connsiteY7" fmla="*/ 85652 h 125742"/>
                <a:gd name="connsiteX8" fmla="*/ 8391 w 59558"/>
                <a:gd name="connsiteY8" fmla="*/ 84670 h 125742"/>
                <a:gd name="connsiteX9" fmla="*/ 4236 w 59558"/>
                <a:gd name="connsiteY9" fmla="*/ 84670 h 125742"/>
                <a:gd name="connsiteX10" fmla="*/ 2677 w 59558"/>
                <a:gd name="connsiteY10" fmla="*/ 83687 h 125742"/>
                <a:gd name="connsiteX11" fmla="*/ 81 w 59558"/>
                <a:gd name="connsiteY11" fmla="*/ 82706 h 125742"/>
                <a:gd name="connsiteX12" fmla="*/ 1639 w 59558"/>
                <a:gd name="connsiteY12" fmla="*/ 80742 h 125742"/>
                <a:gd name="connsiteX13" fmla="*/ 2158 w 59558"/>
                <a:gd name="connsiteY13" fmla="*/ 78449 h 125742"/>
                <a:gd name="connsiteX14" fmla="*/ 4236 w 59558"/>
                <a:gd name="connsiteY14" fmla="*/ 72557 h 125742"/>
                <a:gd name="connsiteX15" fmla="*/ 2158 w 59558"/>
                <a:gd name="connsiteY15" fmla="*/ 67973 h 125742"/>
                <a:gd name="connsiteX16" fmla="*/ 2158 w 59558"/>
                <a:gd name="connsiteY16" fmla="*/ 55859 h 125742"/>
                <a:gd name="connsiteX17" fmla="*/ 7352 w 59558"/>
                <a:gd name="connsiteY17" fmla="*/ 48330 h 125742"/>
                <a:gd name="connsiteX18" fmla="*/ 9949 w 59558"/>
                <a:gd name="connsiteY18" fmla="*/ 43419 h 125742"/>
                <a:gd name="connsiteX19" fmla="*/ 12027 w 59558"/>
                <a:gd name="connsiteY19" fmla="*/ 38181 h 125742"/>
                <a:gd name="connsiteX20" fmla="*/ 12547 w 59558"/>
                <a:gd name="connsiteY20" fmla="*/ 30651 h 125742"/>
                <a:gd name="connsiteX21" fmla="*/ 14104 w 59558"/>
                <a:gd name="connsiteY21" fmla="*/ 28359 h 125742"/>
                <a:gd name="connsiteX22" fmla="*/ 14104 w 59558"/>
                <a:gd name="connsiteY22" fmla="*/ 26395 h 125742"/>
                <a:gd name="connsiteX23" fmla="*/ 20857 w 59558"/>
                <a:gd name="connsiteY23" fmla="*/ 23122 h 125742"/>
                <a:gd name="connsiteX24" fmla="*/ 20857 w 59558"/>
                <a:gd name="connsiteY24" fmla="*/ 22139 h 125742"/>
                <a:gd name="connsiteX25" fmla="*/ 21896 w 59558"/>
                <a:gd name="connsiteY25" fmla="*/ 21157 h 125742"/>
                <a:gd name="connsiteX26" fmla="*/ 22935 w 59558"/>
                <a:gd name="connsiteY26" fmla="*/ 15918 h 125742"/>
                <a:gd name="connsiteX27" fmla="*/ 22935 w 59558"/>
                <a:gd name="connsiteY27" fmla="*/ 11990 h 125742"/>
                <a:gd name="connsiteX28" fmla="*/ 25013 w 59558"/>
                <a:gd name="connsiteY28" fmla="*/ 9043 h 125742"/>
                <a:gd name="connsiteX29" fmla="*/ 23974 w 59558"/>
                <a:gd name="connsiteY29" fmla="*/ 6752 h 125742"/>
                <a:gd name="connsiteX30" fmla="*/ 25013 w 59558"/>
                <a:gd name="connsiteY30" fmla="*/ 2496 h 125742"/>
                <a:gd name="connsiteX31" fmla="*/ 25013 w 59558"/>
                <a:gd name="connsiteY31" fmla="*/ -450 h 125742"/>
                <a:gd name="connsiteX32" fmla="*/ 26571 w 59558"/>
                <a:gd name="connsiteY32" fmla="*/ -450 h 125742"/>
                <a:gd name="connsiteX33" fmla="*/ 33843 w 59558"/>
                <a:gd name="connsiteY33" fmla="*/ 3150 h 125742"/>
                <a:gd name="connsiteX34" fmla="*/ 34882 w 59558"/>
                <a:gd name="connsiteY34" fmla="*/ 6425 h 125742"/>
                <a:gd name="connsiteX35" fmla="*/ 35401 w 59558"/>
                <a:gd name="connsiteY35" fmla="*/ 7407 h 125742"/>
                <a:gd name="connsiteX36" fmla="*/ 36440 w 59558"/>
                <a:gd name="connsiteY36" fmla="*/ 8389 h 125742"/>
                <a:gd name="connsiteX37" fmla="*/ 35921 w 59558"/>
                <a:gd name="connsiteY37" fmla="*/ 13955 h 125742"/>
                <a:gd name="connsiteX38" fmla="*/ 38518 w 59558"/>
                <a:gd name="connsiteY38" fmla="*/ 18538 h 125742"/>
                <a:gd name="connsiteX39" fmla="*/ 40077 w 59558"/>
                <a:gd name="connsiteY39" fmla="*/ 23122 h 125742"/>
                <a:gd name="connsiteX40" fmla="*/ 40077 w 59558"/>
                <a:gd name="connsiteY40" fmla="*/ 27051 h 125742"/>
                <a:gd name="connsiteX41" fmla="*/ 41635 w 59558"/>
                <a:gd name="connsiteY41" fmla="*/ 27706 h 125742"/>
                <a:gd name="connsiteX42" fmla="*/ 43193 w 59558"/>
                <a:gd name="connsiteY42" fmla="*/ 29670 h 125742"/>
                <a:gd name="connsiteX43" fmla="*/ 50984 w 59558"/>
                <a:gd name="connsiteY43" fmla="*/ 31962 h 125742"/>
                <a:gd name="connsiteX44" fmla="*/ 54621 w 59558"/>
                <a:gd name="connsiteY44" fmla="*/ 33926 h 125742"/>
                <a:gd name="connsiteX45" fmla="*/ 56699 w 59558"/>
                <a:gd name="connsiteY45" fmla="*/ 34254 h 125742"/>
                <a:gd name="connsiteX46" fmla="*/ 57218 w 59558"/>
                <a:gd name="connsiteY46" fmla="*/ 35236 h 125742"/>
                <a:gd name="connsiteX47" fmla="*/ 57218 w 59558"/>
                <a:gd name="connsiteY47" fmla="*/ 37200 h 125742"/>
                <a:gd name="connsiteX48" fmla="*/ 59295 w 59558"/>
                <a:gd name="connsiteY48" fmla="*/ 39165 h 125742"/>
                <a:gd name="connsiteX49" fmla="*/ 57218 w 59558"/>
                <a:gd name="connsiteY49" fmla="*/ 47349 h 125742"/>
                <a:gd name="connsiteX50" fmla="*/ 49946 w 59558"/>
                <a:gd name="connsiteY50" fmla="*/ 52260 h 125742"/>
                <a:gd name="connsiteX51" fmla="*/ 50984 w 59558"/>
                <a:gd name="connsiteY51" fmla="*/ 54879 h 125742"/>
                <a:gd name="connsiteX52" fmla="*/ 50984 w 59558"/>
                <a:gd name="connsiteY52" fmla="*/ 62736 h 125742"/>
                <a:gd name="connsiteX53" fmla="*/ 53062 w 59558"/>
                <a:gd name="connsiteY53" fmla="*/ 70921 h 125742"/>
                <a:gd name="connsiteX54" fmla="*/ 47868 w 59558"/>
                <a:gd name="connsiteY54" fmla="*/ 76159 h 125742"/>
                <a:gd name="connsiteX55" fmla="*/ 49426 w 59558"/>
                <a:gd name="connsiteY55" fmla="*/ 78123 h 125742"/>
                <a:gd name="connsiteX56" fmla="*/ 50984 w 59558"/>
                <a:gd name="connsiteY56" fmla="*/ 81070 h 125742"/>
                <a:gd name="connsiteX57" fmla="*/ 54101 w 59558"/>
                <a:gd name="connsiteY57" fmla="*/ 82707 h 125742"/>
                <a:gd name="connsiteX58" fmla="*/ 54620 w 59558"/>
                <a:gd name="connsiteY58" fmla="*/ 84999 h 125742"/>
                <a:gd name="connsiteX59" fmla="*/ 59295 w 59558"/>
                <a:gd name="connsiteY59" fmla="*/ 88927 h 125742"/>
                <a:gd name="connsiteX60" fmla="*/ 58256 w 59558"/>
                <a:gd name="connsiteY60" fmla="*/ 90237 h 125742"/>
                <a:gd name="connsiteX61" fmla="*/ 45270 w 59558"/>
                <a:gd name="connsiteY61" fmla="*/ 94820 h 125742"/>
                <a:gd name="connsiteX62" fmla="*/ 42154 w 59558"/>
                <a:gd name="connsiteY62" fmla="*/ 102677 h 125742"/>
                <a:gd name="connsiteX63" fmla="*/ 42154 w 59558"/>
                <a:gd name="connsiteY63" fmla="*/ 103660 h 125742"/>
                <a:gd name="connsiteX64" fmla="*/ 34882 w 59558"/>
                <a:gd name="connsiteY64" fmla="*/ 109225 h 125742"/>
                <a:gd name="connsiteX65" fmla="*/ 34882 w 59558"/>
                <a:gd name="connsiteY65" fmla="*/ 113154 h 125742"/>
                <a:gd name="connsiteX66" fmla="*/ 33323 w 59558"/>
                <a:gd name="connsiteY66" fmla="*/ 116427 h 125742"/>
                <a:gd name="connsiteX67" fmla="*/ 33842 w 59558"/>
                <a:gd name="connsiteY67" fmla="*/ 119047 h 125742"/>
                <a:gd name="connsiteX68" fmla="*/ 32804 w 59558"/>
                <a:gd name="connsiteY68" fmla="*/ 121993 h 125742"/>
                <a:gd name="connsiteX69" fmla="*/ 32804 w 59558"/>
                <a:gd name="connsiteY69" fmla="*/ 123957 h 125742"/>
                <a:gd name="connsiteX70" fmla="*/ 31245 w 59558"/>
                <a:gd name="connsiteY70" fmla="*/ 124939 h 125742"/>
                <a:gd name="connsiteX71" fmla="*/ 26570 w 59558"/>
                <a:gd name="connsiteY71" fmla="*/ 122975 h 125742"/>
                <a:gd name="connsiteX72" fmla="*/ 17220 w 59558"/>
                <a:gd name="connsiteY72" fmla="*/ 107915 h 125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59558" h="125742">
                  <a:moveTo>
                    <a:pt x="17223" y="107914"/>
                  </a:moveTo>
                  <a:cubicBezTo>
                    <a:pt x="17396" y="107587"/>
                    <a:pt x="17529" y="107250"/>
                    <a:pt x="17742" y="106932"/>
                  </a:cubicBezTo>
                  <a:cubicBezTo>
                    <a:pt x="19623" y="104166"/>
                    <a:pt x="17639" y="102216"/>
                    <a:pt x="18781" y="100057"/>
                  </a:cubicBezTo>
                  <a:cubicBezTo>
                    <a:pt x="18986" y="99669"/>
                    <a:pt x="19615" y="99462"/>
                    <a:pt x="19820" y="99075"/>
                  </a:cubicBezTo>
                  <a:cubicBezTo>
                    <a:pt x="20055" y="98635"/>
                    <a:pt x="20555" y="93261"/>
                    <a:pt x="20338" y="92854"/>
                  </a:cubicBezTo>
                  <a:cubicBezTo>
                    <a:pt x="20133" y="92475"/>
                    <a:pt x="19582" y="92225"/>
                    <a:pt x="19300" y="91872"/>
                  </a:cubicBezTo>
                  <a:cubicBezTo>
                    <a:pt x="17815" y="90002"/>
                    <a:pt x="17747" y="86636"/>
                    <a:pt x="14625" y="85652"/>
                  </a:cubicBezTo>
                  <a:cubicBezTo>
                    <a:pt x="14147" y="85497"/>
                    <a:pt x="13574" y="85738"/>
                    <a:pt x="13066" y="85652"/>
                  </a:cubicBezTo>
                  <a:cubicBezTo>
                    <a:pt x="9720" y="85126"/>
                    <a:pt x="11425" y="84911"/>
                    <a:pt x="8391" y="84670"/>
                  </a:cubicBezTo>
                  <a:cubicBezTo>
                    <a:pt x="7014" y="84558"/>
                    <a:pt x="5536" y="85024"/>
                    <a:pt x="4236" y="84670"/>
                  </a:cubicBezTo>
                  <a:cubicBezTo>
                    <a:pt x="3594" y="84489"/>
                    <a:pt x="3307" y="83886"/>
                    <a:pt x="2677" y="83687"/>
                  </a:cubicBezTo>
                  <a:cubicBezTo>
                    <a:pt x="1382" y="83282"/>
                    <a:pt x="537" y="84429"/>
                    <a:pt x="81" y="82706"/>
                  </a:cubicBezTo>
                  <a:cubicBezTo>
                    <a:pt x="-91" y="82051"/>
                    <a:pt x="1362" y="81149"/>
                    <a:pt x="1639" y="80742"/>
                  </a:cubicBezTo>
                  <a:cubicBezTo>
                    <a:pt x="2853" y="78955"/>
                    <a:pt x="1748" y="80000"/>
                    <a:pt x="2158" y="78449"/>
                  </a:cubicBezTo>
                  <a:cubicBezTo>
                    <a:pt x="2685" y="76452"/>
                    <a:pt x="5272" y="74842"/>
                    <a:pt x="4236" y="72557"/>
                  </a:cubicBezTo>
                  <a:cubicBezTo>
                    <a:pt x="3556" y="71059"/>
                    <a:pt x="2587" y="69596"/>
                    <a:pt x="2158" y="67973"/>
                  </a:cubicBezTo>
                  <a:cubicBezTo>
                    <a:pt x="1671" y="66125"/>
                    <a:pt x="1767" y="57838"/>
                    <a:pt x="2158" y="55859"/>
                  </a:cubicBezTo>
                  <a:cubicBezTo>
                    <a:pt x="2719" y="53022"/>
                    <a:pt x="6149" y="50985"/>
                    <a:pt x="7352" y="48330"/>
                  </a:cubicBezTo>
                  <a:cubicBezTo>
                    <a:pt x="8075" y="46736"/>
                    <a:pt x="9523" y="45035"/>
                    <a:pt x="9949" y="43419"/>
                  </a:cubicBezTo>
                  <a:cubicBezTo>
                    <a:pt x="10444" y="41547"/>
                    <a:pt x="10993" y="39918"/>
                    <a:pt x="12027" y="38181"/>
                  </a:cubicBezTo>
                  <a:cubicBezTo>
                    <a:pt x="13443" y="35801"/>
                    <a:pt x="11489" y="32987"/>
                    <a:pt x="12547" y="30651"/>
                  </a:cubicBezTo>
                  <a:cubicBezTo>
                    <a:pt x="13268" y="29060"/>
                    <a:pt x="13725" y="29798"/>
                    <a:pt x="14104" y="28359"/>
                  </a:cubicBezTo>
                  <a:cubicBezTo>
                    <a:pt x="14275" y="27713"/>
                    <a:pt x="13558" y="26913"/>
                    <a:pt x="14104" y="26395"/>
                  </a:cubicBezTo>
                  <a:cubicBezTo>
                    <a:pt x="15662" y="24922"/>
                    <a:pt x="19207" y="24578"/>
                    <a:pt x="20857" y="23122"/>
                  </a:cubicBezTo>
                  <a:cubicBezTo>
                    <a:pt x="21141" y="22871"/>
                    <a:pt x="20695" y="22440"/>
                    <a:pt x="20857" y="22139"/>
                  </a:cubicBezTo>
                  <a:cubicBezTo>
                    <a:pt x="21063" y="21751"/>
                    <a:pt x="21738" y="21562"/>
                    <a:pt x="21896" y="21157"/>
                  </a:cubicBezTo>
                  <a:cubicBezTo>
                    <a:pt x="22207" y="20364"/>
                    <a:pt x="22784" y="16870"/>
                    <a:pt x="22935" y="15918"/>
                  </a:cubicBezTo>
                  <a:cubicBezTo>
                    <a:pt x="23066" y="15091"/>
                    <a:pt x="22337" y="12745"/>
                    <a:pt x="22935" y="11990"/>
                  </a:cubicBezTo>
                  <a:cubicBezTo>
                    <a:pt x="23735" y="10982"/>
                    <a:pt x="25013" y="10692"/>
                    <a:pt x="25013" y="9043"/>
                  </a:cubicBezTo>
                  <a:cubicBezTo>
                    <a:pt x="25013" y="8242"/>
                    <a:pt x="24132" y="7548"/>
                    <a:pt x="23974" y="6752"/>
                  </a:cubicBezTo>
                  <a:cubicBezTo>
                    <a:pt x="23670" y="5226"/>
                    <a:pt x="25013" y="3925"/>
                    <a:pt x="25013" y="2496"/>
                  </a:cubicBezTo>
                  <a:cubicBezTo>
                    <a:pt x="25013" y="2005"/>
                    <a:pt x="24266" y="21"/>
                    <a:pt x="25013" y="-450"/>
                  </a:cubicBezTo>
                  <a:cubicBezTo>
                    <a:pt x="25405" y="-692"/>
                    <a:pt x="26052" y="-450"/>
                    <a:pt x="26571" y="-450"/>
                  </a:cubicBezTo>
                  <a:cubicBezTo>
                    <a:pt x="29950" y="-450"/>
                    <a:pt x="32234" y="869"/>
                    <a:pt x="33843" y="3150"/>
                  </a:cubicBezTo>
                  <a:cubicBezTo>
                    <a:pt x="34544" y="4146"/>
                    <a:pt x="34456" y="5349"/>
                    <a:pt x="34882" y="6425"/>
                  </a:cubicBezTo>
                  <a:cubicBezTo>
                    <a:pt x="35015" y="6761"/>
                    <a:pt x="35226" y="7089"/>
                    <a:pt x="35401" y="7407"/>
                  </a:cubicBezTo>
                  <a:cubicBezTo>
                    <a:pt x="35745" y="7735"/>
                    <a:pt x="36262" y="7993"/>
                    <a:pt x="36440" y="8389"/>
                  </a:cubicBezTo>
                  <a:cubicBezTo>
                    <a:pt x="37233" y="10135"/>
                    <a:pt x="35921" y="12247"/>
                    <a:pt x="35921" y="13955"/>
                  </a:cubicBezTo>
                  <a:cubicBezTo>
                    <a:pt x="35921" y="16216"/>
                    <a:pt x="38058" y="16800"/>
                    <a:pt x="38518" y="18538"/>
                  </a:cubicBezTo>
                  <a:cubicBezTo>
                    <a:pt x="38919" y="20054"/>
                    <a:pt x="39675" y="21601"/>
                    <a:pt x="40077" y="23122"/>
                  </a:cubicBezTo>
                  <a:cubicBezTo>
                    <a:pt x="40319" y="24039"/>
                    <a:pt x="39370" y="26307"/>
                    <a:pt x="40077" y="27051"/>
                  </a:cubicBezTo>
                  <a:cubicBezTo>
                    <a:pt x="40419" y="27413"/>
                    <a:pt x="41181" y="27421"/>
                    <a:pt x="41635" y="27706"/>
                  </a:cubicBezTo>
                  <a:cubicBezTo>
                    <a:pt x="43155" y="28664"/>
                    <a:pt x="42311" y="28559"/>
                    <a:pt x="43193" y="29670"/>
                  </a:cubicBezTo>
                  <a:cubicBezTo>
                    <a:pt x="44776" y="31664"/>
                    <a:pt x="48442" y="30959"/>
                    <a:pt x="50984" y="31962"/>
                  </a:cubicBezTo>
                  <a:cubicBezTo>
                    <a:pt x="55306" y="33664"/>
                    <a:pt x="49395" y="32281"/>
                    <a:pt x="54621" y="33926"/>
                  </a:cubicBezTo>
                  <a:cubicBezTo>
                    <a:pt x="55272" y="34133"/>
                    <a:pt x="56115" y="33926"/>
                    <a:pt x="56699" y="34254"/>
                  </a:cubicBezTo>
                  <a:cubicBezTo>
                    <a:pt x="57092" y="34452"/>
                    <a:pt x="57125" y="34891"/>
                    <a:pt x="57218" y="35236"/>
                  </a:cubicBezTo>
                  <a:cubicBezTo>
                    <a:pt x="57389" y="35874"/>
                    <a:pt x="56895" y="36590"/>
                    <a:pt x="57218" y="37200"/>
                  </a:cubicBezTo>
                  <a:cubicBezTo>
                    <a:pt x="57625" y="37976"/>
                    <a:pt x="58980" y="38369"/>
                    <a:pt x="59295" y="39165"/>
                  </a:cubicBezTo>
                  <a:cubicBezTo>
                    <a:pt x="60196" y="41435"/>
                    <a:pt x="59173" y="45499"/>
                    <a:pt x="57218" y="47349"/>
                  </a:cubicBezTo>
                  <a:cubicBezTo>
                    <a:pt x="55348" y="49117"/>
                    <a:pt x="50882" y="49899"/>
                    <a:pt x="49946" y="52260"/>
                  </a:cubicBezTo>
                  <a:cubicBezTo>
                    <a:pt x="49059" y="54495"/>
                    <a:pt x="50165" y="53326"/>
                    <a:pt x="50984" y="54879"/>
                  </a:cubicBezTo>
                  <a:cubicBezTo>
                    <a:pt x="51961" y="56726"/>
                    <a:pt x="50502" y="60606"/>
                    <a:pt x="50984" y="62736"/>
                  </a:cubicBezTo>
                  <a:cubicBezTo>
                    <a:pt x="51523" y="65114"/>
                    <a:pt x="53690" y="68546"/>
                    <a:pt x="53062" y="70921"/>
                  </a:cubicBezTo>
                  <a:cubicBezTo>
                    <a:pt x="52502" y="73041"/>
                    <a:pt x="47868" y="74201"/>
                    <a:pt x="47868" y="76159"/>
                  </a:cubicBezTo>
                  <a:cubicBezTo>
                    <a:pt x="47868" y="76970"/>
                    <a:pt x="48948" y="77521"/>
                    <a:pt x="49426" y="78123"/>
                  </a:cubicBezTo>
                  <a:cubicBezTo>
                    <a:pt x="50107" y="78977"/>
                    <a:pt x="50158" y="80288"/>
                    <a:pt x="50984" y="81070"/>
                  </a:cubicBezTo>
                  <a:cubicBezTo>
                    <a:pt x="51768" y="81812"/>
                    <a:pt x="53370" y="81939"/>
                    <a:pt x="54101" y="82707"/>
                  </a:cubicBezTo>
                  <a:cubicBezTo>
                    <a:pt x="54705" y="83345"/>
                    <a:pt x="54024" y="84354"/>
                    <a:pt x="54620" y="84999"/>
                  </a:cubicBezTo>
                  <a:cubicBezTo>
                    <a:pt x="55396" y="85852"/>
                    <a:pt x="59295" y="87680"/>
                    <a:pt x="59295" y="88927"/>
                  </a:cubicBezTo>
                  <a:cubicBezTo>
                    <a:pt x="59295" y="89427"/>
                    <a:pt x="58601" y="89801"/>
                    <a:pt x="58256" y="90237"/>
                  </a:cubicBezTo>
                  <a:cubicBezTo>
                    <a:pt x="54620" y="94820"/>
                    <a:pt x="48267" y="92931"/>
                    <a:pt x="45270" y="94820"/>
                  </a:cubicBezTo>
                  <a:cubicBezTo>
                    <a:pt x="45124" y="94906"/>
                    <a:pt x="42333" y="101997"/>
                    <a:pt x="42154" y="102677"/>
                  </a:cubicBezTo>
                  <a:cubicBezTo>
                    <a:pt x="42067" y="102996"/>
                    <a:pt x="42354" y="103367"/>
                    <a:pt x="42154" y="103660"/>
                  </a:cubicBezTo>
                  <a:cubicBezTo>
                    <a:pt x="40448" y="106167"/>
                    <a:pt x="36585" y="107079"/>
                    <a:pt x="34882" y="109225"/>
                  </a:cubicBezTo>
                  <a:cubicBezTo>
                    <a:pt x="34188" y="110100"/>
                    <a:pt x="35150" y="112140"/>
                    <a:pt x="34882" y="113154"/>
                  </a:cubicBezTo>
                  <a:cubicBezTo>
                    <a:pt x="34589" y="114258"/>
                    <a:pt x="33615" y="115323"/>
                    <a:pt x="33323" y="116427"/>
                  </a:cubicBezTo>
                  <a:cubicBezTo>
                    <a:pt x="33070" y="117383"/>
                    <a:pt x="33657" y="118096"/>
                    <a:pt x="33842" y="119047"/>
                  </a:cubicBezTo>
                  <a:cubicBezTo>
                    <a:pt x="34080" y="120241"/>
                    <a:pt x="33093" y="120895"/>
                    <a:pt x="32804" y="121993"/>
                  </a:cubicBezTo>
                  <a:cubicBezTo>
                    <a:pt x="32632" y="122631"/>
                    <a:pt x="33251" y="123392"/>
                    <a:pt x="32804" y="123957"/>
                  </a:cubicBezTo>
                  <a:cubicBezTo>
                    <a:pt x="32460" y="124388"/>
                    <a:pt x="31839" y="124690"/>
                    <a:pt x="31245" y="124939"/>
                  </a:cubicBezTo>
                  <a:cubicBezTo>
                    <a:pt x="28891" y="125929"/>
                    <a:pt x="28532" y="123654"/>
                    <a:pt x="26570" y="122975"/>
                  </a:cubicBezTo>
                  <a:cubicBezTo>
                    <a:pt x="21994" y="121394"/>
                    <a:pt x="17220" y="120137"/>
                    <a:pt x="17220" y="107915"/>
                  </a:cubicBezTo>
                  <a:close/>
                </a:path>
              </a:pathLst>
            </a:custGeom>
            <a:gradFill>
              <a:gsLst>
                <a:gs pos="0">
                  <a:srgbClr val="71C837"/>
                </a:gs>
                <a:gs pos="50000">
                  <a:srgbClr val="71C837">
                    <a:alpha val="49804"/>
                  </a:srgbClr>
                </a:gs>
                <a:gs pos="100000">
                  <a:srgbClr val="71C837">
                    <a:alpha val="0"/>
                  </a:srgbClr>
                </a:gs>
              </a:gsLst>
              <a:lin ang="5205722" scaled="1"/>
            </a:gra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97" name="任意多边形: 形状 196">
              <a:extLst>
                <a:ext uri="{FF2B5EF4-FFF2-40B4-BE49-F238E27FC236}">
                  <a16:creationId xmlns:a16="http://schemas.microsoft.com/office/drawing/2014/main" id="{523B840F-FB72-9D8A-C699-D5438A095E56}"/>
                </a:ext>
              </a:extLst>
            </p:cNvPr>
            <p:cNvSpPr/>
            <p:nvPr/>
          </p:nvSpPr>
          <p:spPr>
            <a:xfrm>
              <a:off x="6547209" y="6180801"/>
              <a:ext cx="106306" cy="230458"/>
            </a:xfrm>
            <a:custGeom>
              <a:avLst/>
              <a:gdLst>
                <a:gd name="connsiteX0" fmla="*/ 56026 w 106306"/>
                <a:gd name="connsiteY0" fmla="*/ 206686 h 230458"/>
                <a:gd name="connsiteX1" fmla="*/ 56662 w 106306"/>
                <a:gd name="connsiteY1" fmla="*/ 194663 h 230458"/>
                <a:gd name="connsiteX2" fmla="*/ 54754 w 106306"/>
                <a:gd name="connsiteY2" fmla="*/ 194111 h 230458"/>
                <a:gd name="connsiteX3" fmla="*/ 48395 w 106306"/>
                <a:gd name="connsiteY3" fmla="*/ 190286 h 230458"/>
                <a:gd name="connsiteX4" fmla="*/ 39493 w 106306"/>
                <a:gd name="connsiteY4" fmla="*/ 190286 h 230458"/>
                <a:gd name="connsiteX5" fmla="*/ 34406 w 106306"/>
                <a:gd name="connsiteY5" fmla="*/ 179355 h 230458"/>
                <a:gd name="connsiteX6" fmla="*/ 35041 w 106306"/>
                <a:gd name="connsiteY6" fmla="*/ 176076 h 230458"/>
                <a:gd name="connsiteX7" fmla="*/ 22323 w 106306"/>
                <a:gd name="connsiteY7" fmla="*/ 175524 h 230458"/>
                <a:gd name="connsiteX8" fmla="*/ 18508 w 106306"/>
                <a:gd name="connsiteY8" fmla="*/ 176076 h 230458"/>
                <a:gd name="connsiteX9" fmla="*/ 24231 w 106306"/>
                <a:gd name="connsiteY9" fmla="*/ 173344 h 230458"/>
                <a:gd name="connsiteX10" fmla="*/ 19143 w 106306"/>
                <a:gd name="connsiteY10" fmla="*/ 172251 h 230458"/>
                <a:gd name="connsiteX11" fmla="*/ 7061 w 106306"/>
                <a:gd name="connsiteY11" fmla="*/ 172251 h 230458"/>
                <a:gd name="connsiteX12" fmla="*/ 2610 w 106306"/>
                <a:gd name="connsiteY12" fmla="*/ 173344 h 230458"/>
                <a:gd name="connsiteX13" fmla="*/ 67 w 106306"/>
                <a:gd name="connsiteY13" fmla="*/ 171158 h 230458"/>
                <a:gd name="connsiteX14" fmla="*/ 5790 w 106306"/>
                <a:gd name="connsiteY14" fmla="*/ 160774 h 230458"/>
                <a:gd name="connsiteX15" fmla="*/ 10241 w 106306"/>
                <a:gd name="connsiteY15" fmla="*/ 156948 h 230458"/>
                <a:gd name="connsiteX16" fmla="*/ 11513 w 106306"/>
                <a:gd name="connsiteY16" fmla="*/ 147658 h 230458"/>
                <a:gd name="connsiteX17" fmla="*/ 15328 w 106306"/>
                <a:gd name="connsiteY17" fmla="*/ 125798 h 230458"/>
                <a:gd name="connsiteX18" fmla="*/ 26774 w 106306"/>
                <a:gd name="connsiteY18" fmla="*/ 104484 h 230458"/>
                <a:gd name="connsiteX19" fmla="*/ 26140 w 106306"/>
                <a:gd name="connsiteY19" fmla="*/ 102844 h 230458"/>
                <a:gd name="connsiteX20" fmla="*/ 26140 w 106306"/>
                <a:gd name="connsiteY20" fmla="*/ 95193 h 230458"/>
                <a:gd name="connsiteX21" fmla="*/ 26774 w 106306"/>
                <a:gd name="connsiteY21" fmla="*/ 79345 h 230458"/>
                <a:gd name="connsiteX22" fmla="*/ 21051 w 106306"/>
                <a:gd name="connsiteY22" fmla="*/ 72239 h 230458"/>
                <a:gd name="connsiteX23" fmla="*/ 21051 w 106306"/>
                <a:gd name="connsiteY23" fmla="*/ 68961 h 230458"/>
                <a:gd name="connsiteX24" fmla="*/ 26138 w 106306"/>
                <a:gd name="connsiteY24" fmla="*/ 50378 h 230458"/>
                <a:gd name="connsiteX25" fmla="*/ 32497 w 106306"/>
                <a:gd name="connsiteY25" fmla="*/ 49286 h 230458"/>
                <a:gd name="connsiteX26" fmla="*/ 36312 w 106306"/>
                <a:gd name="connsiteY26" fmla="*/ 41635 h 230458"/>
                <a:gd name="connsiteX27" fmla="*/ 41400 w 106306"/>
                <a:gd name="connsiteY27" fmla="*/ 33984 h 230458"/>
                <a:gd name="connsiteX28" fmla="*/ 42034 w 106306"/>
                <a:gd name="connsiteY28" fmla="*/ 30705 h 230458"/>
                <a:gd name="connsiteX29" fmla="*/ 45214 w 106306"/>
                <a:gd name="connsiteY29" fmla="*/ 23054 h 230458"/>
                <a:gd name="connsiteX30" fmla="*/ 45848 w 106306"/>
                <a:gd name="connsiteY30" fmla="*/ 19774 h 230458"/>
                <a:gd name="connsiteX31" fmla="*/ 50935 w 106306"/>
                <a:gd name="connsiteY31" fmla="*/ 14310 h 230458"/>
                <a:gd name="connsiteX32" fmla="*/ 51571 w 106306"/>
                <a:gd name="connsiteY32" fmla="*/ 8844 h 230458"/>
                <a:gd name="connsiteX33" fmla="*/ 53479 w 106306"/>
                <a:gd name="connsiteY33" fmla="*/ 2832 h 230458"/>
                <a:gd name="connsiteX34" fmla="*/ 53479 w 106306"/>
                <a:gd name="connsiteY34" fmla="*/ -447 h 230458"/>
                <a:gd name="connsiteX35" fmla="*/ 56022 w 106306"/>
                <a:gd name="connsiteY35" fmla="*/ 13763 h 230458"/>
                <a:gd name="connsiteX36" fmla="*/ 58566 w 106306"/>
                <a:gd name="connsiteY36" fmla="*/ 19774 h 230458"/>
                <a:gd name="connsiteX37" fmla="*/ 59200 w 106306"/>
                <a:gd name="connsiteY37" fmla="*/ 28519 h 230458"/>
                <a:gd name="connsiteX38" fmla="*/ 64923 w 106306"/>
                <a:gd name="connsiteY38" fmla="*/ 39996 h 230458"/>
                <a:gd name="connsiteX39" fmla="*/ 70010 w 106306"/>
                <a:gd name="connsiteY39" fmla="*/ 64042 h 230458"/>
                <a:gd name="connsiteX40" fmla="*/ 74461 w 106306"/>
                <a:gd name="connsiteY40" fmla="*/ 69507 h 230458"/>
                <a:gd name="connsiteX41" fmla="*/ 75733 w 106306"/>
                <a:gd name="connsiteY41" fmla="*/ 73879 h 230458"/>
                <a:gd name="connsiteX42" fmla="*/ 79549 w 106306"/>
                <a:gd name="connsiteY42" fmla="*/ 82076 h 230458"/>
                <a:gd name="connsiteX43" fmla="*/ 82092 w 106306"/>
                <a:gd name="connsiteY43" fmla="*/ 90275 h 230458"/>
                <a:gd name="connsiteX44" fmla="*/ 85908 w 106306"/>
                <a:gd name="connsiteY44" fmla="*/ 94647 h 230458"/>
                <a:gd name="connsiteX45" fmla="*/ 89087 w 106306"/>
                <a:gd name="connsiteY45" fmla="*/ 102297 h 230458"/>
                <a:gd name="connsiteX46" fmla="*/ 95446 w 106306"/>
                <a:gd name="connsiteY46" fmla="*/ 107216 h 230458"/>
                <a:gd name="connsiteX47" fmla="*/ 96718 w 106306"/>
                <a:gd name="connsiteY47" fmla="*/ 111588 h 230458"/>
                <a:gd name="connsiteX48" fmla="*/ 101805 w 106306"/>
                <a:gd name="connsiteY48" fmla="*/ 115413 h 230458"/>
                <a:gd name="connsiteX49" fmla="*/ 106256 w 106306"/>
                <a:gd name="connsiteY49" fmla="*/ 125798 h 230458"/>
                <a:gd name="connsiteX50" fmla="*/ 100533 w 106306"/>
                <a:gd name="connsiteY50" fmla="*/ 137274 h 230458"/>
                <a:gd name="connsiteX51" fmla="*/ 92267 w 106306"/>
                <a:gd name="connsiteY51" fmla="*/ 150390 h 230458"/>
                <a:gd name="connsiteX52" fmla="*/ 87815 w 106306"/>
                <a:gd name="connsiteY52" fmla="*/ 155309 h 230458"/>
                <a:gd name="connsiteX53" fmla="*/ 87815 w 106306"/>
                <a:gd name="connsiteY53" fmla="*/ 157495 h 230458"/>
                <a:gd name="connsiteX54" fmla="*/ 85908 w 106306"/>
                <a:gd name="connsiteY54" fmla="*/ 166785 h 230458"/>
                <a:gd name="connsiteX55" fmla="*/ 86543 w 106306"/>
                <a:gd name="connsiteY55" fmla="*/ 169519 h 230458"/>
                <a:gd name="connsiteX56" fmla="*/ 92266 w 106306"/>
                <a:gd name="connsiteY56" fmla="*/ 175529 h 230458"/>
                <a:gd name="connsiteX57" fmla="*/ 88451 w 106306"/>
                <a:gd name="connsiteY57" fmla="*/ 180448 h 230458"/>
                <a:gd name="connsiteX58" fmla="*/ 85271 w 106306"/>
                <a:gd name="connsiteY58" fmla="*/ 186460 h 230458"/>
                <a:gd name="connsiteX59" fmla="*/ 80820 w 106306"/>
                <a:gd name="connsiteY59" fmla="*/ 189739 h 230458"/>
                <a:gd name="connsiteX60" fmla="*/ 79548 w 106306"/>
                <a:gd name="connsiteY60" fmla="*/ 198483 h 230458"/>
                <a:gd name="connsiteX61" fmla="*/ 75732 w 106306"/>
                <a:gd name="connsiteY61" fmla="*/ 202309 h 230458"/>
                <a:gd name="connsiteX62" fmla="*/ 73189 w 106306"/>
                <a:gd name="connsiteY62" fmla="*/ 206135 h 230458"/>
                <a:gd name="connsiteX63" fmla="*/ 70010 w 106306"/>
                <a:gd name="connsiteY63" fmla="*/ 208867 h 230458"/>
                <a:gd name="connsiteX64" fmla="*/ 71281 w 106306"/>
                <a:gd name="connsiteY64" fmla="*/ 213239 h 230458"/>
                <a:gd name="connsiteX65" fmla="*/ 70647 w 106306"/>
                <a:gd name="connsiteY65" fmla="*/ 221983 h 230458"/>
                <a:gd name="connsiteX66" fmla="*/ 71918 w 106306"/>
                <a:gd name="connsiteY66" fmla="*/ 226901 h 230458"/>
                <a:gd name="connsiteX67" fmla="*/ 70647 w 106306"/>
                <a:gd name="connsiteY67" fmla="*/ 228541 h 230458"/>
                <a:gd name="connsiteX68" fmla="*/ 56022 w 106306"/>
                <a:gd name="connsiteY68" fmla="*/ 206681 h 230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106306" h="230458">
                  <a:moveTo>
                    <a:pt x="56026" y="206686"/>
                  </a:moveTo>
                  <a:cubicBezTo>
                    <a:pt x="56913" y="203552"/>
                    <a:pt x="59423" y="197628"/>
                    <a:pt x="56662" y="194663"/>
                  </a:cubicBezTo>
                  <a:cubicBezTo>
                    <a:pt x="56213" y="194181"/>
                    <a:pt x="55328" y="194447"/>
                    <a:pt x="54754" y="194111"/>
                  </a:cubicBezTo>
                  <a:cubicBezTo>
                    <a:pt x="52511" y="192826"/>
                    <a:pt x="51134" y="190874"/>
                    <a:pt x="48395" y="190286"/>
                  </a:cubicBezTo>
                  <a:cubicBezTo>
                    <a:pt x="46267" y="189829"/>
                    <a:pt x="41227" y="191477"/>
                    <a:pt x="39493" y="190286"/>
                  </a:cubicBezTo>
                  <a:cubicBezTo>
                    <a:pt x="39037" y="189975"/>
                    <a:pt x="34406" y="180417"/>
                    <a:pt x="34406" y="179355"/>
                  </a:cubicBezTo>
                  <a:cubicBezTo>
                    <a:pt x="34406" y="178639"/>
                    <a:pt x="35819" y="176966"/>
                    <a:pt x="35041" y="176076"/>
                  </a:cubicBezTo>
                  <a:cubicBezTo>
                    <a:pt x="33366" y="174158"/>
                    <a:pt x="24879" y="175524"/>
                    <a:pt x="22323" y="175524"/>
                  </a:cubicBezTo>
                  <a:cubicBezTo>
                    <a:pt x="21039" y="175524"/>
                    <a:pt x="17327" y="176579"/>
                    <a:pt x="18508" y="176076"/>
                  </a:cubicBezTo>
                  <a:cubicBezTo>
                    <a:pt x="19164" y="175791"/>
                    <a:pt x="23875" y="174566"/>
                    <a:pt x="24231" y="173344"/>
                  </a:cubicBezTo>
                  <a:cubicBezTo>
                    <a:pt x="24265" y="173231"/>
                    <a:pt x="21336" y="172490"/>
                    <a:pt x="19143" y="172251"/>
                  </a:cubicBezTo>
                  <a:cubicBezTo>
                    <a:pt x="15485" y="171863"/>
                    <a:pt x="10733" y="171803"/>
                    <a:pt x="7061" y="172251"/>
                  </a:cubicBezTo>
                  <a:cubicBezTo>
                    <a:pt x="5545" y="172432"/>
                    <a:pt x="4138" y="173344"/>
                    <a:pt x="2610" y="173344"/>
                  </a:cubicBezTo>
                  <a:cubicBezTo>
                    <a:pt x="1127" y="173344"/>
                    <a:pt x="67" y="172783"/>
                    <a:pt x="67" y="171158"/>
                  </a:cubicBezTo>
                  <a:cubicBezTo>
                    <a:pt x="67" y="168231"/>
                    <a:pt x="3731" y="162543"/>
                    <a:pt x="5790" y="160774"/>
                  </a:cubicBezTo>
                  <a:cubicBezTo>
                    <a:pt x="8373" y="158553"/>
                    <a:pt x="8808" y="159412"/>
                    <a:pt x="10241" y="156948"/>
                  </a:cubicBezTo>
                  <a:cubicBezTo>
                    <a:pt x="11818" y="154238"/>
                    <a:pt x="11024" y="150605"/>
                    <a:pt x="11513" y="147658"/>
                  </a:cubicBezTo>
                  <a:cubicBezTo>
                    <a:pt x="12402" y="142304"/>
                    <a:pt x="13205" y="130360"/>
                    <a:pt x="15328" y="125798"/>
                  </a:cubicBezTo>
                  <a:cubicBezTo>
                    <a:pt x="18590" y="118790"/>
                    <a:pt x="26774" y="112840"/>
                    <a:pt x="26774" y="104484"/>
                  </a:cubicBezTo>
                  <a:cubicBezTo>
                    <a:pt x="26774" y="103897"/>
                    <a:pt x="26222" y="103424"/>
                    <a:pt x="26140" y="102844"/>
                  </a:cubicBezTo>
                  <a:cubicBezTo>
                    <a:pt x="25831" y="100713"/>
                    <a:pt x="25912" y="97336"/>
                    <a:pt x="26140" y="95193"/>
                  </a:cubicBezTo>
                  <a:cubicBezTo>
                    <a:pt x="26516" y="91635"/>
                    <a:pt x="28363" y="82526"/>
                    <a:pt x="26774" y="79345"/>
                  </a:cubicBezTo>
                  <a:cubicBezTo>
                    <a:pt x="25498" y="76784"/>
                    <a:pt x="22107" y="74962"/>
                    <a:pt x="21051" y="72239"/>
                  </a:cubicBezTo>
                  <a:cubicBezTo>
                    <a:pt x="20657" y="71220"/>
                    <a:pt x="21051" y="70054"/>
                    <a:pt x="21051" y="68961"/>
                  </a:cubicBezTo>
                  <a:cubicBezTo>
                    <a:pt x="21051" y="63143"/>
                    <a:pt x="20943" y="54206"/>
                    <a:pt x="26138" y="50378"/>
                  </a:cubicBezTo>
                  <a:cubicBezTo>
                    <a:pt x="28017" y="48995"/>
                    <a:pt x="30573" y="50611"/>
                    <a:pt x="32497" y="49286"/>
                  </a:cubicBezTo>
                  <a:cubicBezTo>
                    <a:pt x="35228" y="47408"/>
                    <a:pt x="35440" y="44260"/>
                    <a:pt x="36312" y="41635"/>
                  </a:cubicBezTo>
                  <a:cubicBezTo>
                    <a:pt x="37339" y="38548"/>
                    <a:pt x="40116" y="36742"/>
                    <a:pt x="41400" y="33984"/>
                  </a:cubicBezTo>
                  <a:cubicBezTo>
                    <a:pt x="41869" y="32974"/>
                    <a:pt x="41756" y="31783"/>
                    <a:pt x="42034" y="30705"/>
                  </a:cubicBezTo>
                  <a:cubicBezTo>
                    <a:pt x="42729" y="28021"/>
                    <a:pt x="44366" y="25603"/>
                    <a:pt x="45214" y="23054"/>
                  </a:cubicBezTo>
                  <a:cubicBezTo>
                    <a:pt x="45926" y="20912"/>
                    <a:pt x="44253" y="21834"/>
                    <a:pt x="45848" y="19774"/>
                  </a:cubicBezTo>
                  <a:cubicBezTo>
                    <a:pt x="47795" y="17265"/>
                    <a:pt x="49983" y="17583"/>
                    <a:pt x="50935" y="14310"/>
                  </a:cubicBezTo>
                  <a:cubicBezTo>
                    <a:pt x="51529" y="12262"/>
                    <a:pt x="51240" y="10844"/>
                    <a:pt x="51571" y="8844"/>
                  </a:cubicBezTo>
                  <a:cubicBezTo>
                    <a:pt x="52015" y="6171"/>
                    <a:pt x="53479" y="5597"/>
                    <a:pt x="53479" y="2832"/>
                  </a:cubicBezTo>
                  <a:cubicBezTo>
                    <a:pt x="53479" y="1740"/>
                    <a:pt x="52649" y="-1158"/>
                    <a:pt x="53479" y="-447"/>
                  </a:cubicBezTo>
                  <a:cubicBezTo>
                    <a:pt x="56875" y="2474"/>
                    <a:pt x="55644" y="9869"/>
                    <a:pt x="56022" y="13763"/>
                  </a:cubicBezTo>
                  <a:cubicBezTo>
                    <a:pt x="56257" y="16166"/>
                    <a:pt x="57937" y="17615"/>
                    <a:pt x="58566" y="19774"/>
                  </a:cubicBezTo>
                  <a:cubicBezTo>
                    <a:pt x="59398" y="22632"/>
                    <a:pt x="57932" y="25606"/>
                    <a:pt x="59200" y="28519"/>
                  </a:cubicBezTo>
                  <a:cubicBezTo>
                    <a:pt x="60634" y="31806"/>
                    <a:pt x="64476" y="36538"/>
                    <a:pt x="64923" y="39996"/>
                  </a:cubicBezTo>
                  <a:cubicBezTo>
                    <a:pt x="65507" y="44510"/>
                    <a:pt x="67989" y="60568"/>
                    <a:pt x="70010" y="64042"/>
                  </a:cubicBezTo>
                  <a:cubicBezTo>
                    <a:pt x="76366" y="74966"/>
                    <a:pt x="66976" y="57928"/>
                    <a:pt x="74461" y="69507"/>
                  </a:cubicBezTo>
                  <a:cubicBezTo>
                    <a:pt x="75286" y="70783"/>
                    <a:pt x="75125" y="72489"/>
                    <a:pt x="75733" y="73879"/>
                  </a:cubicBezTo>
                  <a:cubicBezTo>
                    <a:pt x="76901" y="76555"/>
                    <a:pt x="78977" y="79131"/>
                    <a:pt x="79549" y="82076"/>
                  </a:cubicBezTo>
                  <a:cubicBezTo>
                    <a:pt x="79980" y="84307"/>
                    <a:pt x="80786" y="88253"/>
                    <a:pt x="82092" y="90275"/>
                  </a:cubicBezTo>
                  <a:cubicBezTo>
                    <a:pt x="84247" y="93607"/>
                    <a:pt x="84351" y="91971"/>
                    <a:pt x="85908" y="94647"/>
                  </a:cubicBezTo>
                  <a:cubicBezTo>
                    <a:pt x="87244" y="96943"/>
                    <a:pt x="87348" y="100205"/>
                    <a:pt x="89087" y="102297"/>
                  </a:cubicBezTo>
                  <a:cubicBezTo>
                    <a:pt x="90861" y="104433"/>
                    <a:pt x="93842" y="105011"/>
                    <a:pt x="95446" y="107216"/>
                  </a:cubicBezTo>
                  <a:cubicBezTo>
                    <a:pt x="98351" y="107992"/>
                    <a:pt x="95955" y="110276"/>
                    <a:pt x="96718" y="111588"/>
                  </a:cubicBezTo>
                  <a:cubicBezTo>
                    <a:pt x="97295" y="112580"/>
                    <a:pt x="101472" y="115032"/>
                    <a:pt x="101805" y="115413"/>
                  </a:cubicBezTo>
                  <a:cubicBezTo>
                    <a:pt x="101958" y="115594"/>
                    <a:pt x="106214" y="125513"/>
                    <a:pt x="106256" y="125798"/>
                  </a:cubicBezTo>
                  <a:cubicBezTo>
                    <a:pt x="107107" y="131649"/>
                    <a:pt x="103139" y="133355"/>
                    <a:pt x="100533" y="137274"/>
                  </a:cubicBezTo>
                  <a:cubicBezTo>
                    <a:pt x="97791" y="141398"/>
                    <a:pt x="95848" y="146799"/>
                    <a:pt x="92267" y="150390"/>
                  </a:cubicBezTo>
                  <a:cubicBezTo>
                    <a:pt x="90599" y="152062"/>
                    <a:pt x="88639" y="152831"/>
                    <a:pt x="87815" y="155309"/>
                  </a:cubicBezTo>
                  <a:cubicBezTo>
                    <a:pt x="87585" y="155999"/>
                    <a:pt x="87936" y="156777"/>
                    <a:pt x="87815" y="157495"/>
                  </a:cubicBezTo>
                  <a:cubicBezTo>
                    <a:pt x="87051" y="162085"/>
                    <a:pt x="84520" y="161420"/>
                    <a:pt x="85908" y="166785"/>
                  </a:cubicBezTo>
                  <a:cubicBezTo>
                    <a:pt x="86142" y="167691"/>
                    <a:pt x="86027" y="168739"/>
                    <a:pt x="86543" y="169519"/>
                  </a:cubicBezTo>
                  <a:cubicBezTo>
                    <a:pt x="87669" y="171211"/>
                    <a:pt x="91766" y="172524"/>
                    <a:pt x="92266" y="175529"/>
                  </a:cubicBezTo>
                  <a:cubicBezTo>
                    <a:pt x="92605" y="177564"/>
                    <a:pt x="89364" y="179270"/>
                    <a:pt x="88451" y="180448"/>
                  </a:cubicBezTo>
                  <a:cubicBezTo>
                    <a:pt x="87182" y="182084"/>
                    <a:pt x="86624" y="184909"/>
                    <a:pt x="85271" y="186460"/>
                  </a:cubicBezTo>
                  <a:cubicBezTo>
                    <a:pt x="84059" y="187849"/>
                    <a:pt x="82103" y="188416"/>
                    <a:pt x="80820" y="189739"/>
                  </a:cubicBezTo>
                  <a:cubicBezTo>
                    <a:pt x="78261" y="192378"/>
                    <a:pt x="82992" y="194044"/>
                    <a:pt x="79548" y="198483"/>
                  </a:cubicBezTo>
                  <a:cubicBezTo>
                    <a:pt x="78444" y="199906"/>
                    <a:pt x="76884" y="200924"/>
                    <a:pt x="75732" y="202309"/>
                  </a:cubicBezTo>
                  <a:cubicBezTo>
                    <a:pt x="74754" y="203487"/>
                    <a:pt x="74255" y="205035"/>
                    <a:pt x="73189" y="206135"/>
                  </a:cubicBezTo>
                  <a:cubicBezTo>
                    <a:pt x="72180" y="207175"/>
                    <a:pt x="70317" y="207021"/>
                    <a:pt x="70010" y="208867"/>
                  </a:cubicBezTo>
                  <a:cubicBezTo>
                    <a:pt x="69760" y="210364"/>
                    <a:pt x="71033" y="211742"/>
                    <a:pt x="71281" y="213239"/>
                  </a:cubicBezTo>
                  <a:cubicBezTo>
                    <a:pt x="71780" y="216238"/>
                    <a:pt x="70067" y="218999"/>
                    <a:pt x="70647" y="221983"/>
                  </a:cubicBezTo>
                  <a:cubicBezTo>
                    <a:pt x="70950" y="223537"/>
                    <a:pt x="72581" y="225193"/>
                    <a:pt x="71918" y="226901"/>
                  </a:cubicBezTo>
                  <a:cubicBezTo>
                    <a:pt x="71667" y="227548"/>
                    <a:pt x="71171" y="228091"/>
                    <a:pt x="70647" y="228541"/>
                  </a:cubicBezTo>
                  <a:cubicBezTo>
                    <a:pt x="65165" y="233253"/>
                    <a:pt x="56415" y="225654"/>
                    <a:pt x="56022" y="206681"/>
                  </a:cubicBezTo>
                  <a:close/>
                </a:path>
              </a:pathLst>
            </a:custGeom>
            <a:gradFill>
              <a:gsLst>
                <a:gs pos="0">
                  <a:srgbClr val="71C837"/>
                </a:gs>
                <a:gs pos="50000">
                  <a:srgbClr val="71C837">
                    <a:alpha val="49804"/>
                  </a:srgbClr>
                </a:gs>
                <a:gs pos="100000">
                  <a:srgbClr val="71C837">
                    <a:alpha val="0"/>
                  </a:srgbClr>
                </a:gs>
              </a:gsLst>
              <a:lin ang="5205722" scaled="1"/>
            </a:gra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98" name="任意多边形: 形状 197">
              <a:extLst>
                <a:ext uri="{FF2B5EF4-FFF2-40B4-BE49-F238E27FC236}">
                  <a16:creationId xmlns:a16="http://schemas.microsoft.com/office/drawing/2014/main" id="{0F55A42B-97B3-9FB1-480D-0371566056AE}"/>
                </a:ext>
              </a:extLst>
            </p:cNvPr>
            <p:cNvSpPr/>
            <p:nvPr/>
          </p:nvSpPr>
          <p:spPr>
            <a:xfrm>
              <a:off x="6662290" y="6225547"/>
              <a:ext cx="67191" cy="161266"/>
            </a:xfrm>
            <a:custGeom>
              <a:avLst/>
              <a:gdLst>
                <a:gd name="connsiteX0" fmla="*/ 19419 w 67191"/>
                <a:gd name="connsiteY0" fmla="*/ 138562 h 161266"/>
                <a:gd name="connsiteX1" fmla="*/ 20005 w 67191"/>
                <a:gd name="connsiteY1" fmla="*/ 137303 h 161266"/>
                <a:gd name="connsiteX2" fmla="*/ 21177 w 67191"/>
                <a:gd name="connsiteY2" fmla="*/ 128485 h 161266"/>
                <a:gd name="connsiteX3" fmla="*/ 22349 w 67191"/>
                <a:gd name="connsiteY3" fmla="*/ 127226 h 161266"/>
                <a:gd name="connsiteX4" fmla="*/ 22936 w 67191"/>
                <a:gd name="connsiteY4" fmla="*/ 119247 h 161266"/>
                <a:gd name="connsiteX5" fmla="*/ 21764 w 67191"/>
                <a:gd name="connsiteY5" fmla="*/ 117989 h 161266"/>
                <a:gd name="connsiteX6" fmla="*/ 16490 w 67191"/>
                <a:gd name="connsiteY6" fmla="*/ 110010 h 161266"/>
                <a:gd name="connsiteX7" fmla="*/ 14732 w 67191"/>
                <a:gd name="connsiteY7" fmla="*/ 110010 h 161266"/>
                <a:gd name="connsiteX8" fmla="*/ 9459 w 67191"/>
                <a:gd name="connsiteY8" fmla="*/ 108750 h 161266"/>
                <a:gd name="connsiteX9" fmla="*/ 4771 w 67191"/>
                <a:gd name="connsiteY9" fmla="*/ 108750 h 161266"/>
                <a:gd name="connsiteX10" fmla="*/ 3012 w 67191"/>
                <a:gd name="connsiteY10" fmla="*/ 107491 h 161266"/>
                <a:gd name="connsiteX11" fmla="*/ 83 w 67191"/>
                <a:gd name="connsiteY11" fmla="*/ 106232 h 161266"/>
                <a:gd name="connsiteX12" fmla="*/ 1841 w 67191"/>
                <a:gd name="connsiteY12" fmla="*/ 103714 h 161266"/>
                <a:gd name="connsiteX13" fmla="*/ 2427 w 67191"/>
                <a:gd name="connsiteY13" fmla="*/ 100773 h 161266"/>
                <a:gd name="connsiteX14" fmla="*/ 4771 w 67191"/>
                <a:gd name="connsiteY14" fmla="*/ 93216 h 161266"/>
                <a:gd name="connsiteX15" fmla="*/ 2427 w 67191"/>
                <a:gd name="connsiteY15" fmla="*/ 87338 h 161266"/>
                <a:gd name="connsiteX16" fmla="*/ 2427 w 67191"/>
                <a:gd name="connsiteY16" fmla="*/ 71802 h 161266"/>
                <a:gd name="connsiteX17" fmla="*/ 8287 w 67191"/>
                <a:gd name="connsiteY17" fmla="*/ 62145 h 161266"/>
                <a:gd name="connsiteX18" fmla="*/ 11217 w 67191"/>
                <a:gd name="connsiteY18" fmla="*/ 55847 h 161266"/>
                <a:gd name="connsiteX19" fmla="*/ 13560 w 67191"/>
                <a:gd name="connsiteY19" fmla="*/ 49130 h 161266"/>
                <a:gd name="connsiteX20" fmla="*/ 14148 w 67191"/>
                <a:gd name="connsiteY20" fmla="*/ 39473 h 161266"/>
                <a:gd name="connsiteX21" fmla="*/ 15905 w 67191"/>
                <a:gd name="connsiteY21" fmla="*/ 36533 h 161266"/>
                <a:gd name="connsiteX22" fmla="*/ 15905 w 67191"/>
                <a:gd name="connsiteY22" fmla="*/ 34014 h 161266"/>
                <a:gd name="connsiteX23" fmla="*/ 23523 w 67191"/>
                <a:gd name="connsiteY23" fmla="*/ 29816 h 161266"/>
                <a:gd name="connsiteX24" fmla="*/ 23523 w 67191"/>
                <a:gd name="connsiteY24" fmla="*/ 28556 h 161266"/>
                <a:gd name="connsiteX25" fmla="*/ 24696 w 67191"/>
                <a:gd name="connsiteY25" fmla="*/ 27296 h 161266"/>
                <a:gd name="connsiteX26" fmla="*/ 25867 w 67191"/>
                <a:gd name="connsiteY26" fmla="*/ 20578 h 161266"/>
                <a:gd name="connsiteX27" fmla="*/ 25867 w 67191"/>
                <a:gd name="connsiteY27" fmla="*/ 15540 h 161266"/>
                <a:gd name="connsiteX28" fmla="*/ 28211 w 67191"/>
                <a:gd name="connsiteY28" fmla="*/ 11761 h 161266"/>
                <a:gd name="connsiteX29" fmla="*/ 27039 w 67191"/>
                <a:gd name="connsiteY29" fmla="*/ 8821 h 161266"/>
                <a:gd name="connsiteX30" fmla="*/ 28211 w 67191"/>
                <a:gd name="connsiteY30" fmla="*/ 3363 h 161266"/>
                <a:gd name="connsiteX31" fmla="*/ 28211 w 67191"/>
                <a:gd name="connsiteY31" fmla="*/ -416 h 161266"/>
                <a:gd name="connsiteX32" fmla="*/ 29969 w 67191"/>
                <a:gd name="connsiteY32" fmla="*/ -416 h 161266"/>
                <a:gd name="connsiteX33" fmla="*/ 38173 w 67191"/>
                <a:gd name="connsiteY33" fmla="*/ 4203 h 161266"/>
                <a:gd name="connsiteX34" fmla="*/ 39345 w 67191"/>
                <a:gd name="connsiteY34" fmla="*/ 8401 h 161266"/>
                <a:gd name="connsiteX35" fmla="*/ 39931 w 67191"/>
                <a:gd name="connsiteY35" fmla="*/ 9661 h 161266"/>
                <a:gd name="connsiteX36" fmla="*/ 41102 w 67191"/>
                <a:gd name="connsiteY36" fmla="*/ 10921 h 161266"/>
                <a:gd name="connsiteX37" fmla="*/ 40516 w 67191"/>
                <a:gd name="connsiteY37" fmla="*/ 18058 h 161266"/>
                <a:gd name="connsiteX38" fmla="*/ 43445 w 67191"/>
                <a:gd name="connsiteY38" fmla="*/ 23937 h 161266"/>
                <a:gd name="connsiteX39" fmla="*/ 45203 w 67191"/>
                <a:gd name="connsiteY39" fmla="*/ 29816 h 161266"/>
                <a:gd name="connsiteX40" fmla="*/ 45203 w 67191"/>
                <a:gd name="connsiteY40" fmla="*/ 34854 h 161266"/>
                <a:gd name="connsiteX41" fmla="*/ 46961 w 67191"/>
                <a:gd name="connsiteY41" fmla="*/ 35690 h 161266"/>
                <a:gd name="connsiteX42" fmla="*/ 48719 w 67191"/>
                <a:gd name="connsiteY42" fmla="*/ 38209 h 161266"/>
                <a:gd name="connsiteX43" fmla="*/ 57509 w 67191"/>
                <a:gd name="connsiteY43" fmla="*/ 41149 h 161266"/>
                <a:gd name="connsiteX44" fmla="*/ 61611 w 67191"/>
                <a:gd name="connsiteY44" fmla="*/ 43668 h 161266"/>
                <a:gd name="connsiteX45" fmla="*/ 63955 w 67191"/>
                <a:gd name="connsiteY45" fmla="*/ 44090 h 161266"/>
                <a:gd name="connsiteX46" fmla="*/ 64542 w 67191"/>
                <a:gd name="connsiteY46" fmla="*/ 45350 h 161266"/>
                <a:gd name="connsiteX47" fmla="*/ 64542 w 67191"/>
                <a:gd name="connsiteY47" fmla="*/ 47868 h 161266"/>
                <a:gd name="connsiteX48" fmla="*/ 66885 w 67191"/>
                <a:gd name="connsiteY48" fmla="*/ 50388 h 161266"/>
                <a:gd name="connsiteX49" fmla="*/ 64542 w 67191"/>
                <a:gd name="connsiteY49" fmla="*/ 60884 h 161266"/>
                <a:gd name="connsiteX50" fmla="*/ 56338 w 67191"/>
                <a:gd name="connsiteY50" fmla="*/ 67183 h 161266"/>
                <a:gd name="connsiteX51" fmla="*/ 57510 w 67191"/>
                <a:gd name="connsiteY51" fmla="*/ 70541 h 161266"/>
                <a:gd name="connsiteX52" fmla="*/ 57510 w 67191"/>
                <a:gd name="connsiteY52" fmla="*/ 80619 h 161266"/>
                <a:gd name="connsiteX53" fmla="*/ 59854 w 67191"/>
                <a:gd name="connsiteY53" fmla="*/ 91116 h 161266"/>
                <a:gd name="connsiteX54" fmla="*/ 53994 w 67191"/>
                <a:gd name="connsiteY54" fmla="*/ 97834 h 161266"/>
                <a:gd name="connsiteX55" fmla="*/ 55752 w 67191"/>
                <a:gd name="connsiteY55" fmla="*/ 100352 h 161266"/>
                <a:gd name="connsiteX56" fmla="*/ 57510 w 67191"/>
                <a:gd name="connsiteY56" fmla="*/ 104131 h 161266"/>
                <a:gd name="connsiteX57" fmla="*/ 61026 w 67191"/>
                <a:gd name="connsiteY57" fmla="*/ 106231 h 161266"/>
                <a:gd name="connsiteX58" fmla="*/ 61613 w 67191"/>
                <a:gd name="connsiteY58" fmla="*/ 109170 h 161266"/>
                <a:gd name="connsiteX59" fmla="*/ 66887 w 67191"/>
                <a:gd name="connsiteY59" fmla="*/ 114208 h 161266"/>
                <a:gd name="connsiteX60" fmla="*/ 65715 w 67191"/>
                <a:gd name="connsiteY60" fmla="*/ 115888 h 161266"/>
                <a:gd name="connsiteX61" fmla="*/ 51066 w 67191"/>
                <a:gd name="connsiteY61" fmla="*/ 121766 h 161266"/>
                <a:gd name="connsiteX62" fmla="*/ 47550 w 67191"/>
                <a:gd name="connsiteY62" fmla="*/ 131843 h 161266"/>
                <a:gd name="connsiteX63" fmla="*/ 47550 w 67191"/>
                <a:gd name="connsiteY63" fmla="*/ 133103 h 161266"/>
                <a:gd name="connsiteX64" fmla="*/ 39346 w 67191"/>
                <a:gd name="connsiteY64" fmla="*/ 140241 h 161266"/>
                <a:gd name="connsiteX65" fmla="*/ 39346 w 67191"/>
                <a:gd name="connsiteY65" fmla="*/ 145279 h 161266"/>
                <a:gd name="connsiteX66" fmla="*/ 37588 w 67191"/>
                <a:gd name="connsiteY66" fmla="*/ 149478 h 161266"/>
                <a:gd name="connsiteX67" fmla="*/ 38175 w 67191"/>
                <a:gd name="connsiteY67" fmla="*/ 152837 h 161266"/>
                <a:gd name="connsiteX68" fmla="*/ 37003 w 67191"/>
                <a:gd name="connsiteY68" fmla="*/ 156615 h 161266"/>
                <a:gd name="connsiteX69" fmla="*/ 37003 w 67191"/>
                <a:gd name="connsiteY69" fmla="*/ 159135 h 161266"/>
                <a:gd name="connsiteX70" fmla="*/ 35245 w 67191"/>
                <a:gd name="connsiteY70" fmla="*/ 160394 h 161266"/>
                <a:gd name="connsiteX71" fmla="*/ 29971 w 67191"/>
                <a:gd name="connsiteY71" fmla="*/ 157875 h 161266"/>
                <a:gd name="connsiteX72" fmla="*/ 19423 w 67191"/>
                <a:gd name="connsiteY72" fmla="*/ 138561 h 161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7191" h="161266">
                  <a:moveTo>
                    <a:pt x="19419" y="138562"/>
                  </a:moveTo>
                  <a:cubicBezTo>
                    <a:pt x="19616" y="138140"/>
                    <a:pt x="19764" y="137709"/>
                    <a:pt x="20005" y="137303"/>
                  </a:cubicBezTo>
                  <a:cubicBezTo>
                    <a:pt x="22126" y="133756"/>
                    <a:pt x="19888" y="131254"/>
                    <a:pt x="21177" y="128485"/>
                  </a:cubicBezTo>
                  <a:cubicBezTo>
                    <a:pt x="21408" y="127986"/>
                    <a:pt x="22118" y="127718"/>
                    <a:pt x="22349" y="127226"/>
                  </a:cubicBezTo>
                  <a:cubicBezTo>
                    <a:pt x="22616" y="126657"/>
                    <a:pt x="23177" y="119768"/>
                    <a:pt x="22936" y="119247"/>
                  </a:cubicBezTo>
                  <a:cubicBezTo>
                    <a:pt x="22695" y="118727"/>
                    <a:pt x="22085" y="118445"/>
                    <a:pt x="21764" y="117989"/>
                  </a:cubicBezTo>
                  <a:cubicBezTo>
                    <a:pt x="20090" y="115589"/>
                    <a:pt x="20013" y="111273"/>
                    <a:pt x="16490" y="110010"/>
                  </a:cubicBezTo>
                  <a:cubicBezTo>
                    <a:pt x="15952" y="109820"/>
                    <a:pt x="15305" y="110122"/>
                    <a:pt x="14732" y="110010"/>
                  </a:cubicBezTo>
                  <a:cubicBezTo>
                    <a:pt x="10958" y="109338"/>
                    <a:pt x="12881" y="109058"/>
                    <a:pt x="9459" y="108750"/>
                  </a:cubicBezTo>
                  <a:cubicBezTo>
                    <a:pt x="7905" y="108613"/>
                    <a:pt x="6237" y="109199"/>
                    <a:pt x="4771" y="108750"/>
                  </a:cubicBezTo>
                  <a:cubicBezTo>
                    <a:pt x="4045" y="108526"/>
                    <a:pt x="3722" y="107746"/>
                    <a:pt x="3012" y="107491"/>
                  </a:cubicBezTo>
                  <a:cubicBezTo>
                    <a:pt x="1551" y="106974"/>
                    <a:pt x="598" y="108447"/>
                    <a:pt x="83" y="106232"/>
                  </a:cubicBezTo>
                  <a:cubicBezTo>
                    <a:pt x="-111" y="105404"/>
                    <a:pt x="1528" y="104234"/>
                    <a:pt x="1841" y="103714"/>
                  </a:cubicBezTo>
                  <a:cubicBezTo>
                    <a:pt x="3211" y="101422"/>
                    <a:pt x="1965" y="102766"/>
                    <a:pt x="2427" y="100773"/>
                  </a:cubicBezTo>
                  <a:cubicBezTo>
                    <a:pt x="3021" y="98211"/>
                    <a:pt x="5940" y="96147"/>
                    <a:pt x="4771" y="93216"/>
                  </a:cubicBezTo>
                  <a:cubicBezTo>
                    <a:pt x="4004" y="91295"/>
                    <a:pt x="2911" y="89419"/>
                    <a:pt x="2427" y="87338"/>
                  </a:cubicBezTo>
                  <a:cubicBezTo>
                    <a:pt x="1875" y="84969"/>
                    <a:pt x="1985" y="74339"/>
                    <a:pt x="2427" y="71802"/>
                  </a:cubicBezTo>
                  <a:cubicBezTo>
                    <a:pt x="3061" y="68163"/>
                    <a:pt x="6929" y="65551"/>
                    <a:pt x="8287" y="62145"/>
                  </a:cubicBezTo>
                  <a:cubicBezTo>
                    <a:pt x="9103" y="60100"/>
                    <a:pt x="10735" y="57918"/>
                    <a:pt x="11217" y="55847"/>
                  </a:cubicBezTo>
                  <a:cubicBezTo>
                    <a:pt x="11775" y="53445"/>
                    <a:pt x="12394" y="51357"/>
                    <a:pt x="13560" y="49130"/>
                  </a:cubicBezTo>
                  <a:cubicBezTo>
                    <a:pt x="15158" y="46078"/>
                    <a:pt x="12952" y="42467"/>
                    <a:pt x="14148" y="39473"/>
                  </a:cubicBezTo>
                  <a:cubicBezTo>
                    <a:pt x="14962" y="37432"/>
                    <a:pt x="15476" y="38377"/>
                    <a:pt x="15905" y="36533"/>
                  </a:cubicBezTo>
                  <a:cubicBezTo>
                    <a:pt x="16100" y="35706"/>
                    <a:pt x="15288" y="34678"/>
                    <a:pt x="15905" y="34014"/>
                  </a:cubicBezTo>
                  <a:cubicBezTo>
                    <a:pt x="17663" y="32126"/>
                    <a:pt x="21661" y="31682"/>
                    <a:pt x="23523" y="29816"/>
                  </a:cubicBezTo>
                  <a:cubicBezTo>
                    <a:pt x="23847" y="29496"/>
                    <a:pt x="23340" y="28946"/>
                    <a:pt x="23523" y="28556"/>
                  </a:cubicBezTo>
                  <a:cubicBezTo>
                    <a:pt x="23755" y="28056"/>
                    <a:pt x="24517" y="27806"/>
                    <a:pt x="24696" y="27296"/>
                  </a:cubicBezTo>
                  <a:cubicBezTo>
                    <a:pt x="25047" y="26283"/>
                    <a:pt x="25697" y="21799"/>
                    <a:pt x="25867" y="20578"/>
                  </a:cubicBezTo>
                  <a:cubicBezTo>
                    <a:pt x="26016" y="19519"/>
                    <a:pt x="25191" y="16508"/>
                    <a:pt x="25867" y="15540"/>
                  </a:cubicBezTo>
                  <a:cubicBezTo>
                    <a:pt x="26770" y="14245"/>
                    <a:pt x="28211" y="13875"/>
                    <a:pt x="28211" y="11761"/>
                  </a:cubicBezTo>
                  <a:cubicBezTo>
                    <a:pt x="28211" y="10728"/>
                    <a:pt x="27217" y="9843"/>
                    <a:pt x="27039" y="8821"/>
                  </a:cubicBezTo>
                  <a:cubicBezTo>
                    <a:pt x="26699" y="6865"/>
                    <a:pt x="28211" y="5196"/>
                    <a:pt x="28211" y="3363"/>
                  </a:cubicBezTo>
                  <a:cubicBezTo>
                    <a:pt x="28211" y="2734"/>
                    <a:pt x="27368" y="188"/>
                    <a:pt x="28211" y="-416"/>
                  </a:cubicBezTo>
                  <a:cubicBezTo>
                    <a:pt x="28655" y="-735"/>
                    <a:pt x="29383" y="-416"/>
                    <a:pt x="29969" y="-416"/>
                  </a:cubicBezTo>
                  <a:cubicBezTo>
                    <a:pt x="33782" y="-416"/>
                    <a:pt x="36358" y="1276"/>
                    <a:pt x="38173" y="4203"/>
                  </a:cubicBezTo>
                  <a:cubicBezTo>
                    <a:pt x="38965" y="5479"/>
                    <a:pt x="38864" y="7022"/>
                    <a:pt x="39345" y="8401"/>
                  </a:cubicBezTo>
                  <a:cubicBezTo>
                    <a:pt x="39496" y="8833"/>
                    <a:pt x="39734" y="9246"/>
                    <a:pt x="39931" y="9661"/>
                  </a:cubicBezTo>
                  <a:cubicBezTo>
                    <a:pt x="40320" y="10083"/>
                    <a:pt x="40902" y="10420"/>
                    <a:pt x="41102" y="10921"/>
                  </a:cubicBezTo>
                  <a:cubicBezTo>
                    <a:pt x="41996" y="13161"/>
                    <a:pt x="40516" y="15868"/>
                    <a:pt x="40516" y="18058"/>
                  </a:cubicBezTo>
                  <a:cubicBezTo>
                    <a:pt x="40516" y="20959"/>
                    <a:pt x="42927" y="21708"/>
                    <a:pt x="43445" y="23937"/>
                  </a:cubicBezTo>
                  <a:cubicBezTo>
                    <a:pt x="43896" y="25882"/>
                    <a:pt x="44750" y="27867"/>
                    <a:pt x="45203" y="29816"/>
                  </a:cubicBezTo>
                  <a:cubicBezTo>
                    <a:pt x="45477" y="30991"/>
                    <a:pt x="44406" y="33901"/>
                    <a:pt x="45203" y="34854"/>
                  </a:cubicBezTo>
                  <a:cubicBezTo>
                    <a:pt x="45588" y="35311"/>
                    <a:pt x="46449" y="35328"/>
                    <a:pt x="46961" y="35690"/>
                  </a:cubicBezTo>
                  <a:cubicBezTo>
                    <a:pt x="48676" y="36919"/>
                    <a:pt x="47724" y="36781"/>
                    <a:pt x="48719" y="38209"/>
                  </a:cubicBezTo>
                  <a:cubicBezTo>
                    <a:pt x="50504" y="40768"/>
                    <a:pt x="54640" y="39863"/>
                    <a:pt x="57509" y="41149"/>
                  </a:cubicBezTo>
                  <a:cubicBezTo>
                    <a:pt x="62384" y="43331"/>
                    <a:pt x="55715" y="41554"/>
                    <a:pt x="61611" y="43668"/>
                  </a:cubicBezTo>
                  <a:cubicBezTo>
                    <a:pt x="62345" y="43926"/>
                    <a:pt x="63296" y="43753"/>
                    <a:pt x="63955" y="44090"/>
                  </a:cubicBezTo>
                  <a:cubicBezTo>
                    <a:pt x="64400" y="44340"/>
                    <a:pt x="64438" y="44909"/>
                    <a:pt x="64542" y="45350"/>
                  </a:cubicBezTo>
                  <a:cubicBezTo>
                    <a:pt x="64736" y="46177"/>
                    <a:pt x="64178" y="47085"/>
                    <a:pt x="64542" y="47868"/>
                  </a:cubicBezTo>
                  <a:cubicBezTo>
                    <a:pt x="65002" y="48860"/>
                    <a:pt x="66530" y="49368"/>
                    <a:pt x="66885" y="50388"/>
                  </a:cubicBezTo>
                  <a:cubicBezTo>
                    <a:pt x="67902" y="53298"/>
                    <a:pt x="66749" y="58512"/>
                    <a:pt x="64542" y="60884"/>
                  </a:cubicBezTo>
                  <a:cubicBezTo>
                    <a:pt x="62433" y="63151"/>
                    <a:pt x="57394" y="64155"/>
                    <a:pt x="56338" y="67183"/>
                  </a:cubicBezTo>
                  <a:cubicBezTo>
                    <a:pt x="55337" y="70050"/>
                    <a:pt x="56584" y="68550"/>
                    <a:pt x="57510" y="70541"/>
                  </a:cubicBezTo>
                  <a:cubicBezTo>
                    <a:pt x="58612" y="72911"/>
                    <a:pt x="56966" y="77887"/>
                    <a:pt x="57510" y="80619"/>
                  </a:cubicBezTo>
                  <a:cubicBezTo>
                    <a:pt x="58118" y="83668"/>
                    <a:pt x="60562" y="88071"/>
                    <a:pt x="59854" y="91116"/>
                  </a:cubicBezTo>
                  <a:cubicBezTo>
                    <a:pt x="59221" y="93836"/>
                    <a:pt x="53994" y="95323"/>
                    <a:pt x="53994" y="97834"/>
                  </a:cubicBezTo>
                  <a:cubicBezTo>
                    <a:pt x="53994" y="98876"/>
                    <a:pt x="55212" y="99580"/>
                    <a:pt x="55752" y="100352"/>
                  </a:cubicBezTo>
                  <a:cubicBezTo>
                    <a:pt x="56520" y="101453"/>
                    <a:pt x="56578" y="103130"/>
                    <a:pt x="57510" y="104131"/>
                  </a:cubicBezTo>
                  <a:cubicBezTo>
                    <a:pt x="58393" y="105081"/>
                    <a:pt x="60201" y="105246"/>
                    <a:pt x="61026" y="106231"/>
                  </a:cubicBezTo>
                  <a:cubicBezTo>
                    <a:pt x="61709" y="107042"/>
                    <a:pt x="60940" y="108343"/>
                    <a:pt x="61613" y="109170"/>
                  </a:cubicBezTo>
                  <a:cubicBezTo>
                    <a:pt x="62488" y="110267"/>
                    <a:pt x="66887" y="112608"/>
                    <a:pt x="66887" y="114208"/>
                  </a:cubicBezTo>
                  <a:cubicBezTo>
                    <a:pt x="66887" y="114864"/>
                    <a:pt x="66105" y="115329"/>
                    <a:pt x="65715" y="115888"/>
                  </a:cubicBezTo>
                  <a:cubicBezTo>
                    <a:pt x="61613" y="121766"/>
                    <a:pt x="54446" y="119344"/>
                    <a:pt x="51066" y="121766"/>
                  </a:cubicBezTo>
                  <a:cubicBezTo>
                    <a:pt x="50902" y="121878"/>
                    <a:pt x="47752" y="130971"/>
                    <a:pt x="47550" y="131843"/>
                  </a:cubicBezTo>
                  <a:cubicBezTo>
                    <a:pt x="47455" y="132257"/>
                    <a:pt x="47777" y="132727"/>
                    <a:pt x="47550" y="133103"/>
                  </a:cubicBezTo>
                  <a:cubicBezTo>
                    <a:pt x="45626" y="136319"/>
                    <a:pt x="41267" y="137487"/>
                    <a:pt x="39346" y="140241"/>
                  </a:cubicBezTo>
                  <a:cubicBezTo>
                    <a:pt x="38562" y="141362"/>
                    <a:pt x="39649" y="143980"/>
                    <a:pt x="39346" y="145279"/>
                  </a:cubicBezTo>
                  <a:cubicBezTo>
                    <a:pt x="39018" y="146695"/>
                    <a:pt x="37918" y="148063"/>
                    <a:pt x="37588" y="149478"/>
                  </a:cubicBezTo>
                  <a:cubicBezTo>
                    <a:pt x="37305" y="150703"/>
                    <a:pt x="37961" y="151619"/>
                    <a:pt x="38175" y="152837"/>
                  </a:cubicBezTo>
                  <a:cubicBezTo>
                    <a:pt x="38444" y="154368"/>
                    <a:pt x="37331" y="155208"/>
                    <a:pt x="37003" y="156615"/>
                  </a:cubicBezTo>
                  <a:cubicBezTo>
                    <a:pt x="36809" y="157443"/>
                    <a:pt x="37510" y="158410"/>
                    <a:pt x="37003" y="159135"/>
                  </a:cubicBezTo>
                  <a:cubicBezTo>
                    <a:pt x="36617" y="159696"/>
                    <a:pt x="35916" y="160074"/>
                    <a:pt x="35245" y="160394"/>
                  </a:cubicBezTo>
                  <a:cubicBezTo>
                    <a:pt x="32589" y="161663"/>
                    <a:pt x="32184" y="158745"/>
                    <a:pt x="29971" y="157875"/>
                  </a:cubicBezTo>
                  <a:cubicBezTo>
                    <a:pt x="24808" y="155847"/>
                    <a:pt x="19423" y="154237"/>
                    <a:pt x="19423" y="138561"/>
                  </a:cubicBezTo>
                  <a:close/>
                </a:path>
              </a:pathLst>
            </a:custGeom>
            <a:gradFill>
              <a:gsLst>
                <a:gs pos="0">
                  <a:srgbClr val="71C837"/>
                </a:gs>
                <a:gs pos="50000">
                  <a:srgbClr val="71C837">
                    <a:alpha val="49804"/>
                  </a:srgbClr>
                </a:gs>
                <a:gs pos="100000">
                  <a:srgbClr val="71C837">
                    <a:alpha val="0"/>
                  </a:srgbClr>
                </a:gs>
              </a:gsLst>
              <a:lin ang="5205722" scaled="1"/>
            </a:gra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01" name="任意多边形: 形状 200">
              <a:extLst>
                <a:ext uri="{FF2B5EF4-FFF2-40B4-BE49-F238E27FC236}">
                  <a16:creationId xmlns:a16="http://schemas.microsoft.com/office/drawing/2014/main" id="{DC4F6A5A-23BD-E499-0683-EE2F407CF778}"/>
                </a:ext>
              </a:extLst>
            </p:cNvPr>
            <p:cNvSpPr/>
            <p:nvPr/>
          </p:nvSpPr>
          <p:spPr>
            <a:xfrm rot="118952">
              <a:off x="6007442" y="6146004"/>
              <a:ext cx="5775391" cy="2325697"/>
            </a:xfrm>
            <a:custGeom>
              <a:avLst/>
              <a:gdLst>
                <a:gd name="connsiteX0" fmla="*/ 102 w 5775391"/>
                <a:gd name="connsiteY0" fmla="*/ 1263922 h 2325697"/>
                <a:gd name="connsiteX1" fmla="*/ 2793747 w 5775391"/>
                <a:gd name="connsiteY1" fmla="*/ 256615 h 2325697"/>
                <a:gd name="connsiteX2" fmla="*/ 5748632 w 5775391"/>
                <a:gd name="connsiteY2" fmla="*/ 14858 h 2325697"/>
                <a:gd name="connsiteX3" fmla="*/ 5762063 w 5775391"/>
                <a:gd name="connsiteY3" fmla="*/ 2324969 h 2325697"/>
                <a:gd name="connsiteX4" fmla="*/ 5775493 w 5775391"/>
                <a:gd name="connsiteY4" fmla="*/ 2311539 h 2325697"/>
                <a:gd name="connsiteX5" fmla="*/ 2780369 w 5775391"/>
                <a:gd name="connsiteY5" fmla="*/ 1841450 h 2325697"/>
                <a:gd name="connsiteX6" fmla="*/ 1793182 w 5775391"/>
                <a:gd name="connsiteY6" fmla="*/ 1787725 h 2325697"/>
                <a:gd name="connsiteX7" fmla="*/ 168 w 5775391"/>
                <a:gd name="connsiteY7" fmla="*/ 1263915 h 2325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75391" h="2325697">
                  <a:moveTo>
                    <a:pt x="102" y="1263922"/>
                  </a:moveTo>
                  <a:cubicBezTo>
                    <a:pt x="102" y="1263922"/>
                    <a:pt x="1289462" y="605798"/>
                    <a:pt x="2793747" y="256615"/>
                  </a:cubicBezTo>
                  <a:cubicBezTo>
                    <a:pt x="4298031" y="-92567"/>
                    <a:pt x="5748632" y="14858"/>
                    <a:pt x="5748632" y="14858"/>
                  </a:cubicBezTo>
                  <a:lnTo>
                    <a:pt x="5762063" y="2324969"/>
                  </a:lnTo>
                  <a:lnTo>
                    <a:pt x="5775493" y="2311539"/>
                  </a:lnTo>
                  <a:lnTo>
                    <a:pt x="2780369" y="1841450"/>
                  </a:lnTo>
                  <a:cubicBezTo>
                    <a:pt x="2780369" y="1841450"/>
                    <a:pt x="2411010" y="1854881"/>
                    <a:pt x="1793182" y="1787725"/>
                  </a:cubicBezTo>
                  <a:cubicBezTo>
                    <a:pt x="1376814" y="1572829"/>
                    <a:pt x="168" y="1263915"/>
                    <a:pt x="168" y="1263915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E8F5C"/>
                </a:gs>
                <a:gs pos="100000">
                  <a:srgbClr val="61AE67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03" name="任意多边形: 形状 202">
              <a:extLst>
                <a:ext uri="{FF2B5EF4-FFF2-40B4-BE49-F238E27FC236}">
                  <a16:creationId xmlns:a16="http://schemas.microsoft.com/office/drawing/2014/main" id="{8C43DBC3-40E2-D60F-0EBE-939650984188}"/>
                </a:ext>
              </a:extLst>
            </p:cNvPr>
            <p:cNvSpPr/>
            <p:nvPr/>
          </p:nvSpPr>
          <p:spPr>
            <a:xfrm rot="118952">
              <a:off x="1112348" y="6399042"/>
              <a:ext cx="5674716" cy="840241"/>
            </a:xfrm>
            <a:custGeom>
              <a:avLst/>
              <a:gdLst>
                <a:gd name="connsiteX0" fmla="*/ 87 w 5674716"/>
                <a:gd name="connsiteY0" fmla="*/ 181357 h 840241"/>
                <a:gd name="connsiteX1" fmla="*/ 5634479 w 5674716"/>
                <a:gd name="connsiteY1" fmla="*/ 476846 h 840241"/>
                <a:gd name="connsiteX2" fmla="*/ 5674772 w 5674716"/>
                <a:gd name="connsiteY2" fmla="*/ 496992 h 840241"/>
                <a:gd name="connsiteX3" fmla="*/ 4909195 w 5674716"/>
                <a:gd name="connsiteY3" fmla="*/ 839489 h 840241"/>
                <a:gd name="connsiteX4" fmla="*/ 2800470 w 5674716"/>
                <a:gd name="connsiteY4" fmla="*/ 611158 h 840241"/>
                <a:gd name="connsiteX5" fmla="*/ 56 w 5674716"/>
                <a:gd name="connsiteY5" fmla="*/ 181365 h 840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74716" h="840241">
                  <a:moveTo>
                    <a:pt x="87" y="181357"/>
                  </a:moveTo>
                  <a:cubicBezTo>
                    <a:pt x="87" y="181357"/>
                    <a:pt x="3913389" y="-383689"/>
                    <a:pt x="5634479" y="476846"/>
                  </a:cubicBezTo>
                  <a:lnTo>
                    <a:pt x="5674772" y="496992"/>
                  </a:lnTo>
                  <a:lnTo>
                    <a:pt x="4909195" y="839489"/>
                  </a:lnTo>
                  <a:cubicBezTo>
                    <a:pt x="4909195" y="839489"/>
                    <a:pt x="4049599" y="664889"/>
                    <a:pt x="2800470" y="611158"/>
                  </a:cubicBezTo>
                  <a:cubicBezTo>
                    <a:pt x="1333134" y="134356"/>
                    <a:pt x="56" y="181365"/>
                    <a:pt x="56" y="181365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E8F5C"/>
                </a:gs>
                <a:gs pos="100000">
                  <a:srgbClr val="61AE67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04" name="任意多边形: 形状 203">
              <a:extLst>
                <a:ext uri="{FF2B5EF4-FFF2-40B4-BE49-F238E27FC236}">
                  <a16:creationId xmlns:a16="http://schemas.microsoft.com/office/drawing/2014/main" id="{ADD47A90-7469-1A7C-15E7-6B2E0559C924}"/>
                </a:ext>
              </a:extLst>
            </p:cNvPr>
            <p:cNvSpPr/>
            <p:nvPr/>
          </p:nvSpPr>
          <p:spPr>
            <a:xfrm rot="118952">
              <a:off x="5550992" y="6368768"/>
              <a:ext cx="2471351" cy="632803"/>
            </a:xfrm>
            <a:custGeom>
              <a:avLst/>
              <a:gdLst>
                <a:gd name="connsiteX0" fmla="*/ 84 w 2471351"/>
                <a:gd name="connsiteY0" fmla="*/ 252635 h 632803"/>
                <a:gd name="connsiteX1" fmla="*/ 2471435 w 2471351"/>
                <a:gd name="connsiteY1" fmla="*/ 178764 h 632803"/>
                <a:gd name="connsiteX2" fmla="*/ 1249204 w 2471351"/>
                <a:gd name="connsiteY2" fmla="*/ 632061 h 632803"/>
                <a:gd name="connsiteX3" fmla="*/ 84 w 2471351"/>
                <a:gd name="connsiteY3" fmla="*/ 252633 h 632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71351" h="632803">
                  <a:moveTo>
                    <a:pt x="84" y="252635"/>
                  </a:moveTo>
                  <a:cubicBezTo>
                    <a:pt x="84" y="252635"/>
                    <a:pt x="1141742" y="-264463"/>
                    <a:pt x="2471435" y="178764"/>
                  </a:cubicBezTo>
                  <a:cubicBezTo>
                    <a:pt x="1853607" y="366799"/>
                    <a:pt x="1249204" y="632061"/>
                    <a:pt x="1249204" y="632061"/>
                  </a:cubicBezTo>
                  <a:cubicBezTo>
                    <a:pt x="1249204" y="632061"/>
                    <a:pt x="607871" y="350008"/>
                    <a:pt x="84" y="252633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E8F5C"/>
                </a:gs>
                <a:gs pos="100000">
                  <a:srgbClr val="61AE67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D41E1C8F-8E67-792F-8B88-6EF860E844A3}"/>
                </a:ext>
              </a:extLst>
            </p:cNvPr>
            <p:cNvSpPr/>
            <p:nvPr/>
          </p:nvSpPr>
          <p:spPr>
            <a:xfrm rot="118952">
              <a:off x="6001364" y="6129734"/>
              <a:ext cx="6232457" cy="2723241"/>
            </a:xfrm>
            <a:custGeom>
              <a:avLst/>
              <a:gdLst>
                <a:gd name="connsiteX0" fmla="*/ 6145343 w 6232457"/>
                <a:gd name="connsiteY0" fmla="*/ 0 h 2723241"/>
                <a:gd name="connsiteX1" fmla="*/ 6232457 w 6232457"/>
                <a:gd name="connsiteY1" fmla="*/ 2516629 h 2723241"/>
                <a:gd name="connsiteX2" fmla="*/ 263695 w 6232457"/>
                <a:gd name="connsiteY2" fmla="*/ 2723241 h 2723241"/>
                <a:gd name="connsiteX3" fmla="*/ 205631 w 6232457"/>
                <a:gd name="connsiteY3" fmla="*/ 2445726 h 2723241"/>
                <a:gd name="connsiteX4" fmla="*/ 66 w 6232457"/>
                <a:gd name="connsiteY4" fmla="*/ 1287993 h 2723241"/>
                <a:gd name="connsiteX5" fmla="*/ 0 w 6232457"/>
                <a:gd name="connsiteY5" fmla="*/ 1288000 h 2723241"/>
                <a:gd name="connsiteX6" fmla="*/ 2793645 w 6232457"/>
                <a:gd name="connsiteY6" fmla="*/ 280693 h 2723241"/>
                <a:gd name="connsiteX7" fmla="*/ 6059187 w 6232457"/>
                <a:gd name="connsiteY7" fmla="*/ 3324 h 2723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232457" h="2723241">
                  <a:moveTo>
                    <a:pt x="6145343" y="0"/>
                  </a:moveTo>
                  <a:lnTo>
                    <a:pt x="6232457" y="2516629"/>
                  </a:lnTo>
                  <a:lnTo>
                    <a:pt x="263695" y="2723241"/>
                  </a:lnTo>
                  <a:lnTo>
                    <a:pt x="205631" y="2445726"/>
                  </a:lnTo>
                  <a:cubicBezTo>
                    <a:pt x="80666" y="1820867"/>
                    <a:pt x="66" y="1287993"/>
                    <a:pt x="66" y="1287993"/>
                  </a:cubicBezTo>
                  <a:cubicBezTo>
                    <a:pt x="44" y="1287995"/>
                    <a:pt x="22" y="1287998"/>
                    <a:pt x="0" y="1288000"/>
                  </a:cubicBezTo>
                  <a:cubicBezTo>
                    <a:pt x="0" y="1288000"/>
                    <a:pt x="1713010" y="497348"/>
                    <a:pt x="2793645" y="280693"/>
                  </a:cubicBezTo>
                  <a:cubicBezTo>
                    <a:pt x="3604121" y="118202"/>
                    <a:pt x="5274602" y="34846"/>
                    <a:pt x="6059187" y="3324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E8F5C"/>
                </a:gs>
                <a:gs pos="100000">
                  <a:srgbClr val="61AE67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08" name="任意多边形: 形状 207">
              <a:extLst>
                <a:ext uri="{FF2B5EF4-FFF2-40B4-BE49-F238E27FC236}">
                  <a16:creationId xmlns:a16="http://schemas.microsoft.com/office/drawing/2014/main" id="{E5E9187F-26EF-773C-59AC-6879B3BB53EE}"/>
                </a:ext>
              </a:extLst>
            </p:cNvPr>
            <p:cNvSpPr/>
            <p:nvPr/>
          </p:nvSpPr>
          <p:spPr>
            <a:xfrm rot="118952">
              <a:off x="1112348" y="6399042"/>
              <a:ext cx="5674716" cy="840241"/>
            </a:xfrm>
            <a:custGeom>
              <a:avLst/>
              <a:gdLst>
                <a:gd name="connsiteX0" fmla="*/ 87 w 5674716"/>
                <a:gd name="connsiteY0" fmla="*/ 181357 h 840241"/>
                <a:gd name="connsiteX1" fmla="*/ 5634479 w 5674716"/>
                <a:gd name="connsiteY1" fmla="*/ 476846 h 840241"/>
                <a:gd name="connsiteX2" fmla="*/ 5674772 w 5674716"/>
                <a:gd name="connsiteY2" fmla="*/ 496992 h 840241"/>
                <a:gd name="connsiteX3" fmla="*/ 4909195 w 5674716"/>
                <a:gd name="connsiteY3" fmla="*/ 839489 h 840241"/>
                <a:gd name="connsiteX4" fmla="*/ 2800470 w 5674716"/>
                <a:gd name="connsiteY4" fmla="*/ 611158 h 840241"/>
                <a:gd name="connsiteX5" fmla="*/ 56 w 5674716"/>
                <a:gd name="connsiteY5" fmla="*/ 181365 h 840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74716" h="840241">
                  <a:moveTo>
                    <a:pt x="87" y="181357"/>
                  </a:moveTo>
                  <a:cubicBezTo>
                    <a:pt x="87" y="181357"/>
                    <a:pt x="3913389" y="-383689"/>
                    <a:pt x="5634479" y="476846"/>
                  </a:cubicBezTo>
                  <a:lnTo>
                    <a:pt x="5674772" y="496992"/>
                  </a:lnTo>
                  <a:lnTo>
                    <a:pt x="4909195" y="839489"/>
                  </a:lnTo>
                  <a:cubicBezTo>
                    <a:pt x="4909195" y="839489"/>
                    <a:pt x="4049599" y="664889"/>
                    <a:pt x="2800470" y="611158"/>
                  </a:cubicBezTo>
                  <a:cubicBezTo>
                    <a:pt x="1333134" y="134356"/>
                    <a:pt x="56" y="181365"/>
                    <a:pt x="56" y="181365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E8F5C"/>
                </a:gs>
                <a:gs pos="100000">
                  <a:srgbClr val="61AE67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09" name="任意多边形: 形状 208">
              <a:extLst>
                <a:ext uri="{FF2B5EF4-FFF2-40B4-BE49-F238E27FC236}">
                  <a16:creationId xmlns:a16="http://schemas.microsoft.com/office/drawing/2014/main" id="{2930716F-0E7A-4411-8256-5170305599BE}"/>
                </a:ext>
              </a:extLst>
            </p:cNvPr>
            <p:cNvSpPr/>
            <p:nvPr/>
          </p:nvSpPr>
          <p:spPr>
            <a:xfrm rot="118952">
              <a:off x="5550992" y="6368768"/>
              <a:ext cx="2471351" cy="632803"/>
            </a:xfrm>
            <a:custGeom>
              <a:avLst/>
              <a:gdLst>
                <a:gd name="connsiteX0" fmla="*/ 84 w 2471351"/>
                <a:gd name="connsiteY0" fmla="*/ 252635 h 632803"/>
                <a:gd name="connsiteX1" fmla="*/ 2471435 w 2471351"/>
                <a:gd name="connsiteY1" fmla="*/ 178764 h 632803"/>
                <a:gd name="connsiteX2" fmla="*/ 1249204 w 2471351"/>
                <a:gd name="connsiteY2" fmla="*/ 632061 h 632803"/>
                <a:gd name="connsiteX3" fmla="*/ 84 w 2471351"/>
                <a:gd name="connsiteY3" fmla="*/ 252633 h 632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71351" h="632803">
                  <a:moveTo>
                    <a:pt x="84" y="252635"/>
                  </a:moveTo>
                  <a:cubicBezTo>
                    <a:pt x="84" y="252635"/>
                    <a:pt x="1141742" y="-264463"/>
                    <a:pt x="2471435" y="178764"/>
                  </a:cubicBezTo>
                  <a:cubicBezTo>
                    <a:pt x="1853607" y="366799"/>
                    <a:pt x="1249204" y="632061"/>
                    <a:pt x="1249204" y="632061"/>
                  </a:cubicBezTo>
                  <a:cubicBezTo>
                    <a:pt x="1249204" y="632061"/>
                    <a:pt x="607871" y="350008"/>
                    <a:pt x="84" y="252633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E8F5C"/>
                </a:gs>
                <a:gs pos="100000">
                  <a:srgbClr val="61AE67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15" name="任意多边形: 形状 214">
              <a:extLst>
                <a:ext uri="{FF2B5EF4-FFF2-40B4-BE49-F238E27FC236}">
                  <a16:creationId xmlns:a16="http://schemas.microsoft.com/office/drawing/2014/main" id="{FB1BB47D-FB46-935E-C119-94CFE945AD9F}"/>
                </a:ext>
              </a:extLst>
            </p:cNvPr>
            <p:cNvSpPr/>
            <p:nvPr/>
          </p:nvSpPr>
          <p:spPr>
            <a:xfrm>
              <a:off x="6221818" y="6030456"/>
              <a:ext cx="184710" cy="375058"/>
            </a:xfrm>
            <a:custGeom>
              <a:avLst/>
              <a:gdLst>
                <a:gd name="connsiteX0" fmla="*/ 86807 w 184710"/>
                <a:gd name="connsiteY0" fmla="*/ 369195 h 375058"/>
                <a:gd name="connsiteX1" fmla="*/ 94996 w 184710"/>
                <a:gd name="connsiteY1" fmla="*/ 328262 h 375058"/>
                <a:gd name="connsiteX2" fmla="*/ 101977 w 184710"/>
                <a:gd name="connsiteY2" fmla="*/ 338913 h 375058"/>
                <a:gd name="connsiteX3" fmla="*/ 94173 w 184710"/>
                <a:gd name="connsiteY3" fmla="*/ 296643 h 375058"/>
                <a:gd name="connsiteX4" fmla="*/ 67891 w 184710"/>
                <a:gd name="connsiteY4" fmla="*/ 281419 h 375058"/>
                <a:gd name="connsiteX5" fmla="*/ 29944 w 184710"/>
                <a:gd name="connsiteY5" fmla="*/ 289837 h 375058"/>
                <a:gd name="connsiteX6" fmla="*/ 8295 w 184710"/>
                <a:gd name="connsiteY6" fmla="*/ 269547 h 375058"/>
                <a:gd name="connsiteX7" fmla="*/ 67 w 184710"/>
                <a:gd name="connsiteY7" fmla="*/ 238482 h 375058"/>
                <a:gd name="connsiteX8" fmla="*/ 10925 w 184710"/>
                <a:gd name="connsiteY8" fmla="*/ 178586 h 375058"/>
                <a:gd name="connsiteX9" fmla="*/ 20965 w 184710"/>
                <a:gd name="connsiteY9" fmla="*/ 125518 h 375058"/>
                <a:gd name="connsiteX10" fmla="*/ 24834 w 184710"/>
                <a:gd name="connsiteY10" fmla="*/ 81997 h 375058"/>
                <a:gd name="connsiteX11" fmla="*/ 30620 w 184710"/>
                <a:gd name="connsiteY11" fmla="*/ 53793 h 375058"/>
                <a:gd name="connsiteX12" fmla="*/ 45042 w 184710"/>
                <a:gd name="connsiteY12" fmla="*/ 17908 h 375058"/>
                <a:gd name="connsiteX13" fmla="*/ 54616 w 184710"/>
                <a:gd name="connsiteY13" fmla="*/ 6525 h 375058"/>
                <a:gd name="connsiteX14" fmla="*/ 70286 w 184710"/>
                <a:gd name="connsiteY14" fmla="*/ 3931 h 375058"/>
                <a:gd name="connsiteX15" fmla="*/ 98125 w 184710"/>
                <a:gd name="connsiteY15" fmla="*/ 25403 h 375058"/>
                <a:gd name="connsiteX16" fmla="*/ 117435 w 184710"/>
                <a:gd name="connsiteY16" fmla="*/ 45352 h 375058"/>
                <a:gd name="connsiteX17" fmla="*/ 143736 w 184710"/>
                <a:gd name="connsiteY17" fmla="*/ 73864 h 375058"/>
                <a:gd name="connsiteX18" fmla="*/ 160210 w 184710"/>
                <a:gd name="connsiteY18" fmla="*/ 101514 h 375058"/>
                <a:gd name="connsiteX19" fmla="*/ 171256 w 184710"/>
                <a:gd name="connsiteY19" fmla="*/ 146590 h 375058"/>
                <a:gd name="connsiteX20" fmla="*/ 176088 w 184710"/>
                <a:gd name="connsiteY20" fmla="*/ 203569 h 375058"/>
                <a:gd name="connsiteX21" fmla="*/ 175095 w 184710"/>
                <a:gd name="connsiteY21" fmla="*/ 262756 h 375058"/>
                <a:gd name="connsiteX22" fmla="*/ 126679 w 184710"/>
                <a:gd name="connsiteY22" fmla="*/ 275804 h 375058"/>
                <a:gd name="connsiteX23" fmla="*/ 137290 w 184710"/>
                <a:gd name="connsiteY23" fmla="*/ 280806 h 375058"/>
                <a:gd name="connsiteX24" fmla="*/ 171569 w 184710"/>
                <a:gd name="connsiteY24" fmla="*/ 282353 h 375058"/>
                <a:gd name="connsiteX25" fmla="*/ 127894 w 184710"/>
                <a:gd name="connsiteY25" fmla="*/ 286404 h 375058"/>
                <a:gd name="connsiteX26" fmla="*/ 111253 w 184710"/>
                <a:gd name="connsiteY26" fmla="*/ 282274 h 375058"/>
                <a:gd name="connsiteX27" fmla="*/ 121206 w 184710"/>
                <a:gd name="connsiteY27" fmla="*/ 319340 h 375058"/>
                <a:gd name="connsiteX28" fmla="*/ 120797 w 184710"/>
                <a:gd name="connsiteY28" fmla="*/ 354455 h 375058"/>
                <a:gd name="connsiteX29" fmla="*/ 126569 w 184710"/>
                <a:gd name="connsiteY29" fmla="*/ 372061 h 375058"/>
                <a:gd name="connsiteX30" fmla="*/ 100887 w 184710"/>
                <a:gd name="connsiteY30" fmla="*/ 368293 h 375058"/>
                <a:gd name="connsiteX31" fmla="*/ 86810 w 184710"/>
                <a:gd name="connsiteY31" fmla="*/ 369195 h 375058"/>
                <a:gd name="connsiteX32" fmla="*/ 86810 w 184710"/>
                <a:gd name="connsiteY32" fmla="*/ 369195 h 375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84710" h="375058">
                  <a:moveTo>
                    <a:pt x="86807" y="369195"/>
                  </a:moveTo>
                  <a:cubicBezTo>
                    <a:pt x="96275" y="356702"/>
                    <a:pt x="92476" y="343339"/>
                    <a:pt x="94996" y="328262"/>
                  </a:cubicBezTo>
                  <a:cubicBezTo>
                    <a:pt x="93929" y="311519"/>
                    <a:pt x="100283" y="355716"/>
                    <a:pt x="101977" y="338913"/>
                  </a:cubicBezTo>
                  <a:cubicBezTo>
                    <a:pt x="101496" y="324350"/>
                    <a:pt x="95027" y="311109"/>
                    <a:pt x="94173" y="296643"/>
                  </a:cubicBezTo>
                  <a:cubicBezTo>
                    <a:pt x="96312" y="278225"/>
                    <a:pt x="80403" y="283648"/>
                    <a:pt x="67891" y="281419"/>
                  </a:cubicBezTo>
                  <a:cubicBezTo>
                    <a:pt x="61821" y="281074"/>
                    <a:pt x="39142" y="278869"/>
                    <a:pt x="29944" y="289837"/>
                  </a:cubicBezTo>
                  <a:cubicBezTo>
                    <a:pt x="15683" y="295008"/>
                    <a:pt x="19998" y="270584"/>
                    <a:pt x="8295" y="269547"/>
                  </a:cubicBezTo>
                  <a:cubicBezTo>
                    <a:pt x="4110" y="259439"/>
                    <a:pt x="9432" y="246884"/>
                    <a:pt x="67" y="238482"/>
                  </a:cubicBezTo>
                  <a:cubicBezTo>
                    <a:pt x="6084" y="226771"/>
                    <a:pt x="16131" y="189200"/>
                    <a:pt x="10925" y="178586"/>
                  </a:cubicBezTo>
                  <a:cubicBezTo>
                    <a:pt x="15873" y="130061"/>
                    <a:pt x="20929" y="169412"/>
                    <a:pt x="20965" y="125518"/>
                  </a:cubicBezTo>
                  <a:cubicBezTo>
                    <a:pt x="30126" y="117439"/>
                    <a:pt x="39605" y="92064"/>
                    <a:pt x="24834" y="81997"/>
                  </a:cubicBezTo>
                  <a:cubicBezTo>
                    <a:pt x="19307" y="72544"/>
                    <a:pt x="30755" y="66107"/>
                    <a:pt x="30620" y="53793"/>
                  </a:cubicBezTo>
                  <a:cubicBezTo>
                    <a:pt x="34777" y="42419"/>
                    <a:pt x="36185" y="23757"/>
                    <a:pt x="45042" y="17908"/>
                  </a:cubicBezTo>
                  <a:cubicBezTo>
                    <a:pt x="56582" y="12258"/>
                    <a:pt x="43389" y="11701"/>
                    <a:pt x="54616" y="6525"/>
                  </a:cubicBezTo>
                  <a:cubicBezTo>
                    <a:pt x="59828" y="3287"/>
                    <a:pt x="66477" y="-6062"/>
                    <a:pt x="70286" y="3931"/>
                  </a:cubicBezTo>
                  <a:cubicBezTo>
                    <a:pt x="80119" y="11309"/>
                    <a:pt x="90976" y="16368"/>
                    <a:pt x="98125" y="25403"/>
                  </a:cubicBezTo>
                  <a:cubicBezTo>
                    <a:pt x="107102" y="31340"/>
                    <a:pt x="106636" y="51765"/>
                    <a:pt x="117435" y="45352"/>
                  </a:cubicBezTo>
                  <a:cubicBezTo>
                    <a:pt x="134271" y="38695"/>
                    <a:pt x="145257" y="59066"/>
                    <a:pt x="143736" y="73864"/>
                  </a:cubicBezTo>
                  <a:cubicBezTo>
                    <a:pt x="145071" y="87958"/>
                    <a:pt x="151712" y="88623"/>
                    <a:pt x="160210" y="101514"/>
                  </a:cubicBezTo>
                  <a:cubicBezTo>
                    <a:pt x="164054" y="115118"/>
                    <a:pt x="170253" y="132272"/>
                    <a:pt x="171256" y="146590"/>
                  </a:cubicBezTo>
                  <a:cubicBezTo>
                    <a:pt x="176272" y="158663"/>
                    <a:pt x="161552" y="187929"/>
                    <a:pt x="176088" y="203569"/>
                  </a:cubicBezTo>
                  <a:cubicBezTo>
                    <a:pt x="181789" y="256004"/>
                    <a:pt x="192895" y="271742"/>
                    <a:pt x="175095" y="262756"/>
                  </a:cubicBezTo>
                  <a:cubicBezTo>
                    <a:pt x="161165" y="254919"/>
                    <a:pt x="137580" y="273935"/>
                    <a:pt x="126679" y="275804"/>
                  </a:cubicBezTo>
                  <a:cubicBezTo>
                    <a:pt x="116406" y="278260"/>
                    <a:pt x="134885" y="279463"/>
                    <a:pt x="137290" y="280806"/>
                  </a:cubicBezTo>
                  <a:cubicBezTo>
                    <a:pt x="144246" y="284482"/>
                    <a:pt x="182070" y="282621"/>
                    <a:pt x="171569" y="282353"/>
                  </a:cubicBezTo>
                  <a:cubicBezTo>
                    <a:pt x="164708" y="295536"/>
                    <a:pt x="141935" y="284930"/>
                    <a:pt x="127894" y="286404"/>
                  </a:cubicBezTo>
                  <a:cubicBezTo>
                    <a:pt x="116573" y="295045"/>
                    <a:pt x="115223" y="268871"/>
                    <a:pt x="111253" y="282274"/>
                  </a:cubicBezTo>
                  <a:cubicBezTo>
                    <a:pt x="110544" y="295777"/>
                    <a:pt x="117767" y="306289"/>
                    <a:pt x="121206" y="319340"/>
                  </a:cubicBezTo>
                  <a:cubicBezTo>
                    <a:pt x="123291" y="330147"/>
                    <a:pt x="112793" y="342882"/>
                    <a:pt x="120797" y="354455"/>
                  </a:cubicBezTo>
                  <a:cubicBezTo>
                    <a:pt x="122986" y="359860"/>
                    <a:pt x="141206" y="366539"/>
                    <a:pt x="126569" y="372061"/>
                  </a:cubicBezTo>
                  <a:cubicBezTo>
                    <a:pt x="112168" y="376968"/>
                    <a:pt x="115773" y="368065"/>
                    <a:pt x="100887" y="368293"/>
                  </a:cubicBezTo>
                  <a:cubicBezTo>
                    <a:pt x="95407" y="366914"/>
                    <a:pt x="86307" y="382258"/>
                    <a:pt x="86810" y="369195"/>
                  </a:cubicBezTo>
                  <a:lnTo>
                    <a:pt x="86810" y="369195"/>
                  </a:lnTo>
                  <a:close/>
                </a:path>
              </a:pathLst>
            </a:custGeom>
            <a:solidFill>
              <a:srgbClr val="61AE67"/>
            </a:soli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6" name="任意多边形: 形状 215">
              <a:extLst>
                <a:ext uri="{FF2B5EF4-FFF2-40B4-BE49-F238E27FC236}">
                  <a16:creationId xmlns:a16="http://schemas.microsoft.com/office/drawing/2014/main" id="{53FE545A-A1DE-0FA9-801F-C6DF2780B13D}"/>
                </a:ext>
              </a:extLst>
            </p:cNvPr>
            <p:cNvSpPr/>
            <p:nvPr/>
          </p:nvSpPr>
          <p:spPr>
            <a:xfrm>
              <a:off x="6045225" y="6232932"/>
              <a:ext cx="203170" cy="198324"/>
            </a:xfrm>
            <a:custGeom>
              <a:avLst/>
              <a:gdLst>
                <a:gd name="connsiteX0" fmla="*/ 35418 w 203170"/>
                <a:gd name="connsiteY0" fmla="*/ 29138 h 198324"/>
                <a:gd name="connsiteX1" fmla="*/ 33876 w 203170"/>
                <a:gd name="connsiteY1" fmla="*/ 36375 h 198324"/>
                <a:gd name="connsiteX2" fmla="*/ 32505 w 203170"/>
                <a:gd name="connsiteY2" fmla="*/ 39753 h 198324"/>
                <a:gd name="connsiteX3" fmla="*/ 31455 w 203170"/>
                <a:gd name="connsiteY3" fmla="*/ 46159 h 198324"/>
                <a:gd name="connsiteX4" fmla="*/ 30394 w 203170"/>
                <a:gd name="connsiteY4" fmla="*/ 47676 h 198324"/>
                <a:gd name="connsiteX5" fmla="*/ 27348 w 203170"/>
                <a:gd name="connsiteY5" fmla="*/ 58740 h 198324"/>
                <a:gd name="connsiteX6" fmla="*/ 28676 w 203170"/>
                <a:gd name="connsiteY6" fmla="*/ 60845 h 198324"/>
                <a:gd name="connsiteX7" fmla="*/ 33644 w 203170"/>
                <a:gd name="connsiteY7" fmla="*/ 70016 h 198324"/>
                <a:gd name="connsiteX8" fmla="*/ 38222 w 203170"/>
                <a:gd name="connsiteY8" fmla="*/ 85426 h 198324"/>
                <a:gd name="connsiteX9" fmla="*/ 35080 w 203170"/>
                <a:gd name="connsiteY9" fmla="*/ 89010 h 198324"/>
                <a:gd name="connsiteX10" fmla="*/ 32981 w 203170"/>
                <a:gd name="connsiteY10" fmla="*/ 88260 h 198324"/>
                <a:gd name="connsiteX11" fmla="*/ 31871 w 203170"/>
                <a:gd name="connsiteY11" fmla="*/ 88260 h 198324"/>
                <a:gd name="connsiteX12" fmla="*/ 29141 w 203170"/>
                <a:gd name="connsiteY12" fmla="*/ 86349 h 198324"/>
                <a:gd name="connsiteX13" fmla="*/ 21619 w 203170"/>
                <a:gd name="connsiteY13" fmla="*/ 87410 h 198324"/>
                <a:gd name="connsiteX14" fmla="*/ 17300 w 203170"/>
                <a:gd name="connsiteY14" fmla="*/ 86737 h 198324"/>
                <a:gd name="connsiteX15" fmla="*/ 17404 w 203170"/>
                <a:gd name="connsiteY15" fmla="*/ 87623 h 198324"/>
                <a:gd name="connsiteX16" fmla="*/ 16427 w 203170"/>
                <a:gd name="connsiteY16" fmla="*/ 91729 h 198324"/>
                <a:gd name="connsiteX17" fmla="*/ 12926 w 203170"/>
                <a:gd name="connsiteY17" fmla="*/ 95697 h 198324"/>
                <a:gd name="connsiteX18" fmla="*/ 9590 w 203170"/>
                <a:gd name="connsiteY18" fmla="*/ 97880 h 198324"/>
                <a:gd name="connsiteX19" fmla="*/ 9772 w 203170"/>
                <a:gd name="connsiteY19" fmla="*/ 98912 h 198324"/>
                <a:gd name="connsiteX20" fmla="*/ 9859 w 203170"/>
                <a:gd name="connsiteY20" fmla="*/ 103575 h 198324"/>
                <a:gd name="connsiteX21" fmla="*/ 6157 w 203170"/>
                <a:gd name="connsiteY21" fmla="*/ 112735 h 198324"/>
                <a:gd name="connsiteX22" fmla="*/ 8031 w 203170"/>
                <a:gd name="connsiteY22" fmla="*/ 117935 h 198324"/>
                <a:gd name="connsiteX23" fmla="*/ 7632 w 203170"/>
                <a:gd name="connsiteY23" fmla="*/ 119280 h 198324"/>
                <a:gd name="connsiteX24" fmla="*/ 7262 w 203170"/>
                <a:gd name="connsiteY24" fmla="*/ 123812 h 198324"/>
                <a:gd name="connsiteX25" fmla="*/ 7451 w 203170"/>
                <a:gd name="connsiteY25" fmla="*/ 127288 h 198324"/>
                <a:gd name="connsiteX26" fmla="*/ 92 w 203170"/>
                <a:gd name="connsiteY26" fmla="*/ 140123 h 198324"/>
                <a:gd name="connsiteX27" fmla="*/ 9876 w 203170"/>
                <a:gd name="connsiteY27" fmla="*/ 151583 h 198324"/>
                <a:gd name="connsiteX28" fmla="*/ 13721 w 203170"/>
                <a:gd name="connsiteY28" fmla="*/ 155902 h 198324"/>
                <a:gd name="connsiteX29" fmla="*/ 14328 w 203170"/>
                <a:gd name="connsiteY29" fmla="*/ 156325 h 198324"/>
                <a:gd name="connsiteX30" fmla="*/ 14414 w 203170"/>
                <a:gd name="connsiteY30" fmla="*/ 156471 h 198324"/>
                <a:gd name="connsiteX31" fmla="*/ 15244 w 203170"/>
                <a:gd name="connsiteY31" fmla="*/ 156962 h 198324"/>
                <a:gd name="connsiteX32" fmla="*/ 20533 w 203170"/>
                <a:gd name="connsiteY32" fmla="*/ 164643 h 198324"/>
                <a:gd name="connsiteX33" fmla="*/ 23275 w 203170"/>
                <a:gd name="connsiteY33" fmla="*/ 166924 h 198324"/>
                <a:gd name="connsiteX34" fmla="*/ 23748 w 203170"/>
                <a:gd name="connsiteY34" fmla="*/ 167797 h 198324"/>
                <a:gd name="connsiteX35" fmla="*/ 27078 w 203170"/>
                <a:gd name="connsiteY35" fmla="*/ 172208 h 198324"/>
                <a:gd name="connsiteX36" fmla="*/ 31051 w 203170"/>
                <a:gd name="connsiteY36" fmla="*/ 173634 h 198324"/>
                <a:gd name="connsiteX37" fmla="*/ 34072 w 203170"/>
                <a:gd name="connsiteY37" fmla="*/ 175387 h 198324"/>
                <a:gd name="connsiteX38" fmla="*/ 40915 w 203170"/>
                <a:gd name="connsiteY38" fmla="*/ 171682 h 198324"/>
                <a:gd name="connsiteX39" fmla="*/ 49741 w 203170"/>
                <a:gd name="connsiteY39" fmla="*/ 171984 h 198324"/>
                <a:gd name="connsiteX40" fmla="*/ 50427 w 203170"/>
                <a:gd name="connsiteY40" fmla="*/ 172562 h 198324"/>
                <a:gd name="connsiteX41" fmla="*/ 51550 w 203170"/>
                <a:gd name="connsiteY41" fmla="*/ 172898 h 198324"/>
                <a:gd name="connsiteX42" fmla="*/ 51361 w 203170"/>
                <a:gd name="connsiteY42" fmla="*/ 173941 h 198324"/>
                <a:gd name="connsiteX43" fmla="*/ 51688 w 203170"/>
                <a:gd name="connsiteY43" fmla="*/ 174893 h 198324"/>
                <a:gd name="connsiteX44" fmla="*/ 55788 w 203170"/>
                <a:gd name="connsiteY44" fmla="*/ 177944 h 198324"/>
                <a:gd name="connsiteX45" fmla="*/ 57784 w 203170"/>
                <a:gd name="connsiteY45" fmla="*/ 177806 h 198324"/>
                <a:gd name="connsiteX46" fmla="*/ 62577 w 203170"/>
                <a:gd name="connsiteY46" fmla="*/ 174834 h 198324"/>
                <a:gd name="connsiteX47" fmla="*/ 63578 w 203170"/>
                <a:gd name="connsiteY47" fmla="*/ 171467 h 198324"/>
                <a:gd name="connsiteX48" fmla="*/ 67339 w 203170"/>
                <a:gd name="connsiteY48" fmla="*/ 168678 h 198324"/>
                <a:gd name="connsiteX49" fmla="*/ 76073 w 203170"/>
                <a:gd name="connsiteY49" fmla="*/ 172985 h 198324"/>
                <a:gd name="connsiteX50" fmla="*/ 83019 w 203170"/>
                <a:gd name="connsiteY50" fmla="*/ 170165 h 198324"/>
                <a:gd name="connsiteX51" fmla="*/ 87866 w 203170"/>
                <a:gd name="connsiteY51" fmla="*/ 171118 h 198324"/>
                <a:gd name="connsiteX52" fmla="*/ 89201 w 203170"/>
                <a:gd name="connsiteY52" fmla="*/ 171118 h 198324"/>
                <a:gd name="connsiteX53" fmla="*/ 93914 w 203170"/>
                <a:gd name="connsiteY53" fmla="*/ 172519 h 198324"/>
                <a:gd name="connsiteX54" fmla="*/ 97438 w 203170"/>
                <a:gd name="connsiteY54" fmla="*/ 173811 h 198324"/>
                <a:gd name="connsiteX55" fmla="*/ 105560 w 203170"/>
                <a:gd name="connsiteY55" fmla="*/ 175250 h 198324"/>
                <a:gd name="connsiteX56" fmla="*/ 106247 w 203170"/>
                <a:gd name="connsiteY56" fmla="*/ 175819 h 198324"/>
                <a:gd name="connsiteX57" fmla="*/ 109457 w 203170"/>
                <a:gd name="connsiteY57" fmla="*/ 176526 h 198324"/>
                <a:gd name="connsiteX58" fmla="*/ 113830 w 203170"/>
                <a:gd name="connsiteY58" fmla="*/ 176612 h 198324"/>
                <a:gd name="connsiteX59" fmla="*/ 118914 w 203170"/>
                <a:gd name="connsiteY59" fmla="*/ 178002 h 198324"/>
                <a:gd name="connsiteX60" fmla="*/ 129135 w 203170"/>
                <a:gd name="connsiteY60" fmla="*/ 180187 h 198324"/>
                <a:gd name="connsiteX61" fmla="*/ 133120 w 203170"/>
                <a:gd name="connsiteY61" fmla="*/ 181983 h 198324"/>
                <a:gd name="connsiteX62" fmla="*/ 134006 w 203170"/>
                <a:gd name="connsiteY62" fmla="*/ 181880 h 198324"/>
                <a:gd name="connsiteX63" fmla="*/ 139246 w 203170"/>
                <a:gd name="connsiteY63" fmla="*/ 188079 h 198324"/>
                <a:gd name="connsiteX64" fmla="*/ 139736 w 203170"/>
                <a:gd name="connsiteY64" fmla="*/ 191767 h 198324"/>
                <a:gd name="connsiteX65" fmla="*/ 146936 w 203170"/>
                <a:gd name="connsiteY65" fmla="*/ 196718 h 198324"/>
                <a:gd name="connsiteX66" fmla="*/ 149369 w 203170"/>
                <a:gd name="connsiteY66" fmla="*/ 196347 h 198324"/>
                <a:gd name="connsiteX67" fmla="*/ 149702 w 203170"/>
                <a:gd name="connsiteY67" fmla="*/ 195225 h 198324"/>
                <a:gd name="connsiteX68" fmla="*/ 152662 w 203170"/>
                <a:gd name="connsiteY68" fmla="*/ 190609 h 198324"/>
                <a:gd name="connsiteX69" fmla="*/ 153766 w 203170"/>
                <a:gd name="connsiteY69" fmla="*/ 188127 h 198324"/>
                <a:gd name="connsiteX70" fmla="*/ 156060 w 203170"/>
                <a:gd name="connsiteY70" fmla="*/ 185756 h 198324"/>
                <a:gd name="connsiteX71" fmla="*/ 157164 w 203170"/>
                <a:gd name="connsiteY71" fmla="*/ 183275 h 198324"/>
                <a:gd name="connsiteX72" fmla="*/ 160798 w 203170"/>
                <a:gd name="connsiteY72" fmla="*/ 178859 h 198324"/>
                <a:gd name="connsiteX73" fmla="*/ 155005 w 203170"/>
                <a:gd name="connsiteY73" fmla="*/ 167122 h 198324"/>
                <a:gd name="connsiteX74" fmla="*/ 156455 w 203170"/>
                <a:gd name="connsiteY74" fmla="*/ 163888 h 198324"/>
                <a:gd name="connsiteX75" fmla="*/ 159167 w 203170"/>
                <a:gd name="connsiteY75" fmla="*/ 162985 h 198324"/>
                <a:gd name="connsiteX76" fmla="*/ 161491 w 203170"/>
                <a:gd name="connsiteY76" fmla="*/ 159278 h 198324"/>
                <a:gd name="connsiteX77" fmla="*/ 161145 w 203170"/>
                <a:gd name="connsiteY77" fmla="*/ 155511 h 198324"/>
                <a:gd name="connsiteX78" fmla="*/ 157675 w 203170"/>
                <a:gd name="connsiteY78" fmla="*/ 149105 h 198324"/>
                <a:gd name="connsiteX79" fmla="*/ 156940 w 203170"/>
                <a:gd name="connsiteY79" fmla="*/ 147054 h 198324"/>
                <a:gd name="connsiteX80" fmla="*/ 155442 w 203170"/>
                <a:gd name="connsiteY80" fmla="*/ 144288 h 198324"/>
                <a:gd name="connsiteX81" fmla="*/ 155765 w 203170"/>
                <a:gd name="connsiteY81" fmla="*/ 138277 h 198324"/>
                <a:gd name="connsiteX82" fmla="*/ 157028 w 203170"/>
                <a:gd name="connsiteY82" fmla="*/ 127049 h 198324"/>
                <a:gd name="connsiteX83" fmla="*/ 162852 w 203170"/>
                <a:gd name="connsiteY83" fmla="*/ 119376 h 198324"/>
                <a:gd name="connsiteX84" fmla="*/ 168518 w 203170"/>
                <a:gd name="connsiteY84" fmla="*/ 115931 h 198324"/>
                <a:gd name="connsiteX85" fmla="*/ 173304 w 203170"/>
                <a:gd name="connsiteY85" fmla="*/ 110514 h 198324"/>
                <a:gd name="connsiteX86" fmla="*/ 176047 w 203170"/>
                <a:gd name="connsiteY86" fmla="*/ 108275 h 198324"/>
                <a:gd name="connsiteX87" fmla="*/ 180384 w 203170"/>
                <a:gd name="connsiteY87" fmla="*/ 102725 h 198324"/>
                <a:gd name="connsiteX88" fmla="*/ 184024 w 203170"/>
                <a:gd name="connsiteY88" fmla="*/ 100755 h 198324"/>
                <a:gd name="connsiteX89" fmla="*/ 188501 w 203170"/>
                <a:gd name="connsiteY89" fmla="*/ 97200 h 198324"/>
                <a:gd name="connsiteX90" fmla="*/ 203188 w 203170"/>
                <a:gd name="connsiteY90" fmla="*/ 86422 h 198324"/>
                <a:gd name="connsiteX91" fmla="*/ 201399 w 203170"/>
                <a:gd name="connsiteY91" fmla="*/ 79293 h 198324"/>
                <a:gd name="connsiteX92" fmla="*/ 197456 w 203170"/>
                <a:gd name="connsiteY92" fmla="*/ 76533 h 198324"/>
                <a:gd name="connsiteX93" fmla="*/ 191118 w 203170"/>
                <a:gd name="connsiteY93" fmla="*/ 66221 h 198324"/>
                <a:gd name="connsiteX94" fmla="*/ 190826 w 203170"/>
                <a:gd name="connsiteY94" fmla="*/ 57339 h 198324"/>
                <a:gd name="connsiteX95" fmla="*/ 190626 w 203170"/>
                <a:gd name="connsiteY95" fmla="*/ 53494 h 198324"/>
                <a:gd name="connsiteX96" fmla="*/ 191203 w 203170"/>
                <a:gd name="connsiteY96" fmla="*/ 50735 h 198324"/>
                <a:gd name="connsiteX97" fmla="*/ 190810 w 203170"/>
                <a:gd name="connsiteY97" fmla="*/ 50010 h 198324"/>
                <a:gd name="connsiteX98" fmla="*/ 189664 w 203170"/>
                <a:gd name="connsiteY98" fmla="*/ 44417 h 198324"/>
                <a:gd name="connsiteX99" fmla="*/ 188402 w 203170"/>
                <a:gd name="connsiteY99" fmla="*/ 42087 h 198324"/>
                <a:gd name="connsiteX100" fmla="*/ 188105 w 203170"/>
                <a:gd name="connsiteY100" fmla="*/ 39800 h 198324"/>
                <a:gd name="connsiteX101" fmla="*/ 184903 w 203170"/>
                <a:gd name="connsiteY101" fmla="*/ 32497 h 198324"/>
                <a:gd name="connsiteX102" fmla="*/ 176356 w 203170"/>
                <a:gd name="connsiteY102" fmla="*/ 36184 h 198324"/>
                <a:gd name="connsiteX103" fmla="*/ 175088 w 203170"/>
                <a:gd name="connsiteY103" fmla="*/ 35934 h 198324"/>
                <a:gd name="connsiteX104" fmla="*/ 171345 w 203170"/>
                <a:gd name="connsiteY104" fmla="*/ 37020 h 198324"/>
                <a:gd name="connsiteX105" fmla="*/ 167699 w 203170"/>
                <a:gd name="connsiteY105" fmla="*/ 36545 h 198324"/>
                <a:gd name="connsiteX106" fmla="*/ 162113 w 203170"/>
                <a:gd name="connsiteY106" fmla="*/ 35617 h 198324"/>
                <a:gd name="connsiteX107" fmla="*/ 161820 w 203170"/>
                <a:gd name="connsiteY107" fmla="*/ 31256 h 198324"/>
                <a:gd name="connsiteX108" fmla="*/ 162071 w 203170"/>
                <a:gd name="connsiteY108" fmla="*/ 27543 h 198324"/>
                <a:gd name="connsiteX109" fmla="*/ 160682 w 203170"/>
                <a:gd name="connsiteY109" fmla="*/ 23588 h 198324"/>
                <a:gd name="connsiteX110" fmla="*/ 161227 w 203170"/>
                <a:gd name="connsiteY110" fmla="*/ 22163 h 198324"/>
                <a:gd name="connsiteX111" fmla="*/ 161544 w 203170"/>
                <a:gd name="connsiteY111" fmla="*/ 13706 h 198324"/>
                <a:gd name="connsiteX112" fmla="*/ 157267 w 203170"/>
                <a:gd name="connsiteY112" fmla="*/ 7549 h 198324"/>
                <a:gd name="connsiteX113" fmla="*/ 154447 w 203170"/>
                <a:gd name="connsiteY113" fmla="*/ 5121 h 198324"/>
                <a:gd name="connsiteX114" fmla="*/ 152979 w 203170"/>
                <a:gd name="connsiteY114" fmla="*/ 5544 h 198324"/>
                <a:gd name="connsiteX115" fmla="*/ 150480 w 203170"/>
                <a:gd name="connsiteY115" fmla="*/ 6139 h 198324"/>
                <a:gd name="connsiteX116" fmla="*/ 144365 w 203170"/>
                <a:gd name="connsiteY116" fmla="*/ 9451 h 198324"/>
                <a:gd name="connsiteX117" fmla="*/ 129927 w 203170"/>
                <a:gd name="connsiteY117" fmla="*/ 16517 h 198324"/>
                <a:gd name="connsiteX118" fmla="*/ 122374 w 203170"/>
                <a:gd name="connsiteY118" fmla="*/ 18912 h 198324"/>
                <a:gd name="connsiteX119" fmla="*/ 120949 w 203170"/>
                <a:gd name="connsiteY119" fmla="*/ 18369 h 198324"/>
                <a:gd name="connsiteX120" fmla="*/ 117977 w 203170"/>
                <a:gd name="connsiteY120" fmla="*/ 18093 h 198324"/>
                <a:gd name="connsiteX121" fmla="*/ 115509 w 203170"/>
                <a:gd name="connsiteY121" fmla="*/ 12840 h 198324"/>
                <a:gd name="connsiteX122" fmla="*/ 109722 w 203170"/>
                <a:gd name="connsiteY122" fmla="*/ 3547 h 198324"/>
                <a:gd name="connsiteX123" fmla="*/ 107138 w 203170"/>
                <a:gd name="connsiteY123" fmla="*/ 1557 h 198324"/>
                <a:gd name="connsiteX124" fmla="*/ 105440 w 203170"/>
                <a:gd name="connsiteY124" fmla="*/ -536 h 198324"/>
                <a:gd name="connsiteX125" fmla="*/ 103201 w 203170"/>
                <a:gd name="connsiteY125" fmla="*/ 1240 h 198324"/>
                <a:gd name="connsiteX126" fmla="*/ 98779 w 203170"/>
                <a:gd name="connsiteY126" fmla="*/ 4199 h 198324"/>
                <a:gd name="connsiteX127" fmla="*/ 98300 w 203170"/>
                <a:gd name="connsiteY127" fmla="*/ 5401 h 198324"/>
                <a:gd name="connsiteX128" fmla="*/ 95091 w 203170"/>
                <a:gd name="connsiteY128" fmla="*/ 9210 h 198324"/>
                <a:gd name="connsiteX129" fmla="*/ 89746 w 203170"/>
                <a:gd name="connsiteY129" fmla="*/ 11163 h 198324"/>
                <a:gd name="connsiteX130" fmla="*/ 87320 w 203170"/>
                <a:gd name="connsiteY130" fmla="*/ 9464 h 198324"/>
                <a:gd name="connsiteX131" fmla="*/ 86751 w 203170"/>
                <a:gd name="connsiteY131" fmla="*/ 10154 h 198324"/>
                <a:gd name="connsiteX132" fmla="*/ 83166 w 203170"/>
                <a:gd name="connsiteY132" fmla="*/ 11531 h 198324"/>
                <a:gd name="connsiteX133" fmla="*/ 81455 w 203170"/>
                <a:gd name="connsiteY133" fmla="*/ 13588 h 198324"/>
                <a:gd name="connsiteX134" fmla="*/ 79508 w 203170"/>
                <a:gd name="connsiteY134" fmla="*/ 15207 h 198324"/>
                <a:gd name="connsiteX135" fmla="*/ 78318 w 203170"/>
                <a:gd name="connsiteY135" fmla="*/ 19616 h 198324"/>
                <a:gd name="connsiteX136" fmla="*/ 77244 w 203170"/>
                <a:gd name="connsiteY136" fmla="*/ 20763 h 198324"/>
                <a:gd name="connsiteX137" fmla="*/ 73398 w 203170"/>
                <a:gd name="connsiteY137" fmla="*/ 25482 h 198324"/>
                <a:gd name="connsiteX138" fmla="*/ 65694 w 203170"/>
                <a:gd name="connsiteY138" fmla="*/ 30030 h 198324"/>
                <a:gd name="connsiteX139" fmla="*/ 54083 w 203170"/>
                <a:gd name="connsiteY139" fmla="*/ 32929 h 198324"/>
                <a:gd name="connsiteX140" fmla="*/ 52209 w 203170"/>
                <a:gd name="connsiteY140" fmla="*/ 32248 h 198324"/>
                <a:gd name="connsiteX141" fmla="*/ 45239 w 203170"/>
                <a:gd name="connsiteY141" fmla="*/ 29810 h 198324"/>
                <a:gd name="connsiteX142" fmla="*/ 37923 w 203170"/>
                <a:gd name="connsiteY142" fmla="*/ 28122 h 198324"/>
                <a:gd name="connsiteX143" fmla="*/ 35437 w 203170"/>
                <a:gd name="connsiteY143" fmla="*/ 29092 h 198324"/>
                <a:gd name="connsiteX144" fmla="*/ 106227 w 203170"/>
                <a:gd name="connsiteY144" fmla="*/ 105648 h 198324"/>
                <a:gd name="connsiteX145" fmla="*/ 107829 w 203170"/>
                <a:gd name="connsiteY145" fmla="*/ 104782 h 198324"/>
                <a:gd name="connsiteX146" fmla="*/ 109375 w 203170"/>
                <a:gd name="connsiteY146" fmla="*/ 104506 h 198324"/>
                <a:gd name="connsiteX147" fmla="*/ 109768 w 203170"/>
                <a:gd name="connsiteY147" fmla="*/ 105230 h 198324"/>
                <a:gd name="connsiteX148" fmla="*/ 110374 w 203170"/>
                <a:gd name="connsiteY148" fmla="*/ 105662 h 198324"/>
                <a:gd name="connsiteX149" fmla="*/ 110737 w 203170"/>
                <a:gd name="connsiteY149" fmla="*/ 107723 h 198324"/>
                <a:gd name="connsiteX150" fmla="*/ 112878 w 203170"/>
                <a:gd name="connsiteY150" fmla="*/ 112025 h 198324"/>
                <a:gd name="connsiteX151" fmla="*/ 112053 w 203170"/>
                <a:gd name="connsiteY151" fmla="*/ 113978 h 198324"/>
                <a:gd name="connsiteX152" fmla="*/ 112841 w 203170"/>
                <a:gd name="connsiteY152" fmla="*/ 115434 h 198324"/>
                <a:gd name="connsiteX153" fmla="*/ 113368 w 203170"/>
                <a:gd name="connsiteY153" fmla="*/ 120232 h 198324"/>
                <a:gd name="connsiteX154" fmla="*/ 112409 w 203170"/>
                <a:gd name="connsiteY154" fmla="*/ 127154 h 198324"/>
                <a:gd name="connsiteX155" fmla="*/ 113392 w 203170"/>
                <a:gd name="connsiteY155" fmla="*/ 130010 h 198324"/>
                <a:gd name="connsiteX156" fmla="*/ 114496 w 203170"/>
                <a:gd name="connsiteY156" fmla="*/ 132049 h 198324"/>
                <a:gd name="connsiteX157" fmla="*/ 113622 w 203170"/>
                <a:gd name="connsiteY157" fmla="*/ 132523 h 198324"/>
                <a:gd name="connsiteX158" fmla="*/ 112573 w 203170"/>
                <a:gd name="connsiteY158" fmla="*/ 134409 h 198324"/>
                <a:gd name="connsiteX159" fmla="*/ 112676 w 203170"/>
                <a:gd name="connsiteY159" fmla="*/ 135296 h 198324"/>
                <a:gd name="connsiteX160" fmla="*/ 111785 w 203170"/>
                <a:gd name="connsiteY160" fmla="*/ 137473 h 198324"/>
                <a:gd name="connsiteX161" fmla="*/ 113883 w 203170"/>
                <a:gd name="connsiteY161" fmla="*/ 142737 h 198324"/>
                <a:gd name="connsiteX162" fmla="*/ 118117 w 203170"/>
                <a:gd name="connsiteY162" fmla="*/ 149861 h 198324"/>
                <a:gd name="connsiteX163" fmla="*/ 121871 w 203170"/>
                <a:gd name="connsiteY163" fmla="*/ 153664 h 198324"/>
                <a:gd name="connsiteX164" fmla="*/ 124267 w 203170"/>
                <a:gd name="connsiteY164" fmla="*/ 156697 h 198324"/>
                <a:gd name="connsiteX165" fmla="*/ 126317 w 203170"/>
                <a:gd name="connsiteY165" fmla="*/ 160482 h 198324"/>
                <a:gd name="connsiteX166" fmla="*/ 127609 w 203170"/>
                <a:gd name="connsiteY166" fmla="*/ 161477 h 198324"/>
                <a:gd name="connsiteX167" fmla="*/ 131236 w 203170"/>
                <a:gd name="connsiteY167" fmla="*/ 168174 h 198324"/>
                <a:gd name="connsiteX168" fmla="*/ 134111 w 203170"/>
                <a:gd name="connsiteY168" fmla="*/ 174526 h 198324"/>
                <a:gd name="connsiteX169" fmla="*/ 135379 w 203170"/>
                <a:gd name="connsiteY169" fmla="*/ 174776 h 198324"/>
                <a:gd name="connsiteX170" fmla="*/ 138114 w 203170"/>
                <a:gd name="connsiteY170" fmla="*/ 183650 h 198324"/>
                <a:gd name="connsiteX171" fmla="*/ 134111 w 203170"/>
                <a:gd name="connsiteY171" fmla="*/ 174520 h 198324"/>
                <a:gd name="connsiteX172" fmla="*/ 128221 w 203170"/>
                <a:gd name="connsiteY172" fmla="*/ 177899 h 198324"/>
                <a:gd name="connsiteX173" fmla="*/ 127390 w 203170"/>
                <a:gd name="connsiteY173" fmla="*/ 177408 h 198324"/>
                <a:gd name="connsiteX174" fmla="*/ 125988 w 203170"/>
                <a:gd name="connsiteY174" fmla="*/ 177597 h 198324"/>
                <a:gd name="connsiteX175" fmla="*/ 125515 w 203170"/>
                <a:gd name="connsiteY175" fmla="*/ 176724 h 198324"/>
                <a:gd name="connsiteX176" fmla="*/ 123125 w 203170"/>
                <a:gd name="connsiteY176" fmla="*/ 176138 h 198324"/>
                <a:gd name="connsiteX177" fmla="*/ 119286 w 203170"/>
                <a:gd name="connsiteY177" fmla="*/ 174263 h 198324"/>
                <a:gd name="connsiteX178" fmla="*/ 116671 w 203170"/>
                <a:gd name="connsiteY178" fmla="*/ 173599 h 198324"/>
                <a:gd name="connsiteX179" fmla="*/ 113996 w 203170"/>
                <a:gd name="connsiteY179" fmla="*/ 171094 h 198324"/>
                <a:gd name="connsiteX180" fmla="*/ 112570 w 203170"/>
                <a:gd name="connsiteY180" fmla="*/ 170551 h 198324"/>
                <a:gd name="connsiteX181" fmla="*/ 111569 w 203170"/>
                <a:gd name="connsiteY181" fmla="*/ 169398 h 198324"/>
                <a:gd name="connsiteX182" fmla="*/ 107863 w 203170"/>
                <a:gd name="connsiteY182" fmla="*/ 167074 h 198324"/>
                <a:gd name="connsiteX183" fmla="*/ 106704 w 203170"/>
                <a:gd name="connsiteY183" fmla="*/ 165631 h 198324"/>
                <a:gd name="connsiteX184" fmla="*/ 104740 w 203170"/>
                <a:gd name="connsiteY184" fmla="*/ 164435 h 198324"/>
                <a:gd name="connsiteX185" fmla="*/ 102792 w 203170"/>
                <a:gd name="connsiteY185" fmla="*/ 161536 h 198324"/>
                <a:gd name="connsiteX186" fmla="*/ 100717 w 203170"/>
                <a:gd name="connsiteY186" fmla="*/ 161530 h 198324"/>
                <a:gd name="connsiteX187" fmla="*/ 99110 w 203170"/>
                <a:gd name="connsiteY187" fmla="*/ 159952 h 198324"/>
                <a:gd name="connsiteX188" fmla="*/ 96247 w 203170"/>
                <a:gd name="connsiteY188" fmla="*/ 158491 h 198324"/>
                <a:gd name="connsiteX189" fmla="*/ 89975 w 203170"/>
                <a:gd name="connsiteY189" fmla="*/ 156991 h 198324"/>
                <a:gd name="connsiteX190" fmla="*/ 88616 w 203170"/>
                <a:gd name="connsiteY190" fmla="*/ 156224 h 198324"/>
                <a:gd name="connsiteX191" fmla="*/ 86080 w 203170"/>
                <a:gd name="connsiteY191" fmla="*/ 155706 h 198324"/>
                <a:gd name="connsiteX192" fmla="*/ 82138 w 203170"/>
                <a:gd name="connsiteY192" fmla="*/ 152947 h 198324"/>
                <a:gd name="connsiteX193" fmla="*/ 77831 w 203170"/>
                <a:gd name="connsiteY193" fmla="*/ 152636 h 198324"/>
                <a:gd name="connsiteX194" fmla="*/ 76987 w 203170"/>
                <a:gd name="connsiteY194" fmla="*/ 151773 h 198324"/>
                <a:gd name="connsiteX195" fmla="*/ 75932 w 203170"/>
                <a:gd name="connsiteY195" fmla="*/ 151213 h 198324"/>
                <a:gd name="connsiteX196" fmla="*/ 81198 w 203170"/>
                <a:gd name="connsiteY196" fmla="*/ 144595 h 198324"/>
                <a:gd name="connsiteX197" fmla="*/ 83042 w 203170"/>
                <a:gd name="connsiteY197" fmla="*/ 142090 h 198324"/>
                <a:gd name="connsiteX198" fmla="*/ 86967 w 203170"/>
                <a:gd name="connsiteY198" fmla="*/ 137516 h 198324"/>
                <a:gd name="connsiteX199" fmla="*/ 88229 w 203170"/>
                <a:gd name="connsiteY199" fmla="*/ 135327 h 198324"/>
                <a:gd name="connsiteX200" fmla="*/ 89885 w 203170"/>
                <a:gd name="connsiteY200" fmla="*/ 133865 h 198324"/>
                <a:gd name="connsiteX201" fmla="*/ 91281 w 203170"/>
                <a:gd name="connsiteY201" fmla="*/ 131226 h 198324"/>
                <a:gd name="connsiteX202" fmla="*/ 92791 w 203170"/>
                <a:gd name="connsiteY202" fmla="*/ 129843 h 198324"/>
                <a:gd name="connsiteX203" fmla="*/ 93817 w 203170"/>
                <a:gd name="connsiteY203" fmla="*/ 127216 h 198324"/>
                <a:gd name="connsiteX204" fmla="*/ 95953 w 203170"/>
                <a:gd name="connsiteY204" fmla="*/ 124554 h 198324"/>
                <a:gd name="connsiteX205" fmla="*/ 96893 w 203170"/>
                <a:gd name="connsiteY205" fmla="*/ 119337 h 198324"/>
                <a:gd name="connsiteX206" fmla="*/ 98367 w 203170"/>
                <a:gd name="connsiteY206" fmla="*/ 116845 h 198324"/>
                <a:gd name="connsiteX207" fmla="*/ 102487 w 203170"/>
                <a:gd name="connsiteY207" fmla="*/ 109153 h 198324"/>
                <a:gd name="connsiteX208" fmla="*/ 106224 w 203170"/>
                <a:gd name="connsiteY208" fmla="*/ 105623 h 198324"/>
                <a:gd name="connsiteX209" fmla="*/ 122606 w 203170"/>
                <a:gd name="connsiteY209" fmla="*/ 103557 h 198324"/>
                <a:gd name="connsiteX210" fmla="*/ 123335 w 203170"/>
                <a:gd name="connsiteY210" fmla="*/ 103161 h 198324"/>
                <a:gd name="connsiteX211" fmla="*/ 124803 w 203170"/>
                <a:gd name="connsiteY211" fmla="*/ 102739 h 198324"/>
                <a:gd name="connsiteX212" fmla="*/ 127351 w 203170"/>
                <a:gd name="connsiteY212" fmla="*/ 103618 h 198324"/>
                <a:gd name="connsiteX213" fmla="*/ 131724 w 203170"/>
                <a:gd name="connsiteY213" fmla="*/ 103704 h 198324"/>
                <a:gd name="connsiteX214" fmla="*/ 142304 w 203170"/>
                <a:gd name="connsiteY214" fmla="*/ 100987 h 198324"/>
                <a:gd name="connsiteX215" fmla="*/ 148807 w 203170"/>
                <a:gd name="connsiteY215" fmla="*/ 95959 h 198324"/>
                <a:gd name="connsiteX216" fmla="*/ 150931 w 203170"/>
                <a:gd name="connsiteY216" fmla="*/ 97445 h 198324"/>
                <a:gd name="connsiteX217" fmla="*/ 152926 w 203170"/>
                <a:gd name="connsiteY217" fmla="*/ 97307 h 198324"/>
                <a:gd name="connsiteX218" fmla="*/ 154188 w 203170"/>
                <a:gd name="connsiteY218" fmla="*/ 99637 h 198324"/>
                <a:gd name="connsiteX219" fmla="*/ 161291 w 203170"/>
                <a:gd name="connsiteY219" fmla="*/ 106147 h 198324"/>
                <a:gd name="connsiteX220" fmla="*/ 166525 w 203170"/>
                <a:gd name="connsiteY220" fmla="*/ 105379 h 198324"/>
                <a:gd name="connsiteX221" fmla="*/ 158530 w 203170"/>
                <a:gd name="connsiteY221" fmla="*/ 110085 h 198324"/>
                <a:gd name="connsiteX222" fmla="*/ 156449 w 203170"/>
                <a:gd name="connsiteY222" fmla="*/ 112153 h 198324"/>
                <a:gd name="connsiteX223" fmla="*/ 153288 w 203170"/>
                <a:gd name="connsiteY223" fmla="*/ 117443 h 198324"/>
                <a:gd name="connsiteX224" fmla="*/ 147628 w 203170"/>
                <a:gd name="connsiteY224" fmla="*/ 123333 h 198324"/>
                <a:gd name="connsiteX225" fmla="*/ 145335 w 203170"/>
                <a:gd name="connsiteY225" fmla="*/ 125704 h 198324"/>
                <a:gd name="connsiteX226" fmla="*/ 143696 w 203170"/>
                <a:gd name="connsiteY226" fmla="*/ 129981 h 198324"/>
                <a:gd name="connsiteX227" fmla="*/ 144340 w 203170"/>
                <a:gd name="connsiteY227" fmla="*/ 131515 h 198324"/>
                <a:gd name="connsiteX228" fmla="*/ 144199 w 203170"/>
                <a:gd name="connsiteY228" fmla="*/ 134039 h 198324"/>
                <a:gd name="connsiteX229" fmla="*/ 144484 w 203170"/>
                <a:gd name="connsiteY229" fmla="*/ 135956 h 198324"/>
                <a:gd name="connsiteX230" fmla="*/ 142403 w 203170"/>
                <a:gd name="connsiteY230" fmla="*/ 142543 h 198324"/>
                <a:gd name="connsiteX231" fmla="*/ 142747 w 203170"/>
                <a:gd name="connsiteY231" fmla="*/ 146310 h 198324"/>
                <a:gd name="connsiteX232" fmla="*/ 145257 w 203170"/>
                <a:gd name="connsiteY232" fmla="*/ 155119 h 198324"/>
                <a:gd name="connsiteX233" fmla="*/ 138554 w 203170"/>
                <a:gd name="connsiteY233" fmla="*/ 156300 h 198324"/>
                <a:gd name="connsiteX234" fmla="*/ 137371 w 203170"/>
                <a:gd name="connsiteY234" fmla="*/ 154117 h 198324"/>
                <a:gd name="connsiteX235" fmla="*/ 134666 w 203170"/>
                <a:gd name="connsiteY235" fmla="*/ 152947 h 198324"/>
                <a:gd name="connsiteX236" fmla="*/ 132276 w 203170"/>
                <a:gd name="connsiteY236" fmla="*/ 147839 h 198324"/>
                <a:gd name="connsiteX237" fmla="*/ 131093 w 203170"/>
                <a:gd name="connsiteY237" fmla="*/ 145655 h 198324"/>
                <a:gd name="connsiteX238" fmla="*/ 130984 w 203170"/>
                <a:gd name="connsiteY238" fmla="*/ 142324 h 198324"/>
                <a:gd name="connsiteX239" fmla="*/ 129571 w 203170"/>
                <a:gd name="connsiteY239" fmla="*/ 137630 h 198324"/>
                <a:gd name="connsiteX240" fmla="*/ 129571 w 203170"/>
                <a:gd name="connsiteY240" fmla="*/ 133110 h 198324"/>
                <a:gd name="connsiteX241" fmla="*/ 129172 w 203170"/>
                <a:gd name="connsiteY241" fmla="*/ 129938 h 198324"/>
                <a:gd name="connsiteX242" fmla="*/ 128286 w 203170"/>
                <a:gd name="connsiteY242" fmla="*/ 125521 h 198324"/>
                <a:gd name="connsiteX243" fmla="*/ 129264 w 203170"/>
                <a:gd name="connsiteY243" fmla="*/ 121414 h 198324"/>
                <a:gd name="connsiteX244" fmla="*/ 127213 w 203170"/>
                <a:gd name="connsiteY244" fmla="*/ 117629 h 198324"/>
                <a:gd name="connsiteX245" fmla="*/ 126243 w 203170"/>
                <a:gd name="connsiteY245" fmla="*/ 115143 h 198324"/>
                <a:gd name="connsiteX246" fmla="*/ 122774 w 203170"/>
                <a:gd name="connsiteY246" fmla="*/ 108736 h 198324"/>
                <a:gd name="connsiteX247" fmla="*/ 122532 w 203170"/>
                <a:gd name="connsiteY247" fmla="*/ 105855 h 198324"/>
                <a:gd name="connsiteX248" fmla="*/ 122325 w 203170"/>
                <a:gd name="connsiteY248" fmla="*/ 104083 h 198324"/>
                <a:gd name="connsiteX249" fmla="*/ 122602 w 203170"/>
                <a:gd name="connsiteY249" fmla="*/ 103557 h 198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</a:cxnLst>
              <a:rect l="l" t="t" r="r" b="b"/>
              <a:pathLst>
                <a:path w="203170" h="198324">
                  <a:moveTo>
                    <a:pt x="35418" y="29138"/>
                  </a:moveTo>
                  <a:cubicBezTo>
                    <a:pt x="33760" y="31023"/>
                    <a:pt x="34054" y="34091"/>
                    <a:pt x="33876" y="36375"/>
                  </a:cubicBezTo>
                  <a:cubicBezTo>
                    <a:pt x="33772" y="37719"/>
                    <a:pt x="32838" y="38567"/>
                    <a:pt x="32505" y="39753"/>
                  </a:cubicBezTo>
                  <a:cubicBezTo>
                    <a:pt x="31947" y="41751"/>
                    <a:pt x="32209" y="44180"/>
                    <a:pt x="31455" y="46159"/>
                  </a:cubicBezTo>
                  <a:cubicBezTo>
                    <a:pt x="31246" y="46702"/>
                    <a:pt x="30654" y="47153"/>
                    <a:pt x="30394" y="47676"/>
                  </a:cubicBezTo>
                  <a:cubicBezTo>
                    <a:pt x="29481" y="49510"/>
                    <a:pt x="26757" y="57026"/>
                    <a:pt x="27348" y="58740"/>
                  </a:cubicBezTo>
                  <a:cubicBezTo>
                    <a:pt x="27619" y="59525"/>
                    <a:pt x="28223" y="60185"/>
                    <a:pt x="28676" y="60845"/>
                  </a:cubicBezTo>
                  <a:cubicBezTo>
                    <a:pt x="30626" y="63684"/>
                    <a:pt x="31586" y="67258"/>
                    <a:pt x="33644" y="70016"/>
                  </a:cubicBezTo>
                  <a:cubicBezTo>
                    <a:pt x="36611" y="73996"/>
                    <a:pt x="41244" y="80542"/>
                    <a:pt x="38222" y="85426"/>
                  </a:cubicBezTo>
                  <a:cubicBezTo>
                    <a:pt x="37929" y="85900"/>
                    <a:pt x="35562" y="88904"/>
                    <a:pt x="35080" y="89010"/>
                  </a:cubicBezTo>
                  <a:cubicBezTo>
                    <a:pt x="34350" y="89174"/>
                    <a:pt x="33721" y="88355"/>
                    <a:pt x="32981" y="88260"/>
                  </a:cubicBezTo>
                  <a:cubicBezTo>
                    <a:pt x="32626" y="88174"/>
                    <a:pt x="32204" y="88432"/>
                    <a:pt x="31871" y="88260"/>
                  </a:cubicBezTo>
                  <a:cubicBezTo>
                    <a:pt x="30935" y="87889"/>
                    <a:pt x="30249" y="86410"/>
                    <a:pt x="29141" y="86349"/>
                  </a:cubicBezTo>
                  <a:cubicBezTo>
                    <a:pt x="26626" y="86211"/>
                    <a:pt x="24097" y="87755"/>
                    <a:pt x="21619" y="87410"/>
                  </a:cubicBezTo>
                  <a:cubicBezTo>
                    <a:pt x="20780" y="87297"/>
                    <a:pt x="17975" y="85882"/>
                    <a:pt x="17300" y="86737"/>
                  </a:cubicBezTo>
                  <a:cubicBezTo>
                    <a:pt x="17122" y="86961"/>
                    <a:pt x="17429" y="87341"/>
                    <a:pt x="17404" y="87623"/>
                  </a:cubicBezTo>
                  <a:cubicBezTo>
                    <a:pt x="17283" y="88934"/>
                    <a:pt x="17047" y="90555"/>
                    <a:pt x="16427" y="91729"/>
                  </a:cubicBezTo>
                  <a:cubicBezTo>
                    <a:pt x="15567" y="93360"/>
                    <a:pt x="14449" y="94673"/>
                    <a:pt x="12926" y="95697"/>
                  </a:cubicBezTo>
                  <a:cubicBezTo>
                    <a:pt x="11905" y="96386"/>
                    <a:pt x="9963" y="96550"/>
                    <a:pt x="9590" y="97880"/>
                  </a:cubicBezTo>
                  <a:cubicBezTo>
                    <a:pt x="9490" y="98242"/>
                    <a:pt x="9760" y="98544"/>
                    <a:pt x="9772" y="98912"/>
                  </a:cubicBezTo>
                  <a:cubicBezTo>
                    <a:pt x="9824" y="100333"/>
                    <a:pt x="10053" y="102145"/>
                    <a:pt x="9859" y="103575"/>
                  </a:cubicBezTo>
                  <a:cubicBezTo>
                    <a:pt x="9389" y="106889"/>
                    <a:pt x="6757" y="109735"/>
                    <a:pt x="6157" y="112735"/>
                  </a:cubicBezTo>
                  <a:cubicBezTo>
                    <a:pt x="5886" y="114106"/>
                    <a:pt x="7917" y="116591"/>
                    <a:pt x="8031" y="117935"/>
                  </a:cubicBezTo>
                  <a:cubicBezTo>
                    <a:pt x="8074" y="118409"/>
                    <a:pt x="7668" y="118809"/>
                    <a:pt x="7632" y="119280"/>
                  </a:cubicBezTo>
                  <a:cubicBezTo>
                    <a:pt x="7521" y="120702"/>
                    <a:pt x="7304" y="122402"/>
                    <a:pt x="7262" y="123812"/>
                  </a:cubicBezTo>
                  <a:cubicBezTo>
                    <a:pt x="7228" y="124876"/>
                    <a:pt x="7745" y="126236"/>
                    <a:pt x="7451" y="127288"/>
                  </a:cubicBezTo>
                  <a:cubicBezTo>
                    <a:pt x="6607" y="130298"/>
                    <a:pt x="-406" y="137823"/>
                    <a:pt x="92" y="140123"/>
                  </a:cubicBezTo>
                  <a:cubicBezTo>
                    <a:pt x="795" y="143371"/>
                    <a:pt x="7449" y="148974"/>
                    <a:pt x="9876" y="151583"/>
                  </a:cubicBezTo>
                  <a:cubicBezTo>
                    <a:pt x="11179" y="152984"/>
                    <a:pt x="12372" y="154538"/>
                    <a:pt x="13721" y="155902"/>
                  </a:cubicBezTo>
                  <a:cubicBezTo>
                    <a:pt x="14452" y="156644"/>
                    <a:pt x="14399" y="156463"/>
                    <a:pt x="14328" y="156325"/>
                  </a:cubicBezTo>
                  <a:cubicBezTo>
                    <a:pt x="14213" y="156325"/>
                    <a:pt x="14353" y="156411"/>
                    <a:pt x="14414" y="156471"/>
                  </a:cubicBezTo>
                  <a:cubicBezTo>
                    <a:pt x="14549" y="156557"/>
                    <a:pt x="14768" y="156592"/>
                    <a:pt x="15244" y="156962"/>
                  </a:cubicBezTo>
                  <a:cubicBezTo>
                    <a:pt x="17713" y="158891"/>
                    <a:pt x="18781" y="162148"/>
                    <a:pt x="20533" y="164643"/>
                  </a:cubicBezTo>
                  <a:cubicBezTo>
                    <a:pt x="21172" y="165553"/>
                    <a:pt x="22590" y="166045"/>
                    <a:pt x="23275" y="166924"/>
                  </a:cubicBezTo>
                  <a:cubicBezTo>
                    <a:pt x="23498" y="167208"/>
                    <a:pt x="23528" y="167510"/>
                    <a:pt x="23748" y="167797"/>
                  </a:cubicBezTo>
                  <a:cubicBezTo>
                    <a:pt x="24520" y="168787"/>
                    <a:pt x="26059" y="171668"/>
                    <a:pt x="27078" y="172208"/>
                  </a:cubicBezTo>
                  <a:cubicBezTo>
                    <a:pt x="28406" y="172915"/>
                    <a:pt x="29735" y="172828"/>
                    <a:pt x="31051" y="173634"/>
                  </a:cubicBezTo>
                  <a:cubicBezTo>
                    <a:pt x="32064" y="174255"/>
                    <a:pt x="32691" y="175513"/>
                    <a:pt x="34072" y="175387"/>
                  </a:cubicBezTo>
                  <a:cubicBezTo>
                    <a:pt x="35353" y="175275"/>
                    <a:pt x="39396" y="172325"/>
                    <a:pt x="40915" y="171682"/>
                  </a:cubicBezTo>
                  <a:cubicBezTo>
                    <a:pt x="42216" y="171130"/>
                    <a:pt x="48224" y="171510"/>
                    <a:pt x="49741" y="171984"/>
                  </a:cubicBezTo>
                  <a:cubicBezTo>
                    <a:pt x="50016" y="172070"/>
                    <a:pt x="50163" y="172440"/>
                    <a:pt x="50427" y="172562"/>
                  </a:cubicBezTo>
                  <a:cubicBezTo>
                    <a:pt x="50802" y="172734"/>
                    <a:pt x="51289" y="172562"/>
                    <a:pt x="51550" y="172898"/>
                  </a:cubicBezTo>
                  <a:cubicBezTo>
                    <a:pt x="51769" y="173156"/>
                    <a:pt x="51350" y="173596"/>
                    <a:pt x="51361" y="173941"/>
                  </a:cubicBezTo>
                  <a:cubicBezTo>
                    <a:pt x="51372" y="174286"/>
                    <a:pt x="51569" y="174545"/>
                    <a:pt x="51688" y="174893"/>
                  </a:cubicBezTo>
                  <a:cubicBezTo>
                    <a:pt x="52424" y="177035"/>
                    <a:pt x="53395" y="178040"/>
                    <a:pt x="55788" y="177944"/>
                  </a:cubicBezTo>
                  <a:cubicBezTo>
                    <a:pt x="56810" y="177944"/>
                    <a:pt x="56826" y="178160"/>
                    <a:pt x="57784" y="177806"/>
                  </a:cubicBezTo>
                  <a:cubicBezTo>
                    <a:pt x="59214" y="177281"/>
                    <a:pt x="61628" y="176035"/>
                    <a:pt x="62577" y="174834"/>
                  </a:cubicBezTo>
                  <a:cubicBezTo>
                    <a:pt x="63441" y="173740"/>
                    <a:pt x="62996" y="172660"/>
                    <a:pt x="63578" y="171467"/>
                  </a:cubicBezTo>
                  <a:cubicBezTo>
                    <a:pt x="64160" y="170274"/>
                    <a:pt x="66036" y="169018"/>
                    <a:pt x="67339" y="168678"/>
                  </a:cubicBezTo>
                  <a:cubicBezTo>
                    <a:pt x="71138" y="167685"/>
                    <a:pt x="74194" y="173155"/>
                    <a:pt x="76073" y="172985"/>
                  </a:cubicBezTo>
                  <a:cubicBezTo>
                    <a:pt x="77255" y="172873"/>
                    <a:pt x="80693" y="170376"/>
                    <a:pt x="83019" y="170165"/>
                  </a:cubicBezTo>
                  <a:cubicBezTo>
                    <a:pt x="84982" y="169993"/>
                    <a:pt x="86063" y="170872"/>
                    <a:pt x="87866" y="171118"/>
                  </a:cubicBezTo>
                  <a:cubicBezTo>
                    <a:pt x="88314" y="171204"/>
                    <a:pt x="88753" y="171118"/>
                    <a:pt x="89201" y="171118"/>
                  </a:cubicBezTo>
                  <a:cubicBezTo>
                    <a:pt x="90586" y="171307"/>
                    <a:pt x="92585" y="172052"/>
                    <a:pt x="93914" y="172519"/>
                  </a:cubicBezTo>
                  <a:cubicBezTo>
                    <a:pt x="95243" y="172986"/>
                    <a:pt x="96012" y="173613"/>
                    <a:pt x="97438" y="173811"/>
                  </a:cubicBezTo>
                  <a:cubicBezTo>
                    <a:pt x="99014" y="174036"/>
                    <a:pt x="104240" y="174665"/>
                    <a:pt x="105560" y="175250"/>
                  </a:cubicBezTo>
                  <a:cubicBezTo>
                    <a:pt x="105825" y="175362"/>
                    <a:pt x="105973" y="175733"/>
                    <a:pt x="106247" y="175819"/>
                  </a:cubicBezTo>
                  <a:cubicBezTo>
                    <a:pt x="106554" y="175922"/>
                    <a:pt x="109115" y="176483"/>
                    <a:pt x="109457" y="176526"/>
                  </a:cubicBezTo>
                  <a:cubicBezTo>
                    <a:pt x="110849" y="176699"/>
                    <a:pt x="112462" y="176310"/>
                    <a:pt x="113830" y="176612"/>
                  </a:cubicBezTo>
                  <a:cubicBezTo>
                    <a:pt x="115530" y="176983"/>
                    <a:pt x="117198" y="177629"/>
                    <a:pt x="118914" y="178002"/>
                  </a:cubicBezTo>
                  <a:cubicBezTo>
                    <a:pt x="122316" y="178744"/>
                    <a:pt x="125765" y="179217"/>
                    <a:pt x="129135" y="180187"/>
                  </a:cubicBezTo>
                  <a:cubicBezTo>
                    <a:pt x="130258" y="180514"/>
                    <a:pt x="132197" y="181884"/>
                    <a:pt x="133120" y="181983"/>
                  </a:cubicBezTo>
                  <a:cubicBezTo>
                    <a:pt x="133442" y="181983"/>
                    <a:pt x="133687" y="181802"/>
                    <a:pt x="134006" y="181880"/>
                  </a:cubicBezTo>
                  <a:cubicBezTo>
                    <a:pt x="134483" y="181983"/>
                    <a:pt x="139175" y="187520"/>
                    <a:pt x="139246" y="188079"/>
                  </a:cubicBezTo>
                  <a:cubicBezTo>
                    <a:pt x="139410" y="189350"/>
                    <a:pt x="138537" y="190651"/>
                    <a:pt x="139736" y="191767"/>
                  </a:cubicBezTo>
                  <a:cubicBezTo>
                    <a:pt x="141966" y="199592"/>
                    <a:pt x="144309" y="197963"/>
                    <a:pt x="146936" y="196718"/>
                  </a:cubicBezTo>
                  <a:cubicBezTo>
                    <a:pt x="148146" y="196140"/>
                    <a:pt x="148478" y="197468"/>
                    <a:pt x="149369" y="196347"/>
                  </a:cubicBezTo>
                  <a:cubicBezTo>
                    <a:pt x="149623" y="196028"/>
                    <a:pt x="149524" y="195597"/>
                    <a:pt x="149702" y="195225"/>
                  </a:cubicBezTo>
                  <a:cubicBezTo>
                    <a:pt x="150484" y="193619"/>
                    <a:pt x="151880" y="192214"/>
                    <a:pt x="152662" y="190609"/>
                  </a:cubicBezTo>
                  <a:cubicBezTo>
                    <a:pt x="153329" y="189237"/>
                    <a:pt x="152792" y="189497"/>
                    <a:pt x="153766" y="188127"/>
                  </a:cubicBezTo>
                  <a:cubicBezTo>
                    <a:pt x="154414" y="187218"/>
                    <a:pt x="155500" y="186775"/>
                    <a:pt x="156060" y="185756"/>
                  </a:cubicBezTo>
                  <a:cubicBezTo>
                    <a:pt x="156464" y="185015"/>
                    <a:pt x="156509" y="183914"/>
                    <a:pt x="157164" y="183275"/>
                  </a:cubicBezTo>
                  <a:cubicBezTo>
                    <a:pt x="158432" y="182032"/>
                    <a:pt x="160399" y="180858"/>
                    <a:pt x="160798" y="178859"/>
                  </a:cubicBezTo>
                  <a:cubicBezTo>
                    <a:pt x="161329" y="176198"/>
                    <a:pt x="153607" y="170787"/>
                    <a:pt x="155005" y="167122"/>
                  </a:cubicBezTo>
                  <a:cubicBezTo>
                    <a:pt x="155251" y="166483"/>
                    <a:pt x="156005" y="164330"/>
                    <a:pt x="156455" y="163888"/>
                  </a:cubicBezTo>
                  <a:cubicBezTo>
                    <a:pt x="156956" y="163397"/>
                    <a:pt x="158594" y="163414"/>
                    <a:pt x="159167" y="162985"/>
                  </a:cubicBezTo>
                  <a:cubicBezTo>
                    <a:pt x="159740" y="162555"/>
                    <a:pt x="161294" y="160040"/>
                    <a:pt x="161491" y="159278"/>
                  </a:cubicBezTo>
                  <a:cubicBezTo>
                    <a:pt x="161588" y="158907"/>
                    <a:pt x="161258" y="155872"/>
                    <a:pt x="161145" y="155511"/>
                  </a:cubicBezTo>
                  <a:cubicBezTo>
                    <a:pt x="160437" y="153259"/>
                    <a:pt x="158526" y="151311"/>
                    <a:pt x="157675" y="149105"/>
                  </a:cubicBezTo>
                  <a:cubicBezTo>
                    <a:pt x="156632" y="146396"/>
                    <a:pt x="157900" y="148821"/>
                    <a:pt x="156940" y="147054"/>
                  </a:cubicBezTo>
                  <a:cubicBezTo>
                    <a:pt x="156462" y="146173"/>
                    <a:pt x="155742" y="145243"/>
                    <a:pt x="155442" y="144288"/>
                  </a:cubicBezTo>
                  <a:cubicBezTo>
                    <a:pt x="154838" y="142365"/>
                    <a:pt x="155826" y="140202"/>
                    <a:pt x="155765" y="138277"/>
                  </a:cubicBezTo>
                  <a:cubicBezTo>
                    <a:pt x="155650" y="134875"/>
                    <a:pt x="155555" y="130177"/>
                    <a:pt x="157028" y="127049"/>
                  </a:cubicBezTo>
                  <a:cubicBezTo>
                    <a:pt x="158563" y="123786"/>
                    <a:pt x="160185" y="121796"/>
                    <a:pt x="162852" y="119376"/>
                  </a:cubicBezTo>
                  <a:cubicBezTo>
                    <a:pt x="164442" y="117932"/>
                    <a:pt x="166895" y="117438"/>
                    <a:pt x="168518" y="115931"/>
                  </a:cubicBezTo>
                  <a:cubicBezTo>
                    <a:pt x="170290" y="114283"/>
                    <a:pt x="171638" y="112258"/>
                    <a:pt x="173304" y="110514"/>
                  </a:cubicBezTo>
                  <a:cubicBezTo>
                    <a:pt x="174117" y="109661"/>
                    <a:pt x="175238" y="109122"/>
                    <a:pt x="176047" y="108275"/>
                  </a:cubicBezTo>
                  <a:cubicBezTo>
                    <a:pt x="177514" y="106740"/>
                    <a:pt x="178741" y="103945"/>
                    <a:pt x="180384" y="102725"/>
                  </a:cubicBezTo>
                  <a:cubicBezTo>
                    <a:pt x="181457" y="101932"/>
                    <a:pt x="182924" y="101511"/>
                    <a:pt x="184024" y="100755"/>
                  </a:cubicBezTo>
                  <a:cubicBezTo>
                    <a:pt x="185582" y="99680"/>
                    <a:pt x="186976" y="98332"/>
                    <a:pt x="188501" y="97200"/>
                  </a:cubicBezTo>
                  <a:cubicBezTo>
                    <a:pt x="192395" y="94310"/>
                    <a:pt x="202300" y="91808"/>
                    <a:pt x="203188" y="86422"/>
                  </a:cubicBezTo>
                  <a:cubicBezTo>
                    <a:pt x="203439" y="84905"/>
                    <a:pt x="202730" y="80332"/>
                    <a:pt x="201399" y="79293"/>
                  </a:cubicBezTo>
                  <a:cubicBezTo>
                    <a:pt x="200068" y="78255"/>
                    <a:pt x="198591" y="77754"/>
                    <a:pt x="197456" y="76533"/>
                  </a:cubicBezTo>
                  <a:cubicBezTo>
                    <a:pt x="194832" y="73713"/>
                    <a:pt x="192373" y="69865"/>
                    <a:pt x="191118" y="66221"/>
                  </a:cubicBezTo>
                  <a:cubicBezTo>
                    <a:pt x="190175" y="63482"/>
                    <a:pt x="190882" y="60192"/>
                    <a:pt x="190826" y="57339"/>
                  </a:cubicBezTo>
                  <a:cubicBezTo>
                    <a:pt x="190800" y="56042"/>
                    <a:pt x="190454" y="54788"/>
                    <a:pt x="190626" y="53494"/>
                  </a:cubicBezTo>
                  <a:cubicBezTo>
                    <a:pt x="190752" y="52554"/>
                    <a:pt x="191234" y="51681"/>
                    <a:pt x="191203" y="50735"/>
                  </a:cubicBezTo>
                  <a:cubicBezTo>
                    <a:pt x="191196" y="50467"/>
                    <a:pt x="190897" y="50260"/>
                    <a:pt x="190810" y="50010"/>
                  </a:cubicBezTo>
                  <a:cubicBezTo>
                    <a:pt x="190201" y="48242"/>
                    <a:pt x="190276" y="46191"/>
                    <a:pt x="189664" y="44417"/>
                  </a:cubicBezTo>
                  <a:cubicBezTo>
                    <a:pt x="189383" y="43606"/>
                    <a:pt x="188609" y="42921"/>
                    <a:pt x="188402" y="42087"/>
                  </a:cubicBezTo>
                  <a:cubicBezTo>
                    <a:pt x="188342" y="41854"/>
                    <a:pt x="188244" y="40249"/>
                    <a:pt x="188105" y="39800"/>
                  </a:cubicBezTo>
                  <a:cubicBezTo>
                    <a:pt x="187788" y="38795"/>
                    <a:pt x="185814" y="33051"/>
                    <a:pt x="184903" y="32497"/>
                  </a:cubicBezTo>
                  <a:cubicBezTo>
                    <a:pt x="182132" y="30807"/>
                    <a:pt x="178927" y="35951"/>
                    <a:pt x="176356" y="36184"/>
                  </a:cubicBezTo>
                  <a:cubicBezTo>
                    <a:pt x="175947" y="36184"/>
                    <a:pt x="175498" y="35908"/>
                    <a:pt x="175088" y="35934"/>
                  </a:cubicBezTo>
                  <a:cubicBezTo>
                    <a:pt x="173888" y="36020"/>
                    <a:pt x="172529" y="36799"/>
                    <a:pt x="171345" y="37020"/>
                  </a:cubicBezTo>
                  <a:cubicBezTo>
                    <a:pt x="169887" y="37296"/>
                    <a:pt x="169090" y="36580"/>
                    <a:pt x="167699" y="36545"/>
                  </a:cubicBezTo>
                  <a:cubicBezTo>
                    <a:pt x="166389" y="36545"/>
                    <a:pt x="162960" y="37175"/>
                    <a:pt x="162113" y="35617"/>
                  </a:cubicBezTo>
                  <a:cubicBezTo>
                    <a:pt x="161601" y="34672"/>
                    <a:pt x="161914" y="32350"/>
                    <a:pt x="161820" y="31256"/>
                  </a:cubicBezTo>
                  <a:cubicBezTo>
                    <a:pt x="161703" y="29888"/>
                    <a:pt x="162408" y="28903"/>
                    <a:pt x="162071" y="27543"/>
                  </a:cubicBezTo>
                  <a:cubicBezTo>
                    <a:pt x="161813" y="26510"/>
                    <a:pt x="160467" y="24668"/>
                    <a:pt x="160682" y="23588"/>
                  </a:cubicBezTo>
                  <a:cubicBezTo>
                    <a:pt x="160790" y="23053"/>
                    <a:pt x="161120" y="22700"/>
                    <a:pt x="161227" y="22163"/>
                  </a:cubicBezTo>
                  <a:cubicBezTo>
                    <a:pt x="161508" y="20745"/>
                    <a:pt x="161911" y="14872"/>
                    <a:pt x="161544" y="13706"/>
                  </a:cubicBezTo>
                  <a:cubicBezTo>
                    <a:pt x="160572" y="10616"/>
                    <a:pt x="159052" y="9843"/>
                    <a:pt x="157267" y="7549"/>
                  </a:cubicBezTo>
                  <a:cubicBezTo>
                    <a:pt x="156436" y="6481"/>
                    <a:pt x="156256" y="4958"/>
                    <a:pt x="154447" y="5121"/>
                  </a:cubicBezTo>
                  <a:cubicBezTo>
                    <a:pt x="153923" y="5208"/>
                    <a:pt x="153490" y="5415"/>
                    <a:pt x="152979" y="5544"/>
                  </a:cubicBezTo>
                  <a:cubicBezTo>
                    <a:pt x="152132" y="5751"/>
                    <a:pt x="151287" y="5811"/>
                    <a:pt x="150480" y="6139"/>
                  </a:cubicBezTo>
                  <a:cubicBezTo>
                    <a:pt x="148424" y="6984"/>
                    <a:pt x="146318" y="8393"/>
                    <a:pt x="144365" y="9451"/>
                  </a:cubicBezTo>
                  <a:cubicBezTo>
                    <a:pt x="139599" y="12032"/>
                    <a:pt x="134985" y="14646"/>
                    <a:pt x="129927" y="16517"/>
                  </a:cubicBezTo>
                  <a:cubicBezTo>
                    <a:pt x="127709" y="17336"/>
                    <a:pt x="124883" y="19264"/>
                    <a:pt x="122374" y="18912"/>
                  </a:cubicBezTo>
                  <a:cubicBezTo>
                    <a:pt x="121906" y="18825"/>
                    <a:pt x="121417" y="18438"/>
                    <a:pt x="120949" y="18369"/>
                  </a:cubicBezTo>
                  <a:cubicBezTo>
                    <a:pt x="120143" y="18248"/>
                    <a:pt x="118798" y="18602"/>
                    <a:pt x="117977" y="18093"/>
                  </a:cubicBezTo>
                  <a:cubicBezTo>
                    <a:pt x="117192" y="17610"/>
                    <a:pt x="115822" y="13694"/>
                    <a:pt x="115509" y="12840"/>
                  </a:cubicBezTo>
                  <a:cubicBezTo>
                    <a:pt x="114447" y="9949"/>
                    <a:pt x="111880" y="5729"/>
                    <a:pt x="109722" y="3547"/>
                  </a:cubicBezTo>
                  <a:cubicBezTo>
                    <a:pt x="108971" y="2788"/>
                    <a:pt x="107918" y="2288"/>
                    <a:pt x="107138" y="1557"/>
                  </a:cubicBezTo>
                  <a:cubicBezTo>
                    <a:pt x="106469" y="928"/>
                    <a:pt x="106280" y="-169"/>
                    <a:pt x="105440" y="-536"/>
                  </a:cubicBezTo>
                  <a:cubicBezTo>
                    <a:pt x="104924" y="-770"/>
                    <a:pt x="103499" y="971"/>
                    <a:pt x="103201" y="1240"/>
                  </a:cubicBezTo>
                  <a:cubicBezTo>
                    <a:pt x="102077" y="2261"/>
                    <a:pt x="99609" y="3255"/>
                    <a:pt x="98779" y="4199"/>
                  </a:cubicBezTo>
                  <a:cubicBezTo>
                    <a:pt x="98508" y="4510"/>
                    <a:pt x="98538" y="5066"/>
                    <a:pt x="98300" y="5401"/>
                  </a:cubicBezTo>
                  <a:lnTo>
                    <a:pt x="95091" y="9210"/>
                  </a:lnTo>
                  <a:cubicBezTo>
                    <a:pt x="94663" y="9658"/>
                    <a:pt x="90286" y="11220"/>
                    <a:pt x="89746" y="11163"/>
                  </a:cubicBezTo>
                  <a:cubicBezTo>
                    <a:pt x="88837" y="11068"/>
                    <a:pt x="87984" y="9405"/>
                    <a:pt x="87320" y="9464"/>
                  </a:cubicBezTo>
                  <a:cubicBezTo>
                    <a:pt x="86998" y="9464"/>
                    <a:pt x="87034" y="9999"/>
                    <a:pt x="86751" y="10154"/>
                  </a:cubicBezTo>
                  <a:cubicBezTo>
                    <a:pt x="85609" y="10775"/>
                    <a:pt x="84186" y="10654"/>
                    <a:pt x="83166" y="11531"/>
                  </a:cubicBezTo>
                  <a:cubicBezTo>
                    <a:pt x="82479" y="12118"/>
                    <a:pt x="82101" y="12955"/>
                    <a:pt x="81455" y="13588"/>
                  </a:cubicBezTo>
                  <a:cubicBezTo>
                    <a:pt x="81421" y="13588"/>
                    <a:pt x="79674" y="14866"/>
                    <a:pt x="79508" y="15207"/>
                  </a:cubicBezTo>
                  <a:cubicBezTo>
                    <a:pt x="78895" y="16465"/>
                    <a:pt x="78989" y="18394"/>
                    <a:pt x="78318" y="19616"/>
                  </a:cubicBezTo>
                  <a:cubicBezTo>
                    <a:pt x="78054" y="20099"/>
                    <a:pt x="77598" y="20341"/>
                    <a:pt x="77244" y="20763"/>
                  </a:cubicBezTo>
                  <a:cubicBezTo>
                    <a:pt x="75979" y="22258"/>
                    <a:pt x="74780" y="24127"/>
                    <a:pt x="73398" y="25482"/>
                  </a:cubicBezTo>
                  <a:cubicBezTo>
                    <a:pt x="71791" y="27057"/>
                    <a:pt x="67874" y="29225"/>
                    <a:pt x="65694" y="30030"/>
                  </a:cubicBezTo>
                  <a:cubicBezTo>
                    <a:pt x="62123" y="31351"/>
                    <a:pt x="58026" y="33785"/>
                    <a:pt x="54083" y="32929"/>
                  </a:cubicBezTo>
                  <a:cubicBezTo>
                    <a:pt x="53421" y="32783"/>
                    <a:pt x="52858" y="32446"/>
                    <a:pt x="52209" y="32248"/>
                  </a:cubicBezTo>
                  <a:cubicBezTo>
                    <a:pt x="49968" y="31576"/>
                    <a:pt x="47238" y="31123"/>
                    <a:pt x="45239" y="29810"/>
                  </a:cubicBezTo>
                  <a:cubicBezTo>
                    <a:pt x="40991" y="27016"/>
                    <a:pt x="43189" y="26449"/>
                    <a:pt x="37923" y="28122"/>
                  </a:cubicBezTo>
                  <a:cubicBezTo>
                    <a:pt x="37029" y="28407"/>
                    <a:pt x="36057" y="28390"/>
                    <a:pt x="35437" y="29092"/>
                  </a:cubicBezTo>
                  <a:close/>
                  <a:moveTo>
                    <a:pt x="106227" y="105648"/>
                  </a:moveTo>
                  <a:cubicBezTo>
                    <a:pt x="106779" y="105269"/>
                    <a:pt x="107322" y="105019"/>
                    <a:pt x="107829" y="104782"/>
                  </a:cubicBezTo>
                  <a:cubicBezTo>
                    <a:pt x="108503" y="104463"/>
                    <a:pt x="108974" y="104360"/>
                    <a:pt x="109375" y="104506"/>
                  </a:cubicBezTo>
                  <a:cubicBezTo>
                    <a:pt x="109624" y="104592"/>
                    <a:pt x="109600" y="105023"/>
                    <a:pt x="109768" y="105230"/>
                  </a:cubicBezTo>
                  <a:cubicBezTo>
                    <a:pt x="109950" y="105455"/>
                    <a:pt x="110236" y="105403"/>
                    <a:pt x="110374" y="105662"/>
                  </a:cubicBezTo>
                  <a:cubicBezTo>
                    <a:pt x="110688" y="106239"/>
                    <a:pt x="110525" y="107100"/>
                    <a:pt x="110737" y="107723"/>
                  </a:cubicBezTo>
                  <a:cubicBezTo>
                    <a:pt x="111255" y="109236"/>
                    <a:pt x="112822" y="110364"/>
                    <a:pt x="112878" y="112025"/>
                  </a:cubicBezTo>
                  <a:cubicBezTo>
                    <a:pt x="113046" y="116998"/>
                    <a:pt x="112873" y="110331"/>
                    <a:pt x="112053" y="113978"/>
                  </a:cubicBezTo>
                  <a:cubicBezTo>
                    <a:pt x="111935" y="114495"/>
                    <a:pt x="112680" y="114923"/>
                    <a:pt x="112841" y="115434"/>
                  </a:cubicBezTo>
                  <a:cubicBezTo>
                    <a:pt x="112987" y="115891"/>
                    <a:pt x="113388" y="119657"/>
                    <a:pt x="113368" y="120232"/>
                  </a:cubicBezTo>
                  <a:cubicBezTo>
                    <a:pt x="113291" y="122408"/>
                    <a:pt x="111737" y="125018"/>
                    <a:pt x="112409" y="127154"/>
                  </a:cubicBezTo>
                  <a:cubicBezTo>
                    <a:pt x="112701" y="128077"/>
                    <a:pt x="113074" y="129083"/>
                    <a:pt x="113392" y="130010"/>
                  </a:cubicBezTo>
                  <a:cubicBezTo>
                    <a:pt x="113508" y="130347"/>
                    <a:pt x="114611" y="131746"/>
                    <a:pt x="114496" y="132049"/>
                  </a:cubicBezTo>
                  <a:cubicBezTo>
                    <a:pt x="114383" y="132342"/>
                    <a:pt x="113843" y="132298"/>
                    <a:pt x="113622" y="132523"/>
                  </a:cubicBezTo>
                  <a:cubicBezTo>
                    <a:pt x="113109" y="133023"/>
                    <a:pt x="112753" y="133714"/>
                    <a:pt x="112573" y="134409"/>
                  </a:cubicBezTo>
                  <a:cubicBezTo>
                    <a:pt x="112495" y="134685"/>
                    <a:pt x="112724" y="135013"/>
                    <a:pt x="112676" y="135296"/>
                  </a:cubicBezTo>
                  <a:cubicBezTo>
                    <a:pt x="112566" y="135959"/>
                    <a:pt x="111893" y="136808"/>
                    <a:pt x="111785" y="137473"/>
                  </a:cubicBezTo>
                  <a:cubicBezTo>
                    <a:pt x="111488" y="139272"/>
                    <a:pt x="113074" y="141243"/>
                    <a:pt x="113883" y="142737"/>
                  </a:cubicBezTo>
                  <a:cubicBezTo>
                    <a:pt x="115194" y="145159"/>
                    <a:pt x="116360" y="147723"/>
                    <a:pt x="118117" y="149861"/>
                  </a:cubicBezTo>
                  <a:cubicBezTo>
                    <a:pt x="119230" y="151214"/>
                    <a:pt x="120748" y="152296"/>
                    <a:pt x="121871" y="153664"/>
                  </a:cubicBezTo>
                  <a:cubicBezTo>
                    <a:pt x="122664" y="154627"/>
                    <a:pt x="123508" y="155721"/>
                    <a:pt x="124267" y="156697"/>
                  </a:cubicBezTo>
                  <a:cubicBezTo>
                    <a:pt x="125121" y="157795"/>
                    <a:pt x="125396" y="159442"/>
                    <a:pt x="126317" y="160482"/>
                  </a:cubicBezTo>
                  <a:cubicBezTo>
                    <a:pt x="126696" y="160913"/>
                    <a:pt x="127218" y="161060"/>
                    <a:pt x="127609" y="161477"/>
                  </a:cubicBezTo>
                  <a:cubicBezTo>
                    <a:pt x="129256" y="163248"/>
                    <a:pt x="129704" y="166296"/>
                    <a:pt x="131236" y="168174"/>
                  </a:cubicBezTo>
                  <a:lnTo>
                    <a:pt x="134111" y="174526"/>
                  </a:lnTo>
                  <a:cubicBezTo>
                    <a:pt x="134523" y="174439"/>
                    <a:pt x="134964" y="174612"/>
                    <a:pt x="135379" y="174776"/>
                  </a:cubicBezTo>
                  <a:cubicBezTo>
                    <a:pt x="136271" y="175207"/>
                    <a:pt x="137529" y="180949"/>
                    <a:pt x="138114" y="183650"/>
                  </a:cubicBezTo>
                  <a:lnTo>
                    <a:pt x="134111" y="174520"/>
                  </a:lnTo>
                  <a:cubicBezTo>
                    <a:pt x="132187" y="174762"/>
                    <a:pt x="130241" y="177188"/>
                    <a:pt x="128221" y="177899"/>
                  </a:cubicBezTo>
                  <a:cubicBezTo>
                    <a:pt x="127902" y="178012"/>
                    <a:pt x="127726" y="177451"/>
                    <a:pt x="127390" y="177408"/>
                  </a:cubicBezTo>
                  <a:cubicBezTo>
                    <a:pt x="126942" y="177322"/>
                    <a:pt x="126402" y="177779"/>
                    <a:pt x="125988" y="177597"/>
                  </a:cubicBezTo>
                  <a:cubicBezTo>
                    <a:pt x="125661" y="177451"/>
                    <a:pt x="125807" y="176934"/>
                    <a:pt x="125515" y="176724"/>
                  </a:cubicBezTo>
                  <a:cubicBezTo>
                    <a:pt x="124842" y="176250"/>
                    <a:pt x="123908" y="176379"/>
                    <a:pt x="123125" y="176138"/>
                  </a:cubicBezTo>
                  <a:cubicBezTo>
                    <a:pt x="121753" y="175715"/>
                    <a:pt x="120591" y="174787"/>
                    <a:pt x="119286" y="174263"/>
                  </a:cubicBezTo>
                  <a:cubicBezTo>
                    <a:pt x="117297" y="173470"/>
                    <a:pt x="118759" y="174755"/>
                    <a:pt x="116671" y="173599"/>
                  </a:cubicBezTo>
                  <a:cubicBezTo>
                    <a:pt x="115479" y="172944"/>
                    <a:pt x="115051" y="171812"/>
                    <a:pt x="113996" y="171094"/>
                  </a:cubicBezTo>
                  <a:cubicBezTo>
                    <a:pt x="113606" y="170826"/>
                    <a:pt x="112958" y="170818"/>
                    <a:pt x="112570" y="170551"/>
                  </a:cubicBezTo>
                  <a:cubicBezTo>
                    <a:pt x="112125" y="170240"/>
                    <a:pt x="112350" y="169437"/>
                    <a:pt x="111569" y="169398"/>
                  </a:cubicBezTo>
                  <a:cubicBezTo>
                    <a:pt x="110414" y="168691"/>
                    <a:pt x="108863" y="168012"/>
                    <a:pt x="107863" y="167074"/>
                  </a:cubicBezTo>
                  <a:cubicBezTo>
                    <a:pt x="107401" y="166643"/>
                    <a:pt x="107542" y="165781"/>
                    <a:pt x="106704" y="165631"/>
                  </a:cubicBezTo>
                  <a:cubicBezTo>
                    <a:pt x="105125" y="164397"/>
                    <a:pt x="106238" y="165346"/>
                    <a:pt x="104740" y="164435"/>
                  </a:cubicBezTo>
                  <a:cubicBezTo>
                    <a:pt x="103730" y="163823"/>
                    <a:pt x="103669" y="161976"/>
                    <a:pt x="102792" y="161536"/>
                  </a:cubicBezTo>
                  <a:cubicBezTo>
                    <a:pt x="102150" y="161217"/>
                    <a:pt x="101434" y="163644"/>
                    <a:pt x="100717" y="161530"/>
                  </a:cubicBezTo>
                  <a:cubicBezTo>
                    <a:pt x="100034" y="161168"/>
                    <a:pt x="99695" y="160409"/>
                    <a:pt x="99110" y="159952"/>
                  </a:cubicBezTo>
                  <a:cubicBezTo>
                    <a:pt x="98345" y="159357"/>
                    <a:pt x="97102" y="158943"/>
                    <a:pt x="96247" y="158491"/>
                  </a:cubicBezTo>
                  <a:cubicBezTo>
                    <a:pt x="94387" y="157503"/>
                    <a:pt x="91905" y="157568"/>
                    <a:pt x="89975" y="156991"/>
                  </a:cubicBezTo>
                  <a:cubicBezTo>
                    <a:pt x="89455" y="156836"/>
                    <a:pt x="89126" y="156414"/>
                    <a:pt x="88616" y="156224"/>
                  </a:cubicBezTo>
                  <a:cubicBezTo>
                    <a:pt x="87846" y="155930"/>
                    <a:pt x="86822" y="156068"/>
                    <a:pt x="86080" y="155706"/>
                  </a:cubicBezTo>
                  <a:cubicBezTo>
                    <a:pt x="85123" y="155249"/>
                    <a:pt x="82965" y="153224"/>
                    <a:pt x="82138" y="152947"/>
                  </a:cubicBezTo>
                  <a:cubicBezTo>
                    <a:pt x="80849" y="152515"/>
                    <a:pt x="79100" y="153197"/>
                    <a:pt x="77831" y="152636"/>
                  </a:cubicBezTo>
                  <a:cubicBezTo>
                    <a:pt x="77492" y="152481"/>
                    <a:pt x="77281" y="152007"/>
                    <a:pt x="76987" y="151773"/>
                  </a:cubicBezTo>
                  <a:cubicBezTo>
                    <a:pt x="76659" y="151524"/>
                    <a:pt x="76129" y="151576"/>
                    <a:pt x="75932" y="151213"/>
                  </a:cubicBezTo>
                  <a:cubicBezTo>
                    <a:pt x="74857" y="149227"/>
                    <a:pt x="80149" y="145622"/>
                    <a:pt x="81198" y="144595"/>
                  </a:cubicBezTo>
                  <a:cubicBezTo>
                    <a:pt x="81929" y="143879"/>
                    <a:pt x="82281" y="142836"/>
                    <a:pt x="83042" y="142090"/>
                  </a:cubicBezTo>
                  <a:cubicBezTo>
                    <a:pt x="84399" y="140759"/>
                    <a:pt x="85867" y="139064"/>
                    <a:pt x="86967" y="137516"/>
                  </a:cubicBezTo>
                  <a:cubicBezTo>
                    <a:pt x="87638" y="136573"/>
                    <a:pt x="87559" y="136175"/>
                    <a:pt x="88229" y="135327"/>
                  </a:cubicBezTo>
                  <a:cubicBezTo>
                    <a:pt x="88533" y="134947"/>
                    <a:pt x="89583" y="134123"/>
                    <a:pt x="89885" y="133865"/>
                  </a:cubicBezTo>
                  <a:cubicBezTo>
                    <a:pt x="90498" y="133089"/>
                    <a:pt x="90709" y="132031"/>
                    <a:pt x="91281" y="131226"/>
                  </a:cubicBezTo>
                  <a:cubicBezTo>
                    <a:pt x="91656" y="130700"/>
                    <a:pt x="92450" y="130398"/>
                    <a:pt x="92791" y="129843"/>
                  </a:cubicBezTo>
                  <a:cubicBezTo>
                    <a:pt x="93296" y="129033"/>
                    <a:pt x="93338" y="128047"/>
                    <a:pt x="93817" y="127216"/>
                  </a:cubicBezTo>
                  <a:cubicBezTo>
                    <a:pt x="94452" y="126118"/>
                    <a:pt x="95444" y="125887"/>
                    <a:pt x="95953" y="124554"/>
                  </a:cubicBezTo>
                  <a:cubicBezTo>
                    <a:pt x="96564" y="122951"/>
                    <a:pt x="96273" y="120962"/>
                    <a:pt x="96893" y="119337"/>
                  </a:cubicBezTo>
                  <a:cubicBezTo>
                    <a:pt x="97247" y="118414"/>
                    <a:pt x="97962" y="117746"/>
                    <a:pt x="98367" y="116845"/>
                  </a:cubicBezTo>
                  <a:cubicBezTo>
                    <a:pt x="99582" y="114139"/>
                    <a:pt x="100940" y="111652"/>
                    <a:pt x="102487" y="109153"/>
                  </a:cubicBezTo>
                  <a:cubicBezTo>
                    <a:pt x="102909" y="108463"/>
                    <a:pt x="104570" y="106780"/>
                    <a:pt x="106224" y="105623"/>
                  </a:cubicBezTo>
                  <a:close/>
                  <a:moveTo>
                    <a:pt x="122606" y="103557"/>
                  </a:moveTo>
                  <a:cubicBezTo>
                    <a:pt x="122783" y="103402"/>
                    <a:pt x="123069" y="103290"/>
                    <a:pt x="123335" y="103161"/>
                  </a:cubicBezTo>
                  <a:cubicBezTo>
                    <a:pt x="123861" y="102911"/>
                    <a:pt x="124507" y="102712"/>
                    <a:pt x="124803" y="102739"/>
                  </a:cubicBezTo>
                  <a:cubicBezTo>
                    <a:pt x="125679" y="102851"/>
                    <a:pt x="126476" y="103506"/>
                    <a:pt x="127351" y="103618"/>
                  </a:cubicBezTo>
                  <a:cubicBezTo>
                    <a:pt x="128710" y="103790"/>
                    <a:pt x="130356" y="103747"/>
                    <a:pt x="131724" y="103704"/>
                  </a:cubicBezTo>
                  <a:cubicBezTo>
                    <a:pt x="133826" y="103618"/>
                    <a:pt x="140771" y="102489"/>
                    <a:pt x="142304" y="100987"/>
                  </a:cubicBezTo>
                  <a:cubicBezTo>
                    <a:pt x="144329" y="99002"/>
                    <a:pt x="145351" y="95877"/>
                    <a:pt x="148807" y="95959"/>
                  </a:cubicBezTo>
                  <a:cubicBezTo>
                    <a:pt x="150737" y="96045"/>
                    <a:pt x="150112" y="97140"/>
                    <a:pt x="150931" y="97445"/>
                  </a:cubicBezTo>
                  <a:cubicBezTo>
                    <a:pt x="153533" y="98417"/>
                    <a:pt x="150082" y="95879"/>
                    <a:pt x="152926" y="97307"/>
                  </a:cubicBezTo>
                  <a:cubicBezTo>
                    <a:pt x="153376" y="97540"/>
                    <a:pt x="153901" y="99253"/>
                    <a:pt x="154188" y="99637"/>
                  </a:cubicBezTo>
                  <a:cubicBezTo>
                    <a:pt x="154905" y="100599"/>
                    <a:pt x="160240" y="105409"/>
                    <a:pt x="161291" y="106147"/>
                  </a:cubicBezTo>
                  <a:cubicBezTo>
                    <a:pt x="163100" y="107416"/>
                    <a:pt x="167377" y="103151"/>
                    <a:pt x="166525" y="105379"/>
                  </a:cubicBezTo>
                  <a:cubicBezTo>
                    <a:pt x="166025" y="106692"/>
                    <a:pt x="159890" y="109076"/>
                    <a:pt x="158530" y="110085"/>
                  </a:cubicBezTo>
                  <a:cubicBezTo>
                    <a:pt x="157849" y="110585"/>
                    <a:pt x="156974" y="111489"/>
                    <a:pt x="156449" y="112153"/>
                  </a:cubicBezTo>
                  <a:cubicBezTo>
                    <a:pt x="155170" y="113773"/>
                    <a:pt x="154562" y="115831"/>
                    <a:pt x="153288" y="117443"/>
                  </a:cubicBezTo>
                  <a:cubicBezTo>
                    <a:pt x="151658" y="119505"/>
                    <a:pt x="149370" y="121352"/>
                    <a:pt x="147628" y="123333"/>
                  </a:cubicBezTo>
                  <a:cubicBezTo>
                    <a:pt x="146830" y="124239"/>
                    <a:pt x="145887" y="124569"/>
                    <a:pt x="145335" y="125704"/>
                  </a:cubicBezTo>
                  <a:cubicBezTo>
                    <a:pt x="144783" y="126838"/>
                    <a:pt x="143532" y="128681"/>
                    <a:pt x="143696" y="129981"/>
                  </a:cubicBezTo>
                  <a:cubicBezTo>
                    <a:pt x="143774" y="130524"/>
                    <a:pt x="144681" y="130843"/>
                    <a:pt x="144340" y="131515"/>
                  </a:cubicBezTo>
                  <a:cubicBezTo>
                    <a:pt x="144365" y="132343"/>
                    <a:pt x="144130" y="133217"/>
                    <a:pt x="144199" y="134039"/>
                  </a:cubicBezTo>
                  <a:cubicBezTo>
                    <a:pt x="144234" y="134470"/>
                    <a:pt x="144531" y="135456"/>
                    <a:pt x="144484" y="135956"/>
                  </a:cubicBezTo>
                  <a:cubicBezTo>
                    <a:pt x="144270" y="138296"/>
                    <a:pt x="142852" y="140292"/>
                    <a:pt x="142403" y="142543"/>
                  </a:cubicBezTo>
                  <a:cubicBezTo>
                    <a:pt x="142132" y="143895"/>
                    <a:pt x="142787" y="144970"/>
                    <a:pt x="142747" y="146310"/>
                  </a:cubicBezTo>
                  <a:cubicBezTo>
                    <a:pt x="142653" y="149397"/>
                    <a:pt x="143760" y="152398"/>
                    <a:pt x="145257" y="155119"/>
                  </a:cubicBezTo>
                  <a:cubicBezTo>
                    <a:pt x="144881" y="163163"/>
                    <a:pt x="140546" y="158862"/>
                    <a:pt x="138554" y="156300"/>
                  </a:cubicBezTo>
                  <a:cubicBezTo>
                    <a:pt x="138118" y="155740"/>
                    <a:pt x="137912" y="154575"/>
                    <a:pt x="137371" y="154117"/>
                  </a:cubicBezTo>
                  <a:cubicBezTo>
                    <a:pt x="136504" y="153384"/>
                    <a:pt x="135415" y="153910"/>
                    <a:pt x="134666" y="152947"/>
                  </a:cubicBezTo>
                  <a:cubicBezTo>
                    <a:pt x="133550" y="151511"/>
                    <a:pt x="132803" y="149513"/>
                    <a:pt x="132276" y="147839"/>
                  </a:cubicBezTo>
                  <a:cubicBezTo>
                    <a:pt x="132038" y="147088"/>
                    <a:pt x="131330" y="146406"/>
                    <a:pt x="131093" y="145655"/>
                  </a:cubicBezTo>
                  <a:cubicBezTo>
                    <a:pt x="130700" y="144403"/>
                    <a:pt x="131016" y="143533"/>
                    <a:pt x="130984" y="142324"/>
                  </a:cubicBezTo>
                  <a:cubicBezTo>
                    <a:pt x="130949" y="141332"/>
                    <a:pt x="129773" y="138879"/>
                    <a:pt x="129571" y="137630"/>
                  </a:cubicBezTo>
                  <a:cubicBezTo>
                    <a:pt x="129314" y="136052"/>
                    <a:pt x="129631" y="134650"/>
                    <a:pt x="129571" y="133110"/>
                  </a:cubicBezTo>
                  <a:cubicBezTo>
                    <a:pt x="129528" y="131979"/>
                    <a:pt x="129137" y="131083"/>
                    <a:pt x="129172" y="129938"/>
                  </a:cubicBezTo>
                  <a:cubicBezTo>
                    <a:pt x="129224" y="128436"/>
                    <a:pt x="128336" y="126996"/>
                    <a:pt x="128286" y="125521"/>
                  </a:cubicBezTo>
                  <a:cubicBezTo>
                    <a:pt x="128236" y="124047"/>
                    <a:pt x="129727" y="122887"/>
                    <a:pt x="129264" y="121414"/>
                  </a:cubicBezTo>
                  <a:cubicBezTo>
                    <a:pt x="128865" y="120147"/>
                    <a:pt x="127844" y="118794"/>
                    <a:pt x="127213" y="117629"/>
                  </a:cubicBezTo>
                  <a:cubicBezTo>
                    <a:pt x="126733" y="116741"/>
                    <a:pt x="126587" y="116077"/>
                    <a:pt x="126243" y="115143"/>
                  </a:cubicBezTo>
                  <a:cubicBezTo>
                    <a:pt x="125421" y="112903"/>
                    <a:pt x="123595" y="110975"/>
                    <a:pt x="122774" y="108736"/>
                  </a:cubicBezTo>
                  <a:cubicBezTo>
                    <a:pt x="122398" y="107709"/>
                    <a:pt x="122663" y="106899"/>
                    <a:pt x="122532" y="105855"/>
                  </a:cubicBezTo>
                  <a:cubicBezTo>
                    <a:pt x="122454" y="105294"/>
                    <a:pt x="122213" y="104646"/>
                    <a:pt x="122325" y="104083"/>
                  </a:cubicBezTo>
                  <a:cubicBezTo>
                    <a:pt x="122359" y="103911"/>
                    <a:pt x="122426" y="103713"/>
                    <a:pt x="122602" y="103557"/>
                  </a:cubicBezTo>
                  <a:close/>
                </a:path>
              </a:pathLst>
            </a:custGeom>
            <a:solidFill>
              <a:srgbClr val="61AE67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17" name="任意多边形: 形状 216">
              <a:extLst>
                <a:ext uri="{FF2B5EF4-FFF2-40B4-BE49-F238E27FC236}">
                  <a16:creationId xmlns:a16="http://schemas.microsoft.com/office/drawing/2014/main" id="{59ABD77E-3713-69F0-0A33-671A47102F39}"/>
                </a:ext>
              </a:extLst>
            </p:cNvPr>
            <p:cNvSpPr/>
            <p:nvPr/>
          </p:nvSpPr>
          <p:spPr>
            <a:xfrm>
              <a:off x="6400010" y="6143324"/>
              <a:ext cx="201069" cy="245522"/>
            </a:xfrm>
            <a:custGeom>
              <a:avLst/>
              <a:gdLst>
                <a:gd name="connsiteX0" fmla="*/ 105277 w 201069"/>
                <a:gd name="connsiteY0" fmla="*/ -537 h 245522"/>
                <a:gd name="connsiteX1" fmla="*/ 98432 w 201069"/>
                <a:gd name="connsiteY1" fmla="*/ 1868 h 245522"/>
                <a:gd name="connsiteX2" fmla="*/ 96397 w 201069"/>
                <a:gd name="connsiteY2" fmla="*/ 1868 h 245522"/>
                <a:gd name="connsiteX3" fmla="*/ 86594 w 201069"/>
                <a:gd name="connsiteY3" fmla="*/ 3902 h 245522"/>
                <a:gd name="connsiteX4" fmla="*/ 85855 w 201069"/>
                <a:gd name="connsiteY4" fmla="*/ 4827 h 245522"/>
                <a:gd name="connsiteX5" fmla="*/ 79565 w 201069"/>
                <a:gd name="connsiteY5" fmla="*/ 8342 h 245522"/>
                <a:gd name="connsiteX6" fmla="*/ 64397 w 201069"/>
                <a:gd name="connsiteY6" fmla="*/ 10376 h 245522"/>
                <a:gd name="connsiteX7" fmla="*/ 58663 w 201069"/>
                <a:gd name="connsiteY7" fmla="*/ 11117 h 245522"/>
                <a:gd name="connsiteX8" fmla="*/ 57368 w 201069"/>
                <a:gd name="connsiteY8" fmla="*/ 12782 h 245522"/>
                <a:gd name="connsiteX9" fmla="*/ 49969 w 201069"/>
                <a:gd name="connsiteY9" fmla="*/ 16668 h 245522"/>
                <a:gd name="connsiteX10" fmla="*/ 46639 w 201069"/>
                <a:gd name="connsiteY10" fmla="*/ 19811 h 245522"/>
                <a:gd name="connsiteX11" fmla="*/ 42015 w 201069"/>
                <a:gd name="connsiteY11" fmla="*/ 20921 h 245522"/>
                <a:gd name="connsiteX12" fmla="*/ 38130 w 201069"/>
                <a:gd name="connsiteY12" fmla="*/ 26841 h 245522"/>
                <a:gd name="connsiteX13" fmla="*/ 35355 w 201069"/>
                <a:gd name="connsiteY13" fmla="*/ 30540 h 245522"/>
                <a:gd name="connsiteX14" fmla="*/ 34985 w 201069"/>
                <a:gd name="connsiteY14" fmla="*/ 34610 h 245522"/>
                <a:gd name="connsiteX15" fmla="*/ 34061 w 201069"/>
                <a:gd name="connsiteY15" fmla="*/ 38864 h 245522"/>
                <a:gd name="connsiteX16" fmla="*/ 31286 w 201069"/>
                <a:gd name="connsiteY16" fmla="*/ 43119 h 245522"/>
                <a:gd name="connsiteX17" fmla="*/ 29806 w 201069"/>
                <a:gd name="connsiteY17" fmla="*/ 45709 h 245522"/>
                <a:gd name="connsiteX18" fmla="*/ 18337 w 201069"/>
                <a:gd name="connsiteY18" fmla="*/ 51073 h 245522"/>
                <a:gd name="connsiteX19" fmla="*/ 15562 w 201069"/>
                <a:gd name="connsiteY19" fmla="*/ 55697 h 245522"/>
                <a:gd name="connsiteX20" fmla="*/ 14268 w 201069"/>
                <a:gd name="connsiteY20" fmla="*/ 56438 h 245522"/>
                <a:gd name="connsiteX21" fmla="*/ 12788 w 201069"/>
                <a:gd name="connsiteY21" fmla="*/ 58289 h 245522"/>
                <a:gd name="connsiteX22" fmla="*/ 579 w 201069"/>
                <a:gd name="connsiteY22" fmla="*/ 69018 h 245522"/>
                <a:gd name="connsiteX23" fmla="*/ 579 w 201069"/>
                <a:gd name="connsiteY23" fmla="*/ 75122 h 245522"/>
                <a:gd name="connsiteX24" fmla="*/ 949 w 201069"/>
                <a:gd name="connsiteY24" fmla="*/ 82151 h 245522"/>
                <a:gd name="connsiteX25" fmla="*/ 2799 w 201069"/>
                <a:gd name="connsiteY25" fmla="*/ 84556 h 245522"/>
                <a:gd name="connsiteX26" fmla="*/ 2986 w 201069"/>
                <a:gd name="connsiteY26" fmla="*/ 88256 h 245522"/>
                <a:gd name="connsiteX27" fmla="*/ 6130 w 201069"/>
                <a:gd name="connsiteY27" fmla="*/ 93250 h 245522"/>
                <a:gd name="connsiteX28" fmla="*/ 7610 w 201069"/>
                <a:gd name="connsiteY28" fmla="*/ 98429 h 245522"/>
                <a:gd name="connsiteX29" fmla="*/ 9275 w 201069"/>
                <a:gd name="connsiteY29" fmla="*/ 101944 h 245522"/>
                <a:gd name="connsiteX30" fmla="*/ 12050 w 201069"/>
                <a:gd name="connsiteY30" fmla="*/ 105644 h 245522"/>
                <a:gd name="connsiteX31" fmla="*/ 13529 w 201069"/>
                <a:gd name="connsiteY31" fmla="*/ 115078 h 245522"/>
                <a:gd name="connsiteX32" fmla="*/ 13529 w 201069"/>
                <a:gd name="connsiteY32" fmla="*/ 120442 h 245522"/>
                <a:gd name="connsiteX33" fmla="*/ 14454 w 201069"/>
                <a:gd name="connsiteY33" fmla="*/ 126177 h 245522"/>
                <a:gd name="connsiteX34" fmla="*/ 14454 w 201069"/>
                <a:gd name="connsiteY34" fmla="*/ 133020 h 245522"/>
                <a:gd name="connsiteX35" fmla="*/ 15934 w 201069"/>
                <a:gd name="connsiteY35" fmla="*/ 137645 h 245522"/>
                <a:gd name="connsiteX36" fmla="*/ 17414 w 201069"/>
                <a:gd name="connsiteY36" fmla="*/ 142270 h 245522"/>
                <a:gd name="connsiteX37" fmla="*/ 17414 w 201069"/>
                <a:gd name="connsiteY37" fmla="*/ 143934 h 245522"/>
                <a:gd name="connsiteX38" fmla="*/ 28513 w 201069"/>
                <a:gd name="connsiteY38" fmla="*/ 143193 h 245522"/>
                <a:gd name="connsiteX39" fmla="*/ 46825 w 201069"/>
                <a:gd name="connsiteY39" fmla="*/ 147447 h 245522"/>
                <a:gd name="connsiteX40" fmla="*/ 49600 w 201069"/>
                <a:gd name="connsiteY40" fmla="*/ 148927 h 245522"/>
                <a:gd name="connsiteX41" fmla="*/ 67358 w 201069"/>
                <a:gd name="connsiteY41" fmla="*/ 153367 h 245522"/>
                <a:gd name="connsiteX42" fmla="*/ 67728 w 201069"/>
                <a:gd name="connsiteY42" fmla="*/ 154292 h 245522"/>
                <a:gd name="connsiteX43" fmla="*/ 68839 w 201069"/>
                <a:gd name="connsiteY43" fmla="*/ 154662 h 245522"/>
                <a:gd name="connsiteX44" fmla="*/ 69209 w 201069"/>
                <a:gd name="connsiteY44" fmla="*/ 155587 h 245522"/>
                <a:gd name="connsiteX45" fmla="*/ 69948 w 201069"/>
                <a:gd name="connsiteY45" fmla="*/ 156329 h 245522"/>
                <a:gd name="connsiteX46" fmla="*/ 70134 w 201069"/>
                <a:gd name="connsiteY46" fmla="*/ 161509 h 245522"/>
                <a:gd name="connsiteX47" fmla="*/ 71243 w 201069"/>
                <a:gd name="connsiteY47" fmla="*/ 161509 h 245522"/>
                <a:gd name="connsiteX48" fmla="*/ 77163 w 201069"/>
                <a:gd name="connsiteY48" fmla="*/ 163357 h 245522"/>
                <a:gd name="connsiteX49" fmla="*/ 81048 w 201069"/>
                <a:gd name="connsiteY49" fmla="*/ 165763 h 245522"/>
                <a:gd name="connsiteX50" fmla="*/ 83452 w 201069"/>
                <a:gd name="connsiteY50" fmla="*/ 166315 h 245522"/>
                <a:gd name="connsiteX51" fmla="*/ 84932 w 201069"/>
                <a:gd name="connsiteY51" fmla="*/ 171124 h 245522"/>
                <a:gd name="connsiteX52" fmla="*/ 87337 w 201069"/>
                <a:gd name="connsiteY52" fmla="*/ 175009 h 245522"/>
                <a:gd name="connsiteX53" fmla="*/ 88261 w 201069"/>
                <a:gd name="connsiteY53" fmla="*/ 175560 h 245522"/>
                <a:gd name="connsiteX54" fmla="*/ 89742 w 201069"/>
                <a:gd name="connsiteY54" fmla="*/ 177410 h 245522"/>
                <a:gd name="connsiteX55" fmla="*/ 92516 w 201069"/>
                <a:gd name="connsiteY55" fmla="*/ 179999 h 245522"/>
                <a:gd name="connsiteX56" fmla="*/ 92516 w 201069"/>
                <a:gd name="connsiteY56" fmla="*/ 189249 h 245522"/>
                <a:gd name="connsiteX57" fmla="*/ 92516 w 201069"/>
                <a:gd name="connsiteY57" fmla="*/ 209966 h 245522"/>
                <a:gd name="connsiteX58" fmla="*/ 95661 w 201069"/>
                <a:gd name="connsiteY58" fmla="*/ 217735 h 245522"/>
                <a:gd name="connsiteX59" fmla="*/ 96400 w 201069"/>
                <a:gd name="connsiteY59" fmla="*/ 224949 h 245522"/>
                <a:gd name="connsiteX60" fmla="*/ 96954 w 201069"/>
                <a:gd name="connsiteY60" fmla="*/ 229389 h 245522"/>
                <a:gd name="connsiteX61" fmla="*/ 91774 w 201069"/>
                <a:gd name="connsiteY61" fmla="*/ 231238 h 245522"/>
                <a:gd name="connsiteX62" fmla="*/ 91774 w 201069"/>
                <a:gd name="connsiteY62" fmla="*/ 235124 h 245522"/>
                <a:gd name="connsiteX63" fmla="*/ 91035 w 201069"/>
                <a:gd name="connsiteY63" fmla="*/ 236048 h 245522"/>
                <a:gd name="connsiteX64" fmla="*/ 90666 w 201069"/>
                <a:gd name="connsiteY64" fmla="*/ 237713 h 245522"/>
                <a:gd name="connsiteX65" fmla="*/ 86966 w 201069"/>
                <a:gd name="connsiteY65" fmla="*/ 239193 h 245522"/>
                <a:gd name="connsiteX66" fmla="*/ 89001 w 201069"/>
                <a:gd name="connsiteY66" fmla="*/ 239193 h 245522"/>
                <a:gd name="connsiteX67" fmla="*/ 92146 w 201069"/>
                <a:gd name="connsiteY67" fmla="*/ 239935 h 245522"/>
                <a:gd name="connsiteX68" fmla="*/ 94551 w 201069"/>
                <a:gd name="connsiteY68" fmla="*/ 239193 h 245522"/>
                <a:gd name="connsiteX69" fmla="*/ 98435 w 201069"/>
                <a:gd name="connsiteY69" fmla="*/ 239193 h 245522"/>
                <a:gd name="connsiteX70" fmla="*/ 101580 w 201069"/>
                <a:gd name="connsiteY70" fmla="*/ 239935 h 245522"/>
                <a:gd name="connsiteX71" fmla="*/ 105649 w 201069"/>
                <a:gd name="connsiteY71" fmla="*/ 239935 h 245522"/>
                <a:gd name="connsiteX72" fmla="*/ 107499 w 201069"/>
                <a:gd name="connsiteY72" fmla="*/ 240487 h 245522"/>
                <a:gd name="connsiteX73" fmla="*/ 107868 w 201069"/>
                <a:gd name="connsiteY73" fmla="*/ 240668 h 245522"/>
                <a:gd name="connsiteX74" fmla="*/ 111013 w 201069"/>
                <a:gd name="connsiteY74" fmla="*/ 241409 h 245522"/>
                <a:gd name="connsiteX75" fmla="*/ 114713 w 201069"/>
                <a:gd name="connsiteY75" fmla="*/ 243075 h 245522"/>
                <a:gd name="connsiteX76" fmla="*/ 118227 w 201069"/>
                <a:gd name="connsiteY76" fmla="*/ 243816 h 245522"/>
                <a:gd name="connsiteX77" fmla="*/ 123406 w 201069"/>
                <a:gd name="connsiteY77" fmla="*/ 244925 h 245522"/>
                <a:gd name="connsiteX78" fmla="*/ 125811 w 201069"/>
                <a:gd name="connsiteY78" fmla="*/ 242891 h 245522"/>
                <a:gd name="connsiteX79" fmla="*/ 125256 w 201069"/>
                <a:gd name="connsiteY79" fmla="*/ 241041 h 245522"/>
                <a:gd name="connsiteX80" fmla="*/ 124886 w 201069"/>
                <a:gd name="connsiteY80" fmla="*/ 239191 h 245522"/>
                <a:gd name="connsiteX81" fmla="*/ 123776 w 201069"/>
                <a:gd name="connsiteY81" fmla="*/ 239191 h 245522"/>
                <a:gd name="connsiteX82" fmla="*/ 123406 w 201069"/>
                <a:gd name="connsiteY82" fmla="*/ 238267 h 245522"/>
                <a:gd name="connsiteX83" fmla="*/ 121741 w 201069"/>
                <a:gd name="connsiteY83" fmla="*/ 236786 h 245522"/>
                <a:gd name="connsiteX84" fmla="*/ 121741 w 201069"/>
                <a:gd name="connsiteY84" fmla="*/ 236045 h 245522"/>
                <a:gd name="connsiteX85" fmla="*/ 120261 w 201069"/>
                <a:gd name="connsiteY85" fmla="*/ 232901 h 245522"/>
                <a:gd name="connsiteX86" fmla="*/ 120631 w 201069"/>
                <a:gd name="connsiteY86" fmla="*/ 232159 h 245522"/>
                <a:gd name="connsiteX87" fmla="*/ 118597 w 201069"/>
                <a:gd name="connsiteY87" fmla="*/ 231233 h 245522"/>
                <a:gd name="connsiteX88" fmla="*/ 115452 w 201069"/>
                <a:gd name="connsiteY88" fmla="*/ 229014 h 245522"/>
                <a:gd name="connsiteX89" fmla="*/ 108793 w 201069"/>
                <a:gd name="connsiteY89" fmla="*/ 225869 h 245522"/>
                <a:gd name="connsiteX90" fmla="*/ 108793 w 201069"/>
                <a:gd name="connsiteY90" fmla="*/ 222725 h 245522"/>
                <a:gd name="connsiteX91" fmla="*/ 108793 w 201069"/>
                <a:gd name="connsiteY91" fmla="*/ 212365 h 245522"/>
                <a:gd name="connsiteX92" fmla="*/ 108793 w 201069"/>
                <a:gd name="connsiteY92" fmla="*/ 208111 h 245522"/>
                <a:gd name="connsiteX93" fmla="*/ 107498 w 201069"/>
                <a:gd name="connsiteY93" fmla="*/ 204782 h 245522"/>
                <a:gd name="connsiteX94" fmla="*/ 107498 w 201069"/>
                <a:gd name="connsiteY94" fmla="*/ 195903 h 245522"/>
                <a:gd name="connsiteX95" fmla="*/ 106759 w 201069"/>
                <a:gd name="connsiteY95" fmla="*/ 194053 h 245522"/>
                <a:gd name="connsiteX96" fmla="*/ 107129 w 201069"/>
                <a:gd name="connsiteY96" fmla="*/ 186283 h 245522"/>
                <a:gd name="connsiteX97" fmla="*/ 106759 w 201069"/>
                <a:gd name="connsiteY97" fmla="*/ 179069 h 245522"/>
                <a:gd name="connsiteX98" fmla="*/ 115453 w 201069"/>
                <a:gd name="connsiteY98" fmla="*/ 172041 h 245522"/>
                <a:gd name="connsiteX99" fmla="*/ 118598 w 201069"/>
                <a:gd name="connsiteY99" fmla="*/ 164826 h 245522"/>
                <a:gd name="connsiteX100" fmla="*/ 119708 w 201069"/>
                <a:gd name="connsiteY100" fmla="*/ 158537 h 245522"/>
                <a:gd name="connsiteX101" fmla="*/ 118228 w 201069"/>
                <a:gd name="connsiteY101" fmla="*/ 154098 h 245522"/>
                <a:gd name="connsiteX102" fmla="*/ 118228 w 201069"/>
                <a:gd name="connsiteY102" fmla="*/ 152802 h 245522"/>
                <a:gd name="connsiteX103" fmla="*/ 118967 w 201069"/>
                <a:gd name="connsiteY103" fmla="*/ 154652 h 245522"/>
                <a:gd name="connsiteX104" fmla="*/ 120077 w 201069"/>
                <a:gd name="connsiteY104" fmla="*/ 154833 h 245522"/>
                <a:gd name="connsiteX105" fmla="*/ 121372 w 201069"/>
                <a:gd name="connsiteY105" fmla="*/ 156684 h 245522"/>
                <a:gd name="connsiteX106" fmla="*/ 129696 w 201069"/>
                <a:gd name="connsiteY106" fmla="*/ 158718 h 245522"/>
                <a:gd name="connsiteX107" fmla="*/ 134690 w 201069"/>
                <a:gd name="connsiteY107" fmla="*/ 154649 h 245522"/>
                <a:gd name="connsiteX108" fmla="*/ 143569 w 201069"/>
                <a:gd name="connsiteY108" fmla="*/ 149284 h 245522"/>
                <a:gd name="connsiteX109" fmla="*/ 153373 w 201069"/>
                <a:gd name="connsiteY109" fmla="*/ 149284 h 245522"/>
                <a:gd name="connsiteX110" fmla="*/ 157258 w 201069"/>
                <a:gd name="connsiteY110" fmla="*/ 150208 h 245522"/>
                <a:gd name="connsiteX111" fmla="*/ 160957 w 201069"/>
                <a:gd name="connsiteY111" fmla="*/ 150389 h 245522"/>
                <a:gd name="connsiteX112" fmla="*/ 165952 w 201069"/>
                <a:gd name="connsiteY112" fmla="*/ 151870 h 245522"/>
                <a:gd name="connsiteX113" fmla="*/ 167986 w 201069"/>
                <a:gd name="connsiteY113" fmla="*/ 150389 h 245522"/>
                <a:gd name="connsiteX114" fmla="*/ 171501 w 201069"/>
                <a:gd name="connsiteY114" fmla="*/ 148910 h 245522"/>
                <a:gd name="connsiteX115" fmla="*/ 172611 w 201069"/>
                <a:gd name="connsiteY115" fmla="*/ 148539 h 245522"/>
                <a:gd name="connsiteX116" fmla="*/ 172797 w 201069"/>
                <a:gd name="connsiteY116" fmla="*/ 145579 h 245522"/>
                <a:gd name="connsiteX117" fmla="*/ 173907 w 201069"/>
                <a:gd name="connsiteY117" fmla="*/ 143545 h 245522"/>
                <a:gd name="connsiteX118" fmla="*/ 173538 w 201069"/>
                <a:gd name="connsiteY118" fmla="*/ 142620 h 245522"/>
                <a:gd name="connsiteX119" fmla="*/ 174647 w 201069"/>
                <a:gd name="connsiteY119" fmla="*/ 141510 h 245522"/>
                <a:gd name="connsiteX120" fmla="*/ 179826 w 201069"/>
                <a:gd name="connsiteY120" fmla="*/ 136330 h 245522"/>
                <a:gd name="connsiteX121" fmla="*/ 181307 w 201069"/>
                <a:gd name="connsiteY121" fmla="*/ 132446 h 245522"/>
                <a:gd name="connsiteX122" fmla="*/ 188150 w 201069"/>
                <a:gd name="connsiteY122" fmla="*/ 123567 h 245522"/>
                <a:gd name="connsiteX123" fmla="*/ 190555 w 201069"/>
                <a:gd name="connsiteY123" fmla="*/ 121348 h 245522"/>
                <a:gd name="connsiteX124" fmla="*/ 192035 w 201069"/>
                <a:gd name="connsiteY124" fmla="*/ 118943 h 245522"/>
                <a:gd name="connsiteX125" fmla="*/ 198694 w 201069"/>
                <a:gd name="connsiteY125" fmla="*/ 112468 h 245522"/>
                <a:gd name="connsiteX126" fmla="*/ 201099 w 201069"/>
                <a:gd name="connsiteY126" fmla="*/ 104884 h 245522"/>
                <a:gd name="connsiteX127" fmla="*/ 200360 w 201069"/>
                <a:gd name="connsiteY127" fmla="*/ 99890 h 245522"/>
                <a:gd name="connsiteX128" fmla="*/ 200360 w 201069"/>
                <a:gd name="connsiteY128" fmla="*/ 96560 h 245522"/>
                <a:gd name="connsiteX129" fmla="*/ 198325 w 201069"/>
                <a:gd name="connsiteY129" fmla="*/ 87311 h 245522"/>
                <a:gd name="connsiteX130" fmla="*/ 198325 w 201069"/>
                <a:gd name="connsiteY130" fmla="*/ 84352 h 245522"/>
                <a:gd name="connsiteX131" fmla="*/ 196845 w 201069"/>
                <a:gd name="connsiteY131" fmla="*/ 79542 h 245522"/>
                <a:gd name="connsiteX132" fmla="*/ 192405 w 201069"/>
                <a:gd name="connsiteY132" fmla="*/ 73623 h 245522"/>
                <a:gd name="connsiteX133" fmla="*/ 187781 w 201069"/>
                <a:gd name="connsiteY133" fmla="*/ 68258 h 245522"/>
                <a:gd name="connsiteX134" fmla="*/ 185006 w 201069"/>
                <a:gd name="connsiteY134" fmla="*/ 64558 h 245522"/>
                <a:gd name="connsiteX135" fmla="*/ 180567 w 201069"/>
                <a:gd name="connsiteY135" fmla="*/ 61969 h 245522"/>
                <a:gd name="connsiteX136" fmla="*/ 178162 w 201069"/>
                <a:gd name="connsiteY136" fmla="*/ 57715 h 245522"/>
                <a:gd name="connsiteX137" fmla="*/ 175017 w 201069"/>
                <a:gd name="connsiteY137" fmla="*/ 54754 h 245522"/>
                <a:gd name="connsiteX138" fmla="*/ 169838 w 201069"/>
                <a:gd name="connsiteY138" fmla="*/ 41806 h 245522"/>
                <a:gd name="connsiteX139" fmla="*/ 168728 w 201069"/>
                <a:gd name="connsiteY139" fmla="*/ 38847 h 245522"/>
                <a:gd name="connsiteX140" fmla="*/ 167248 w 201069"/>
                <a:gd name="connsiteY140" fmla="*/ 28118 h 245522"/>
                <a:gd name="connsiteX141" fmla="*/ 166323 w 201069"/>
                <a:gd name="connsiteY141" fmla="*/ 26083 h 245522"/>
                <a:gd name="connsiteX142" fmla="*/ 165214 w 201069"/>
                <a:gd name="connsiteY142" fmla="*/ 20534 h 245522"/>
                <a:gd name="connsiteX143" fmla="*/ 162439 w 201069"/>
                <a:gd name="connsiteY143" fmla="*/ 16094 h 245522"/>
                <a:gd name="connsiteX144" fmla="*/ 160959 w 201069"/>
                <a:gd name="connsiteY144" fmla="*/ 12209 h 245522"/>
                <a:gd name="connsiteX145" fmla="*/ 156889 w 201069"/>
                <a:gd name="connsiteY145" fmla="*/ 11285 h 245522"/>
                <a:gd name="connsiteX146" fmla="*/ 152635 w 201069"/>
                <a:gd name="connsiteY146" fmla="*/ 9804 h 245522"/>
                <a:gd name="connsiteX147" fmla="*/ 149490 w 201069"/>
                <a:gd name="connsiteY147" fmla="*/ 9253 h 245522"/>
                <a:gd name="connsiteX148" fmla="*/ 148565 w 201069"/>
                <a:gd name="connsiteY148" fmla="*/ 8328 h 245522"/>
                <a:gd name="connsiteX149" fmla="*/ 142646 w 201069"/>
                <a:gd name="connsiteY149" fmla="*/ 5368 h 245522"/>
                <a:gd name="connsiteX150" fmla="*/ 141536 w 201069"/>
                <a:gd name="connsiteY150" fmla="*/ 4997 h 245522"/>
                <a:gd name="connsiteX151" fmla="*/ 139501 w 201069"/>
                <a:gd name="connsiteY151" fmla="*/ 6293 h 245522"/>
                <a:gd name="connsiteX152" fmla="*/ 132472 w 201069"/>
                <a:gd name="connsiteY152" fmla="*/ 6474 h 245522"/>
                <a:gd name="connsiteX153" fmla="*/ 119708 w 201069"/>
                <a:gd name="connsiteY153" fmla="*/ 4439 h 245522"/>
                <a:gd name="connsiteX154" fmla="*/ 115084 w 201069"/>
                <a:gd name="connsiteY154" fmla="*/ 2403 h 245522"/>
                <a:gd name="connsiteX155" fmla="*/ 112310 w 201069"/>
                <a:gd name="connsiteY155" fmla="*/ 1479 h 245522"/>
                <a:gd name="connsiteX156" fmla="*/ 111200 w 201069"/>
                <a:gd name="connsiteY156" fmla="*/ 184 h 245522"/>
                <a:gd name="connsiteX157" fmla="*/ 105280 w 201069"/>
                <a:gd name="connsiteY157" fmla="*/ -558 h 245522"/>
                <a:gd name="connsiteX158" fmla="*/ 100282 w 201069"/>
                <a:gd name="connsiteY158" fmla="*/ 20365 h 245522"/>
                <a:gd name="connsiteX159" fmla="*/ 101207 w 201069"/>
                <a:gd name="connsiteY159" fmla="*/ 21290 h 245522"/>
                <a:gd name="connsiteX160" fmla="*/ 100097 w 201069"/>
                <a:gd name="connsiteY160" fmla="*/ 21471 h 245522"/>
                <a:gd name="connsiteX161" fmla="*/ 100097 w 201069"/>
                <a:gd name="connsiteY161" fmla="*/ 22396 h 245522"/>
                <a:gd name="connsiteX162" fmla="*/ 99172 w 201069"/>
                <a:gd name="connsiteY162" fmla="*/ 25356 h 245522"/>
                <a:gd name="connsiteX163" fmla="*/ 98433 w 201069"/>
                <a:gd name="connsiteY163" fmla="*/ 29980 h 245522"/>
                <a:gd name="connsiteX164" fmla="*/ 97324 w 201069"/>
                <a:gd name="connsiteY164" fmla="*/ 32570 h 245522"/>
                <a:gd name="connsiteX165" fmla="*/ 96955 w 201069"/>
                <a:gd name="connsiteY165" fmla="*/ 36269 h 245522"/>
                <a:gd name="connsiteX166" fmla="*/ 94920 w 201069"/>
                <a:gd name="connsiteY166" fmla="*/ 41264 h 245522"/>
                <a:gd name="connsiteX167" fmla="*/ 91405 w 201069"/>
                <a:gd name="connsiteY167" fmla="*/ 44594 h 245522"/>
                <a:gd name="connsiteX168" fmla="*/ 89370 w 201069"/>
                <a:gd name="connsiteY168" fmla="*/ 40894 h 245522"/>
                <a:gd name="connsiteX169" fmla="*/ 88260 w 201069"/>
                <a:gd name="connsiteY169" fmla="*/ 40713 h 245522"/>
                <a:gd name="connsiteX170" fmla="*/ 85856 w 201069"/>
                <a:gd name="connsiteY170" fmla="*/ 37754 h 245522"/>
                <a:gd name="connsiteX171" fmla="*/ 89370 w 201069"/>
                <a:gd name="connsiteY171" fmla="*/ 28135 h 245522"/>
                <a:gd name="connsiteX172" fmla="*/ 92885 w 201069"/>
                <a:gd name="connsiteY172" fmla="*/ 27574 h 245522"/>
                <a:gd name="connsiteX173" fmla="*/ 93255 w 201069"/>
                <a:gd name="connsiteY173" fmla="*/ 26279 h 245522"/>
                <a:gd name="connsiteX174" fmla="*/ 94180 w 201069"/>
                <a:gd name="connsiteY174" fmla="*/ 26279 h 245522"/>
                <a:gd name="connsiteX175" fmla="*/ 94919 w 201069"/>
                <a:gd name="connsiteY175" fmla="*/ 24244 h 245522"/>
                <a:gd name="connsiteX176" fmla="*/ 100283 w 201069"/>
                <a:gd name="connsiteY176" fmla="*/ 20360 h 245522"/>
                <a:gd name="connsiteX177" fmla="*/ 26105 w 201069"/>
                <a:gd name="connsiteY177" fmla="*/ 67535 h 245522"/>
                <a:gd name="connsiteX178" fmla="*/ 29435 w 201069"/>
                <a:gd name="connsiteY178" fmla="*/ 69755 h 245522"/>
                <a:gd name="connsiteX179" fmla="*/ 31655 w 201069"/>
                <a:gd name="connsiteY179" fmla="*/ 70307 h 245522"/>
                <a:gd name="connsiteX180" fmla="*/ 32023 w 201069"/>
                <a:gd name="connsiteY180" fmla="*/ 72712 h 245522"/>
                <a:gd name="connsiteX181" fmla="*/ 32023 w 201069"/>
                <a:gd name="connsiteY181" fmla="*/ 72893 h 245522"/>
                <a:gd name="connsiteX182" fmla="*/ 35353 w 201069"/>
                <a:gd name="connsiteY182" fmla="*/ 76592 h 245522"/>
                <a:gd name="connsiteX183" fmla="*/ 45527 w 201069"/>
                <a:gd name="connsiteY183" fmla="*/ 78626 h 245522"/>
                <a:gd name="connsiteX184" fmla="*/ 46266 w 201069"/>
                <a:gd name="connsiteY184" fmla="*/ 79551 h 245522"/>
                <a:gd name="connsiteX185" fmla="*/ 47191 w 201069"/>
                <a:gd name="connsiteY185" fmla="*/ 79914 h 245522"/>
                <a:gd name="connsiteX186" fmla="*/ 47562 w 201069"/>
                <a:gd name="connsiteY186" fmla="*/ 86203 h 245522"/>
                <a:gd name="connsiteX187" fmla="*/ 43122 w 201069"/>
                <a:gd name="connsiteY187" fmla="*/ 88423 h 245522"/>
                <a:gd name="connsiteX188" fmla="*/ 42752 w 201069"/>
                <a:gd name="connsiteY188" fmla="*/ 89348 h 245522"/>
                <a:gd name="connsiteX189" fmla="*/ 40717 w 201069"/>
                <a:gd name="connsiteY189" fmla="*/ 89719 h 245522"/>
                <a:gd name="connsiteX190" fmla="*/ 40717 w 201069"/>
                <a:gd name="connsiteY190" fmla="*/ 89719 h 245522"/>
                <a:gd name="connsiteX191" fmla="*/ 27769 w 201069"/>
                <a:gd name="connsiteY191" fmla="*/ 77140 h 245522"/>
                <a:gd name="connsiteX192" fmla="*/ 32023 w 201069"/>
                <a:gd name="connsiteY192" fmla="*/ 72885 h 245522"/>
                <a:gd name="connsiteX193" fmla="*/ 26105 w 201069"/>
                <a:gd name="connsiteY193" fmla="*/ 69741 h 245522"/>
                <a:gd name="connsiteX194" fmla="*/ 26105 w 201069"/>
                <a:gd name="connsiteY194" fmla="*/ 68446 h 245522"/>
                <a:gd name="connsiteX195" fmla="*/ 26105 w 201069"/>
                <a:gd name="connsiteY195" fmla="*/ 67521 h 245522"/>
                <a:gd name="connsiteX196" fmla="*/ 60882 w 201069"/>
                <a:gd name="connsiteY196" fmla="*/ 121734 h 245522"/>
                <a:gd name="connsiteX197" fmla="*/ 68835 w 201069"/>
                <a:gd name="connsiteY197" fmla="*/ 122104 h 245522"/>
                <a:gd name="connsiteX198" fmla="*/ 80305 w 201069"/>
                <a:gd name="connsiteY198" fmla="*/ 124139 h 245522"/>
                <a:gd name="connsiteX199" fmla="*/ 83079 w 201069"/>
                <a:gd name="connsiteY199" fmla="*/ 128949 h 245522"/>
                <a:gd name="connsiteX200" fmla="*/ 85484 w 201069"/>
                <a:gd name="connsiteY200" fmla="*/ 131908 h 245522"/>
                <a:gd name="connsiteX201" fmla="*/ 89369 w 201069"/>
                <a:gd name="connsiteY201" fmla="*/ 137828 h 245522"/>
                <a:gd name="connsiteX202" fmla="*/ 91403 w 201069"/>
                <a:gd name="connsiteY202" fmla="*/ 138380 h 245522"/>
                <a:gd name="connsiteX203" fmla="*/ 93622 w 201069"/>
                <a:gd name="connsiteY203" fmla="*/ 137270 h 245522"/>
                <a:gd name="connsiteX204" fmla="*/ 98062 w 201069"/>
                <a:gd name="connsiteY204" fmla="*/ 133016 h 245522"/>
                <a:gd name="connsiteX205" fmla="*/ 102502 w 201069"/>
                <a:gd name="connsiteY205" fmla="*/ 129870 h 245522"/>
                <a:gd name="connsiteX206" fmla="*/ 106016 w 201069"/>
                <a:gd name="connsiteY206" fmla="*/ 128945 h 245522"/>
                <a:gd name="connsiteX207" fmla="*/ 105647 w 201069"/>
                <a:gd name="connsiteY207" fmla="*/ 129870 h 245522"/>
                <a:gd name="connsiteX208" fmla="*/ 105647 w 201069"/>
                <a:gd name="connsiteY208" fmla="*/ 130612 h 245522"/>
                <a:gd name="connsiteX209" fmla="*/ 104722 w 201069"/>
                <a:gd name="connsiteY209" fmla="*/ 130983 h 245522"/>
                <a:gd name="connsiteX210" fmla="*/ 102317 w 201069"/>
                <a:gd name="connsiteY210" fmla="*/ 134498 h 245522"/>
                <a:gd name="connsiteX211" fmla="*/ 103981 w 201069"/>
                <a:gd name="connsiteY211" fmla="*/ 137272 h 245522"/>
                <a:gd name="connsiteX212" fmla="*/ 105461 w 201069"/>
                <a:gd name="connsiteY212" fmla="*/ 147816 h 245522"/>
                <a:gd name="connsiteX213" fmla="*/ 103611 w 201069"/>
                <a:gd name="connsiteY213" fmla="*/ 148926 h 245522"/>
                <a:gd name="connsiteX214" fmla="*/ 102317 w 201069"/>
                <a:gd name="connsiteY214" fmla="*/ 150776 h 245522"/>
                <a:gd name="connsiteX215" fmla="*/ 101207 w 201069"/>
                <a:gd name="connsiteY215" fmla="*/ 150957 h 245522"/>
                <a:gd name="connsiteX216" fmla="*/ 100468 w 201069"/>
                <a:gd name="connsiteY216" fmla="*/ 160575 h 245522"/>
                <a:gd name="connsiteX217" fmla="*/ 98434 w 201069"/>
                <a:gd name="connsiteY217" fmla="*/ 166310 h 245522"/>
                <a:gd name="connsiteX218" fmla="*/ 98434 w 201069"/>
                <a:gd name="connsiteY218" fmla="*/ 162611 h 245522"/>
                <a:gd name="connsiteX219" fmla="*/ 97324 w 201069"/>
                <a:gd name="connsiteY219" fmla="*/ 157986 h 245522"/>
                <a:gd name="connsiteX220" fmla="*/ 95289 w 201069"/>
                <a:gd name="connsiteY220" fmla="*/ 159096 h 245522"/>
                <a:gd name="connsiteX221" fmla="*/ 93809 w 201069"/>
                <a:gd name="connsiteY221" fmla="*/ 159648 h 245522"/>
                <a:gd name="connsiteX222" fmla="*/ 93809 w 201069"/>
                <a:gd name="connsiteY222" fmla="*/ 160572 h 245522"/>
                <a:gd name="connsiteX223" fmla="*/ 91404 w 201069"/>
                <a:gd name="connsiteY223" fmla="*/ 163533 h 245522"/>
                <a:gd name="connsiteX224" fmla="*/ 91034 w 201069"/>
                <a:gd name="connsiteY224" fmla="*/ 165383 h 245522"/>
                <a:gd name="connsiteX225" fmla="*/ 88260 w 201069"/>
                <a:gd name="connsiteY225" fmla="*/ 163533 h 245522"/>
                <a:gd name="connsiteX226" fmla="*/ 81416 w 201069"/>
                <a:gd name="connsiteY226" fmla="*/ 159462 h 245522"/>
                <a:gd name="connsiteX227" fmla="*/ 79936 w 201069"/>
                <a:gd name="connsiteY227" fmla="*/ 156133 h 245522"/>
                <a:gd name="connsiteX228" fmla="*/ 77531 w 201069"/>
                <a:gd name="connsiteY228" fmla="*/ 153729 h 245522"/>
                <a:gd name="connsiteX229" fmla="*/ 76421 w 201069"/>
                <a:gd name="connsiteY229" fmla="*/ 152434 h 245522"/>
                <a:gd name="connsiteX230" fmla="*/ 76791 w 201069"/>
                <a:gd name="connsiteY230" fmla="*/ 147994 h 245522"/>
                <a:gd name="connsiteX231" fmla="*/ 77530 w 201069"/>
                <a:gd name="connsiteY231" fmla="*/ 147069 h 245522"/>
                <a:gd name="connsiteX232" fmla="*/ 79195 w 201069"/>
                <a:gd name="connsiteY232" fmla="*/ 145035 h 245522"/>
                <a:gd name="connsiteX233" fmla="*/ 78641 w 201069"/>
                <a:gd name="connsiteY233" fmla="*/ 144110 h 245522"/>
                <a:gd name="connsiteX234" fmla="*/ 78641 w 201069"/>
                <a:gd name="connsiteY234" fmla="*/ 142075 h 245522"/>
                <a:gd name="connsiteX235" fmla="*/ 67357 w 201069"/>
                <a:gd name="connsiteY235" fmla="*/ 146514 h 245522"/>
                <a:gd name="connsiteX236" fmla="*/ 70502 w 201069"/>
                <a:gd name="connsiteY236" fmla="*/ 137820 h 245522"/>
                <a:gd name="connsiteX237" fmla="*/ 62918 w 201069"/>
                <a:gd name="connsiteY237" fmla="*/ 134491 h 245522"/>
                <a:gd name="connsiteX238" fmla="*/ 59034 w 201069"/>
                <a:gd name="connsiteY238" fmla="*/ 131346 h 245522"/>
                <a:gd name="connsiteX239" fmla="*/ 57738 w 201069"/>
                <a:gd name="connsiteY239" fmla="*/ 130605 h 245522"/>
                <a:gd name="connsiteX240" fmla="*/ 57000 w 201069"/>
                <a:gd name="connsiteY240" fmla="*/ 129863 h 245522"/>
                <a:gd name="connsiteX241" fmla="*/ 50341 w 201069"/>
                <a:gd name="connsiteY241" fmla="*/ 125979 h 245522"/>
                <a:gd name="connsiteX242" fmla="*/ 47751 w 201069"/>
                <a:gd name="connsiteY242" fmla="*/ 122834 h 245522"/>
                <a:gd name="connsiteX243" fmla="*/ 51820 w 201069"/>
                <a:gd name="connsiteY243" fmla="*/ 123205 h 245522"/>
                <a:gd name="connsiteX244" fmla="*/ 56260 w 201069"/>
                <a:gd name="connsiteY244" fmla="*/ 123205 h 245522"/>
                <a:gd name="connsiteX245" fmla="*/ 57739 w 201069"/>
                <a:gd name="connsiteY245" fmla="*/ 122653 h 245522"/>
                <a:gd name="connsiteX246" fmla="*/ 58665 w 201069"/>
                <a:gd name="connsiteY246" fmla="*/ 122101 h 245522"/>
                <a:gd name="connsiteX247" fmla="*/ 60884 w 201069"/>
                <a:gd name="connsiteY247" fmla="*/ 121730 h 245522"/>
                <a:gd name="connsiteX248" fmla="*/ 47193 w 201069"/>
                <a:gd name="connsiteY248" fmla="*/ 122475 h 245522"/>
                <a:gd name="connsiteX249" fmla="*/ 47563 w 201069"/>
                <a:gd name="connsiteY249" fmla="*/ 122656 h 245522"/>
                <a:gd name="connsiteX250" fmla="*/ 46823 w 201069"/>
                <a:gd name="connsiteY250" fmla="*/ 122656 h 245522"/>
                <a:gd name="connsiteX251" fmla="*/ 47193 w 201069"/>
                <a:gd name="connsiteY251" fmla="*/ 122475 h 24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</a:cxnLst>
              <a:rect l="l" t="t" r="r" b="b"/>
              <a:pathLst>
                <a:path w="201069" h="245522">
                  <a:moveTo>
                    <a:pt x="105277" y="-537"/>
                  </a:moveTo>
                  <a:cubicBezTo>
                    <a:pt x="102819" y="-537"/>
                    <a:pt x="100835" y="1523"/>
                    <a:pt x="98432" y="1868"/>
                  </a:cubicBezTo>
                  <a:cubicBezTo>
                    <a:pt x="97741" y="1962"/>
                    <a:pt x="97087" y="1764"/>
                    <a:pt x="96397" y="1868"/>
                  </a:cubicBezTo>
                  <a:cubicBezTo>
                    <a:pt x="95066" y="2057"/>
                    <a:pt x="87420" y="3333"/>
                    <a:pt x="86594" y="3902"/>
                  </a:cubicBezTo>
                  <a:cubicBezTo>
                    <a:pt x="86281" y="4118"/>
                    <a:pt x="86143" y="4584"/>
                    <a:pt x="85855" y="4827"/>
                  </a:cubicBezTo>
                  <a:cubicBezTo>
                    <a:pt x="84033" y="6394"/>
                    <a:pt x="81849" y="7587"/>
                    <a:pt x="79565" y="8342"/>
                  </a:cubicBezTo>
                  <a:cubicBezTo>
                    <a:pt x="74587" y="9987"/>
                    <a:pt x="69561" y="9933"/>
                    <a:pt x="64397" y="10376"/>
                  </a:cubicBezTo>
                  <a:cubicBezTo>
                    <a:pt x="63252" y="10471"/>
                    <a:pt x="59496" y="10686"/>
                    <a:pt x="58663" y="11117"/>
                  </a:cubicBezTo>
                  <a:cubicBezTo>
                    <a:pt x="57989" y="11463"/>
                    <a:pt x="57941" y="12289"/>
                    <a:pt x="57368" y="12782"/>
                  </a:cubicBezTo>
                  <a:cubicBezTo>
                    <a:pt x="55202" y="14644"/>
                    <a:pt x="52207" y="15019"/>
                    <a:pt x="49969" y="16668"/>
                  </a:cubicBezTo>
                  <a:cubicBezTo>
                    <a:pt x="48820" y="17513"/>
                    <a:pt x="47956" y="19105"/>
                    <a:pt x="46639" y="19811"/>
                  </a:cubicBezTo>
                  <a:cubicBezTo>
                    <a:pt x="46091" y="20105"/>
                    <a:pt x="42257" y="20796"/>
                    <a:pt x="42015" y="20921"/>
                  </a:cubicBezTo>
                  <a:cubicBezTo>
                    <a:pt x="40505" y="21697"/>
                    <a:pt x="38933" y="25598"/>
                    <a:pt x="38130" y="26841"/>
                  </a:cubicBezTo>
                  <a:cubicBezTo>
                    <a:pt x="37327" y="28083"/>
                    <a:pt x="35898" y="29143"/>
                    <a:pt x="35355" y="30540"/>
                  </a:cubicBezTo>
                  <a:cubicBezTo>
                    <a:pt x="34961" y="31565"/>
                    <a:pt x="35203" y="33485"/>
                    <a:pt x="34985" y="34610"/>
                  </a:cubicBezTo>
                  <a:cubicBezTo>
                    <a:pt x="34768" y="35735"/>
                    <a:pt x="34542" y="37872"/>
                    <a:pt x="34061" y="38864"/>
                  </a:cubicBezTo>
                  <a:cubicBezTo>
                    <a:pt x="33364" y="40300"/>
                    <a:pt x="31993" y="41599"/>
                    <a:pt x="31286" y="43119"/>
                  </a:cubicBezTo>
                  <a:cubicBezTo>
                    <a:pt x="30533" y="44734"/>
                    <a:pt x="31432" y="44113"/>
                    <a:pt x="29806" y="45709"/>
                  </a:cubicBezTo>
                  <a:cubicBezTo>
                    <a:pt x="26773" y="48687"/>
                    <a:pt x="21802" y="48840"/>
                    <a:pt x="18337" y="51073"/>
                  </a:cubicBezTo>
                  <a:cubicBezTo>
                    <a:pt x="16372" y="52340"/>
                    <a:pt x="17229" y="54061"/>
                    <a:pt x="15562" y="55697"/>
                  </a:cubicBezTo>
                  <a:cubicBezTo>
                    <a:pt x="15170" y="56085"/>
                    <a:pt x="14665" y="56059"/>
                    <a:pt x="14268" y="56438"/>
                  </a:cubicBezTo>
                  <a:cubicBezTo>
                    <a:pt x="13724" y="56964"/>
                    <a:pt x="13338" y="57769"/>
                    <a:pt x="12788" y="58289"/>
                  </a:cubicBezTo>
                  <a:cubicBezTo>
                    <a:pt x="8867" y="61996"/>
                    <a:pt x="3623" y="64438"/>
                    <a:pt x="579" y="69018"/>
                  </a:cubicBezTo>
                  <a:cubicBezTo>
                    <a:pt x="-428" y="70533"/>
                    <a:pt x="315" y="73548"/>
                    <a:pt x="579" y="75122"/>
                  </a:cubicBezTo>
                  <a:cubicBezTo>
                    <a:pt x="930" y="77241"/>
                    <a:pt x="372" y="80172"/>
                    <a:pt x="949" y="82151"/>
                  </a:cubicBezTo>
                  <a:cubicBezTo>
                    <a:pt x="2439" y="87271"/>
                    <a:pt x="837" y="80622"/>
                    <a:pt x="2799" y="84556"/>
                  </a:cubicBezTo>
                  <a:cubicBezTo>
                    <a:pt x="3233" y="85428"/>
                    <a:pt x="2684" y="87312"/>
                    <a:pt x="2986" y="88256"/>
                  </a:cubicBezTo>
                  <a:cubicBezTo>
                    <a:pt x="3634" y="90297"/>
                    <a:pt x="5304" y="91358"/>
                    <a:pt x="6130" y="93250"/>
                  </a:cubicBezTo>
                  <a:cubicBezTo>
                    <a:pt x="6826" y="94845"/>
                    <a:pt x="6838" y="96882"/>
                    <a:pt x="7610" y="98429"/>
                  </a:cubicBezTo>
                  <a:cubicBezTo>
                    <a:pt x="7953" y="99119"/>
                    <a:pt x="8862" y="101449"/>
                    <a:pt x="9275" y="101944"/>
                  </a:cubicBezTo>
                  <a:cubicBezTo>
                    <a:pt x="10492" y="103409"/>
                    <a:pt x="11384" y="103737"/>
                    <a:pt x="12050" y="105644"/>
                  </a:cubicBezTo>
                  <a:cubicBezTo>
                    <a:pt x="13067" y="108560"/>
                    <a:pt x="13529" y="112009"/>
                    <a:pt x="13529" y="115078"/>
                  </a:cubicBezTo>
                  <a:cubicBezTo>
                    <a:pt x="13529" y="116771"/>
                    <a:pt x="13252" y="118780"/>
                    <a:pt x="13529" y="120442"/>
                  </a:cubicBezTo>
                  <a:cubicBezTo>
                    <a:pt x="13846" y="122354"/>
                    <a:pt x="14250" y="124242"/>
                    <a:pt x="14454" y="126177"/>
                  </a:cubicBezTo>
                  <a:cubicBezTo>
                    <a:pt x="14689" y="128398"/>
                    <a:pt x="14030" y="130829"/>
                    <a:pt x="14454" y="133020"/>
                  </a:cubicBezTo>
                  <a:cubicBezTo>
                    <a:pt x="14776" y="134683"/>
                    <a:pt x="15548" y="135984"/>
                    <a:pt x="15934" y="137645"/>
                  </a:cubicBezTo>
                  <a:cubicBezTo>
                    <a:pt x="16300" y="139220"/>
                    <a:pt x="17207" y="140669"/>
                    <a:pt x="17414" y="142270"/>
                  </a:cubicBezTo>
                  <a:cubicBezTo>
                    <a:pt x="17492" y="142770"/>
                    <a:pt x="17162" y="143503"/>
                    <a:pt x="17414" y="143934"/>
                  </a:cubicBezTo>
                  <a:cubicBezTo>
                    <a:pt x="17666" y="144366"/>
                    <a:pt x="26951" y="142850"/>
                    <a:pt x="28513" y="143193"/>
                  </a:cubicBezTo>
                  <a:cubicBezTo>
                    <a:pt x="40434" y="144445"/>
                    <a:pt x="43616" y="145871"/>
                    <a:pt x="46825" y="147447"/>
                  </a:cubicBezTo>
                  <a:cubicBezTo>
                    <a:pt x="48972" y="148502"/>
                    <a:pt x="47399" y="148215"/>
                    <a:pt x="49600" y="148927"/>
                  </a:cubicBezTo>
                  <a:cubicBezTo>
                    <a:pt x="53080" y="150049"/>
                    <a:pt x="65391" y="151254"/>
                    <a:pt x="67358" y="153367"/>
                  </a:cubicBezTo>
                  <a:cubicBezTo>
                    <a:pt x="67579" y="153608"/>
                    <a:pt x="67485" y="154091"/>
                    <a:pt x="67728" y="154292"/>
                  </a:cubicBezTo>
                  <a:cubicBezTo>
                    <a:pt x="68004" y="154533"/>
                    <a:pt x="68564" y="154421"/>
                    <a:pt x="68839" y="154662"/>
                  </a:cubicBezTo>
                  <a:cubicBezTo>
                    <a:pt x="69082" y="154870"/>
                    <a:pt x="69048" y="155318"/>
                    <a:pt x="69209" y="155587"/>
                  </a:cubicBezTo>
                  <a:cubicBezTo>
                    <a:pt x="69401" y="155915"/>
                    <a:pt x="69811" y="155976"/>
                    <a:pt x="69948" y="156329"/>
                  </a:cubicBezTo>
                  <a:cubicBezTo>
                    <a:pt x="70435" y="157586"/>
                    <a:pt x="68952" y="160493"/>
                    <a:pt x="70134" y="161509"/>
                  </a:cubicBezTo>
                  <a:cubicBezTo>
                    <a:pt x="70399" y="161742"/>
                    <a:pt x="70900" y="161422"/>
                    <a:pt x="71243" y="161509"/>
                  </a:cubicBezTo>
                  <a:cubicBezTo>
                    <a:pt x="73170" y="161784"/>
                    <a:pt x="75310" y="162761"/>
                    <a:pt x="77163" y="163357"/>
                  </a:cubicBezTo>
                  <a:cubicBezTo>
                    <a:pt x="78739" y="163857"/>
                    <a:pt x="79690" y="164985"/>
                    <a:pt x="81048" y="165763"/>
                  </a:cubicBezTo>
                  <a:cubicBezTo>
                    <a:pt x="81792" y="166194"/>
                    <a:pt x="82698" y="165944"/>
                    <a:pt x="83452" y="166315"/>
                  </a:cubicBezTo>
                  <a:cubicBezTo>
                    <a:pt x="85726" y="167431"/>
                    <a:pt x="84350" y="169371"/>
                    <a:pt x="84932" y="171124"/>
                  </a:cubicBezTo>
                  <a:cubicBezTo>
                    <a:pt x="85329" y="172321"/>
                    <a:pt x="86365" y="174173"/>
                    <a:pt x="87337" y="175009"/>
                  </a:cubicBezTo>
                  <a:cubicBezTo>
                    <a:pt x="87640" y="175267"/>
                    <a:pt x="87959" y="175302"/>
                    <a:pt x="88261" y="175560"/>
                  </a:cubicBezTo>
                  <a:cubicBezTo>
                    <a:pt x="88835" y="176060"/>
                    <a:pt x="89118" y="176981"/>
                    <a:pt x="89742" y="177410"/>
                  </a:cubicBezTo>
                  <a:cubicBezTo>
                    <a:pt x="91140" y="178372"/>
                    <a:pt x="92122" y="177971"/>
                    <a:pt x="92516" y="179999"/>
                  </a:cubicBezTo>
                  <a:cubicBezTo>
                    <a:pt x="93071" y="182857"/>
                    <a:pt x="92516" y="186331"/>
                    <a:pt x="92516" y="189249"/>
                  </a:cubicBezTo>
                  <a:lnTo>
                    <a:pt x="92516" y="209966"/>
                  </a:lnTo>
                  <a:cubicBezTo>
                    <a:pt x="92516" y="212975"/>
                    <a:pt x="94511" y="215100"/>
                    <a:pt x="95661" y="217735"/>
                  </a:cubicBezTo>
                  <a:cubicBezTo>
                    <a:pt x="96721" y="220165"/>
                    <a:pt x="95987" y="222455"/>
                    <a:pt x="96400" y="224949"/>
                  </a:cubicBezTo>
                  <a:cubicBezTo>
                    <a:pt x="96610" y="226213"/>
                    <a:pt x="97467" y="228069"/>
                    <a:pt x="96954" y="229389"/>
                  </a:cubicBezTo>
                  <a:cubicBezTo>
                    <a:pt x="96006" y="231831"/>
                    <a:pt x="93015" y="229475"/>
                    <a:pt x="91774" y="231238"/>
                  </a:cubicBezTo>
                  <a:cubicBezTo>
                    <a:pt x="91221" y="232032"/>
                    <a:pt x="92083" y="234196"/>
                    <a:pt x="91774" y="235124"/>
                  </a:cubicBezTo>
                  <a:cubicBezTo>
                    <a:pt x="91653" y="235486"/>
                    <a:pt x="91171" y="235702"/>
                    <a:pt x="91035" y="236048"/>
                  </a:cubicBezTo>
                  <a:cubicBezTo>
                    <a:pt x="90751" y="236781"/>
                    <a:pt x="91424" y="237060"/>
                    <a:pt x="90666" y="237713"/>
                  </a:cubicBezTo>
                  <a:cubicBezTo>
                    <a:pt x="90138" y="238161"/>
                    <a:pt x="86966" y="238325"/>
                    <a:pt x="86966" y="239193"/>
                  </a:cubicBezTo>
                  <a:cubicBezTo>
                    <a:pt x="86966" y="239892"/>
                    <a:pt x="88306" y="239193"/>
                    <a:pt x="89001" y="239193"/>
                  </a:cubicBezTo>
                  <a:cubicBezTo>
                    <a:pt x="90107" y="239193"/>
                    <a:pt x="91101" y="239935"/>
                    <a:pt x="92146" y="239935"/>
                  </a:cubicBezTo>
                  <a:cubicBezTo>
                    <a:pt x="92981" y="239935"/>
                    <a:pt x="93721" y="239305"/>
                    <a:pt x="94551" y="239193"/>
                  </a:cubicBezTo>
                  <a:cubicBezTo>
                    <a:pt x="95755" y="239047"/>
                    <a:pt x="97237" y="239193"/>
                    <a:pt x="98435" y="239193"/>
                  </a:cubicBezTo>
                  <a:cubicBezTo>
                    <a:pt x="99633" y="239193"/>
                    <a:pt x="100447" y="239771"/>
                    <a:pt x="101580" y="239935"/>
                  </a:cubicBezTo>
                  <a:cubicBezTo>
                    <a:pt x="102886" y="240116"/>
                    <a:pt x="104385" y="239573"/>
                    <a:pt x="105649" y="239935"/>
                  </a:cubicBezTo>
                  <a:cubicBezTo>
                    <a:pt x="106913" y="240297"/>
                    <a:pt x="107442" y="240418"/>
                    <a:pt x="107499" y="240487"/>
                  </a:cubicBezTo>
                  <a:cubicBezTo>
                    <a:pt x="107704" y="240573"/>
                    <a:pt x="107585" y="240607"/>
                    <a:pt x="107868" y="240668"/>
                  </a:cubicBezTo>
                  <a:cubicBezTo>
                    <a:pt x="108521" y="240806"/>
                    <a:pt x="110301" y="241185"/>
                    <a:pt x="111013" y="241409"/>
                  </a:cubicBezTo>
                  <a:cubicBezTo>
                    <a:pt x="112321" y="241832"/>
                    <a:pt x="113426" y="242705"/>
                    <a:pt x="114713" y="243075"/>
                  </a:cubicBezTo>
                  <a:cubicBezTo>
                    <a:pt x="115757" y="243376"/>
                    <a:pt x="117116" y="243540"/>
                    <a:pt x="118227" y="243816"/>
                  </a:cubicBezTo>
                  <a:cubicBezTo>
                    <a:pt x="120019" y="244255"/>
                    <a:pt x="121467" y="245163"/>
                    <a:pt x="123406" y="244925"/>
                  </a:cubicBezTo>
                  <a:cubicBezTo>
                    <a:pt x="124045" y="244839"/>
                    <a:pt x="125602" y="243430"/>
                    <a:pt x="125811" y="242891"/>
                  </a:cubicBezTo>
                  <a:cubicBezTo>
                    <a:pt x="126045" y="242296"/>
                    <a:pt x="125488" y="241639"/>
                    <a:pt x="125256" y="241041"/>
                  </a:cubicBezTo>
                  <a:cubicBezTo>
                    <a:pt x="125023" y="240444"/>
                    <a:pt x="125347" y="239589"/>
                    <a:pt x="124886" y="239191"/>
                  </a:cubicBezTo>
                  <a:cubicBezTo>
                    <a:pt x="124621" y="238958"/>
                    <a:pt x="124067" y="239381"/>
                    <a:pt x="123776" y="239191"/>
                  </a:cubicBezTo>
                  <a:cubicBezTo>
                    <a:pt x="123485" y="239001"/>
                    <a:pt x="123624" y="238501"/>
                    <a:pt x="123406" y="238267"/>
                  </a:cubicBezTo>
                  <a:cubicBezTo>
                    <a:pt x="122432" y="237220"/>
                    <a:pt x="122308" y="238267"/>
                    <a:pt x="121741" y="236786"/>
                  </a:cubicBezTo>
                  <a:cubicBezTo>
                    <a:pt x="121633" y="236510"/>
                    <a:pt x="121810" y="236346"/>
                    <a:pt x="121741" y="236045"/>
                  </a:cubicBezTo>
                  <a:cubicBezTo>
                    <a:pt x="121541" y="235012"/>
                    <a:pt x="120420" y="233854"/>
                    <a:pt x="120261" y="232901"/>
                  </a:cubicBezTo>
                  <a:cubicBezTo>
                    <a:pt x="120201" y="232590"/>
                    <a:pt x="120767" y="232452"/>
                    <a:pt x="120631" y="232159"/>
                  </a:cubicBezTo>
                  <a:cubicBezTo>
                    <a:pt x="120386" y="231633"/>
                    <a:pt x="119022" y="231418"/>
                    <a:pt x="118597" y="231233"/>
                  </a:cubicBezTo>
                  <a:cubicBezTo>
                    <a:pt x="117400" y="230725"/>
                    <a:pt x="116675" y="229464"/>
                    <a:pt x="115452" y="229014"/>
                  </a:cubicBezTo>
                  <a:cubicBezTo>
                    <a:pt x="113542" y="228307"/>
                    <a:pt x="109668" y="228124"/>
                    <a:pt x="108793" y="225869"/>
                  </a:cubicBezTo>
                  <a:cubicBezTo>
                    <a:pt x="108536" y="225205"/>
                    <a:pt x="108793" y="223410"/>
                    <a:pt x="108793" y="222725"/>
                  </a:cubicBezTo>
                  <a:lnTo>
                    <a:pt x="108793" y="212365"/>
                  </a:lnTo>
                  <a:cubicBezTo>
                    <a:pt x="108793" y="211065"/>
                    <a:pt x="109042" y="209393"/>
                    <a:pt x="108793" y="208111"/>
                  </a:cubicBezTo>
                  <a:cubicBezTo>
                    <a:pt x="108556" y="206897"/>
                    <a:pt x="107682" y="206047"/>
                    <a:pt x="107498" y="204782"/>
                  </a:cubicBezTo>
                  <a:cubicBezTo>
                    <a:pt x="107076" y="201873"/>
                    <a:pt x="108056" y="198785"/>
                    <a:pt x="107498" y="195903"/>
                  </a:cubicBezTo>
                  <a:cubicBezTo>
                    <a:pt x="107375" y="195274"/>
                    <a:pt x="106864" y="194686"/>
                    <a:pt x="106759" y="194053"/>
                  </a:cubicBezTo>
                  <a:cubicBezTo>
                    <a:pt x="106343" y="191537"/>
                    <a:pt x="107129" y="188828"/>
                    <a:pt x="107129" y="186283"/>
                  </a:cubicBezTo>
                  <a:cubicBezTo>
                    <a:pt x="107129" y="184143"/>
                    <a:pt x="106048" y="181207"/>
                    <a:pt x="106759" y="179069"/>
                  </a:cubicBezTo>
                  <a:cubicBezTo>
                    <a:pt x="107971" y="175426"/>
                    <a:pt x="113315" y="174797"/>
                    <a:pt x="115453" y="172041"/>
                  </a:cubicBezTo>
                  <a:cubicBezTo>
                    <a:pt x="116533" y="170648"/>
                    <a:pt x="117666" y="166693"/>
                    <a:pt x="118598" y="164826"/>
                  </a:cubicBezTo>
                  <a:cubicBezTo>
                    <a:pt x="119444" y="163129"/>
                    <a:pt x="120023" y="160434"/>
                    <a:pt x="119708" y="158537"/>
                  </a:cubicBezTo>
                  <a:cubicBezTo>
                    <a:pt x="119392" y="156639"/>
                    <a:pt x="118228" y="156897"/>
                    <a:pt x="118228" y="154098"/>
                  </a:cubicBezTo>
                  <a:cubicBezTo>
                    <a:pt x="118228" y="153701"/>
                    <a:pt x="117925" y="153063"/>
                    <a:pt x="118228" y="152802"/>
                  </a:cubicBezTo>
                  <a:cubicBezTo>
                    <a:pt x="118713" y="152380"/>
                    <a:pt x="118481" y="154234"/>
                    <a:pt x="118967" y="154652"/>
                  </a:cubicBezTo>
                  <a:cubicBezTo>
                    <a:pt x="119241" y="154893"/>
                    <a:pt x="119764" y="154657"/>
                    <a:pt x="120077" y="154833"/>
                  </a:cubicBezTo>
                  <a:cubicBezTo>
                    <a:pt x="122834" y="156414"/>
                    <a:pt x="119829" y="155023"/>
                    <a:pt x="121372" y="156684"/>
                  </a:cubicBezTo>
                  <a:cubicBezTo>
                    <a:pt x="121937" y="157296"/>
                    <a:pt x="128472" y="158718"/>
                    <a:pt x="129696" y="158718"/>
                  </a:cubicBezTo>
                  <a:cubicBezTo>
                    <a:pt x="131742" y="158718"/>
                    <a:pt x="133441" y="155901"/>
                    <a:pt x="134690" y="154649"/>
                  </a:cubicBezTo>
                  <a:cubicBezTo>
                    <a:pt x="135574" y="153763"/>
                    <a:pt x="142581" y="149390"/>
                    <a:pt x="143569" y="149284"/>
                  </a:cubicBezTo>
                  <a:cubicBezTo>
                    <a:pt x="146566" y="148965"/>
                    <a:pt x="150388" y="148965"/>
                    <a:pt x="153373" y="149284"/>
                  </a:cubicBezTo>
                  <a:cubicBezTo>
                    <a:pt x="154662" y="149422"/>
                    <a:pt x="155938" y="150069"/>
                    <a:pt x="157258" y="150208"/>
                  </a:cubicBezTo>
                  <a:cubicBezTo>
                    <a:pt x="158476" y="150337"/>
                    <a:pt x="159773" y="150122"/>
                    <a:pt x="160957" y="150389"/>
                  </a:cubicBezTo>
                  <a:cubicBezTo>
                    <a:pt x="162497" y="150717"/>
                    <a:pt x="164243" y="152359"/>
                    <a:pt x="165952" y="151870"/>
                  </a:cubicBezTo>
                  <a:cubicBezTo>
                    <a:pt x="167016" y="151559"/>
                    <a:pt x="167071" y="150952"/>
                    <a:pt x="167986" y="150389"/>
                  </a:cubicBezTo>
                  <a:cubicBezTo>
                    <a:pt x="168992" y="149769"/>
                    <a:pt x="170365" y="149235"/>
                    <a:pt x="171501" y="148910"/>
                  </a:cubicBezTo>
                  <a:cubicBezTo>
                    <a:pt x="171848" y="148815"/>
                    <a:pt x="172404" y="148823"/>
                    <a:pt x="172611" y="148539"/>
                  </a:cubicBezTo>
                  <a:cubicBezTo>
                    <a:pt x="172949" y="148065"/>
                    <a:pt x="172585" y="146209"/>
                    <a:pt x="172797" y="145579"/>
                  </a:cubicBezTo>
                  <a:cubicBezTo>
                    <a:pt x="172915" y="145226"/>
                    <a:pt x="173907" y="144092"/>
                    <a:pt x="173907" y="143545"/>
                  </a:cubicBezTo>
                  <a:cubicBezTo>
                    <a:pt x="173907" y="143226"/>
                    <a:pt x="173436" y="142924"/>
                    <a:pt x="173538" y="142620"/>
                  </a:cubicBezTo>
                  <a:cubicBezTo>
                    <a:pt x="173705" y="142111"/>
                    <a:pt x="174323" y="141921"/>
                    <a:pt x="174647" y="141510"/>
                  </a:cubicBezTo>
                  <a:cubicBezTo>
                    <a:pt x="176081" y="139661"/>
                    <a:pt x="178675" y="138062"/>
                    <a:pt x="179826" y="136330"/>
                  </a:cubicBezTo>
                  <a:cubicBezTo>
                    <a:pt x="180528" y="135274"/>
                    <a:pt x="180636" y="133598"/>
                    <a:pt x="181307" y="132446"/>
                  </a:cubicBezTo>
                  <a:cubicBezTo>
                    <a:pt x="183229" y="129142"/>
                    <a:pt x="185414" y="126254"/>
                    <a:pt x="188150" y="123567"/>
                  </a:cubicBezTo>
                  <a:cubicBezTo>
                    <a:pt x="188916" y="122817"/>
                    <a:pt x="189899" y="122193"/>
                    <a:pt x="190555" y="121348"/>
                  </a:cubicBezTo>
                  <a:cubicBezTo>
                    <a:pt x="191120" y="120623"/>
                    <a:pt x="190813" y="119308"/>
                    <a:pt x="192035" y="118943"/>
                  </a:cubicBezTo>
                  <a:cubicBezTo>
                    <a:pt x="194373" y="116360"/>
                    <a:pt x="196806" y="115714"/>
                    <a:pt x="198694" y="112468"/>
                  </a:cubicBezTo>
                  <a:cubicBezTo>
                    <a:pt x="199792" y="110581"/>
                    <a:pt x="200847" y="107054"/>
                    <a:pt x="201099" y="104884"/>
                  </a:cubicBezTo>
                  <a:cubicBezTo>
                    <a:pt x="201295" y="103221"/>
                    <a:pt x="200667" y="101475"/>
                    <a:pt x="200360" y="99890"/>
                  </a:cubicBezTo>
                  <a:cubicBezTo>
                    <a:pt x="200153" y="98833"/>
                    <a:pt x="200538" y="97623"/>
                    <a:pt x="200360" y="96560"/>
                  </a:cubicBezTo>
                  <a:cubicBezTo>
                    <a:pt x="199842" y="93458"/>
                    <a:pt x="198737" y="90497"/>
                    <a:pt x="198325" y="87311"/>
                  </a:cubicBezTo>
                  <a:cubicBezTo>
                    <a:pt x="198199" y="86340"/>
                    <a:pt x="198513" y="85311"/>
                    <a:pt x="198325" y="84352"/>
                  </a:cubicBezTo>
                  <a:cubicBezTo>
                    <a:pt x="198013" y="82743"/>
                    <a:pt x="197156" y="81147"/>
                    <a:pt x="196845" y="79542"/>
                  </a:cubicBezTo>
                  <a:cubicBezTo>
                    <a:pt x="196320" y="76834"/>
                    <a:pt x="193954" y="75619"/>
                    <a:pt x="192405" y="73623"/>
                  </a:cubicBezTo>
                  <a:cubicBezTo>
                    <a:pt x="190927" y="71716"/>
                    <a:pt x="189379" y="70024"/>
                    <a:pt x="187781" y="68258"/>
                  </a:cubicBezTo>
                  <a:cubicBezTo>
                    <a:pt x="186767" y="67137"/>
                    <a:pt x="186177" y="65565"/>
                    <a:pt x="185006" y="64558"/>
                  </a:cubicBezTo>
                  <a:cubicBezTo>
                    <a:pt x="183835" y="63551"/>
                    <a:pt x="181608" y="63221"/>
                    <a:pt x="180567" y="61969"/>
                  </a:cubicBezTo>
                  <a:cubicBezTo>
                    <a:pt x="179600" y="60805"/>
                    <a:pt x="179120" y="58950"/>
                    <a:pt x="178162" y="57715"/>
                  </a:cubicBezTo>
                  <a:cubicBezTo>
                    <a:pt x="177288" y="56587"/>
                    <a:pt x="175641" y="56005"/>
                    <a:pt x="175017" y="54754"/>
                  </a:cubicBezTo>
                  <a:cubicBezTo>
                    <a:pt x="172940" y="50588"/>
                    <a:pt x="171163" y="46362"/>
                    <a:pt x="169838" y="41806"/>
                  </a:cubicBezTo>
                  <a:cubicBezTo>
                    <a:pt x="169558" y="40847"/>
                    <a:pt x="168917" y="39820"/>
                    <a:pt x="168728" y="38847"/>
                  </a:cubicBezTo>
                  <a:cubicBezTo>
                    <a:pt x="168041" y="35305"/>
                    <a:pt x="167711" y="31692"/>
                    <a:pt x="167248" y="28118"/>
                  </a:cubicBezTo>
                  <a:cubicBezTo>
                    <a:pt x="167132" y="27223"/>
                    <a:pt x="166607" y="26935"/>
                    <a:pt x="166323" y="26083"/>
                  </a:cubicBezTo>
                  <a:cubicBezTo>
                    <a:pt x="165776" y="24438"/>
                    <a:pt x="165869" y="22220"/>
                    <a:pt x="165214" y="20534"/>
                  </a:cubicBezTo>
                  <a:cubicBezTo>
                    <a:pt x="164585" y="18913"/>
                    <a:pt x="163142" y="17706"/>
                    <a:pt x="162439" y="16094"/>
                  </a:cubicBezTo>
                  <a:cubicBezTo>
                    <a:pt x="161985" y="15050"/>
                    <a:pt x="161828" y="12956"/>
                    <a:pt x="160959" y="12209"/>
                  </a:cubicBezTo>
                  <a:cubicBezTo>
                    <a:pt x="160000" y="11382"/>
                    <a:pt x="158007" y="11554"/>
                    <a:pt x="156889" y="11285"/>
                  </a:cubicBezTo>
                  <a:cubicBezTo>
                    <a:pt x="155503" y="10948"/>
                    <a:pt x="153979" y="10300"/>
                    <a:pt x="152635" y="9804"/>
                  </a:cubicBezTo>
                  <a:cubicBezTo>
                    <a:pt x="151637" y="9434"/>
                    <a:pt x="150483" y="9623"/>
                    <a:pt x="149490" y="9253"/>
                  </a:cubicBezTo>
                  <a:cubicBezTo>
                    <a:pt x="149062" y="9089"/>
                    <a:pt x="148934" y="8597"/>
                    <a:pt x="148565" y="8328"/>
                  </a:cubicBezTo>
                  <a:cubicBezTo>
                    <a:pt x="146595" y="6876"/>
                    <a:pt x="144983" y="5942"/>
                    <a:pt x="142646" y="5368"/>
                  </a:cubicBezTo>
                  <a:cubicBezTo>
                    <a:pt x="142296" y="5282"/>
                    <a:pt x="141893" y="4946"/>
                    <a:pt x="141536" y="4997"/>
                  </a:cubicBezTo>
                  <a:cubicBezTo>
                    <a:pt x="140741" y="5110"/>
                    <a:pt x="140280" y="6101"/>
                    <a:pt x="139501" y="6293"/>
                  </a:cubicBezTo>
                  <a:cubicBezTo>
                    <a:pt x="137486" y="6793"/>
                    <a:pt x="134584" y="6646"/>
                    <a:pt x="132472" y="6474"/>
                  </a:cubicBezTo>
                  <a:cubicBezTo>
                    <a:pt x="129353" y="6232"/>
                    <a:pt x="122519" y="5646"/>
                    <a:pt x="119708" y="4439"/>
                  </a:cubicBezTo>
                  <a:lnTo>
                    <a:pt x="115084" y="2403"/>
                  </a:lnTo>
                  <a:cubicBezTo>
                    <a:pt x="114188" y="2024"/>
                    <a:pt x="113102" y="2041"/>
                    <a:pt x="112310" y="1479"/>
                  </a:cubicBezTo>
                  <a:cubicBezTo>
                    <a:pt x="111880" y="1177"/>
                    <a:pt x="111630" y="492"/>
                    <a:pt x="111200" y="184"/>
                  </a:cubicBezTo>
                  <a:cubicBezTo>
                    <a:pt x="110561" y="-273"/>
                    <a:pt x="106029" y="-558"/>
                    <a:pt x="105280" y="-558"/>
                  </a:cubicBezTo>
                  <a:close/>
                  <a:moveTo>
                    <a:pt x="100282" y="20365"/>
                  </a:moveTo>
                  <a:cubicBezTo>
                    <a:pt x="100837" y="20279"/>
                    <a:pt x="101207" y="20598"/>
                    <a:pt x="101207" y="21290"/>
                  </a:cubicBezTo>
                  <a:cubicBezTo>
                    <a:pt x="101207" y="21652"/>
                    <a:pt x="100335" y="21204"/>
                    <a:pt x="100097" y="21471"/>
                  </a:cubicBezTo>
                  <a:cubicBezTo>
                    <a:pt x="99900" y="21695"/>
                    <a:pt x="100166" y="22110"/>
                    <a:pt x="100097" y="22396"/>
                  </a:cubicBezTo>
                  <a:cubicBezTo>
                    <a:pt x="99896" y="23430"/>
                    <a:pt x="99327" y="24287"/>
                    <a:pt x="99172" y="25356"/>
                  </a:cubicBezTo>
                  <a:cubicBezTo>
                    <a:pt x="98950" y="26865"/>
                    <a:pt x="98758" y="28449"/>
                    <a:pt x="98433" y="29980"/>
                  </a:cubicBezTo>
                  <a:cubicBezTo>
                    <a:pt x="97366" y="35016"/>
                    <a:pt x="98941" y="26314"/>
                    <a:pt x="97324" y="32570"/>
                  </a:cubicBezTo>
                  <a:cubicBezTo>
                    <a:pt x="97050" y="33625"/>
                    <a:pt x="97306" y="35247"/>
                    <a:pt x="96955" y="36269"/>
                  </a:cubicBezTo>
                  <a:cubicBezTo>
                    <a:pt x="96315" y="38101"/>
                    <a:pt x="95236" y="39361"/>
                    <a:pt x="94920" y="41264"/>
                  </a:cubicBezTo>
                  <a:cubicBezTo>
                    <a:pt x="94786" y="42066"/>
                    <a:pt x="92439" y="44891"/>
                    <a:pt x="91405" y="44594"/>
                  </a:cubicBezTo>
                  <a:cubicBezTo>
                    <a:pt x="90067" y="44214"/>
                    <a:pt x="90144" y="41692"/>
                    <a:pt x="89370" y="40894"/>
                  </a:cubicBezTo>
                  <a:cubicBezTo>
                    <a:pt x="89118" y="40635"/>
                    <a:pt x="88534" y="40980"/>
                    <a:pt x="88260" y="40713"/>
                  </a:cubicBezTo>
                  <a:cubicBezTo>
                    <a:pt x="87354" y="39928"/>
                    <a:pt x="87226" y="38163"/>
                    <a:pt x="85856" y="37754"/>
                  </a:cubicBezTo>
                  <a:cubicBezTo>
                    <a:pt x="82608" y="28582"/>
                    <a:pt x="86006" y="28310"/>
                    <a:pt x="89370" y="28135"/>
                  </a:cubicBezTo>
                  <a:cubicBezTo>
                    <a:pt x="90397" y="28048"/>
                    <a:pt x="92108" y="28575"/>
                    <a:pt x="92885" y="27574"/>
                  </a:cubicBezTo>
                  <a:cubicBezTo>
                    <a:pt x="93141" y="27246"/>
                    <a:pt x="92945" y="26550"/>
                    <a:pt x="93255" y="26279"/>
                  </a:cubicBezTo>
                  <a:cubicBezTo>
                    <a:pt x="93521" y="26047"/>
                    <a:pt x="93887" y="26469"/>
                    <a:pt x="94180" y="26279"/>
                  </a:cubicBezTo>
                  <a:cubicBezTo>
                    <a:pt x="94798" y="25882"/>
                    <a:pt x="94590" y="24902"/>
                    <a:pt x="94919" y="24244"/>
                  </a:cubicBezTo>
                  <a:cubicBezTo>
                    <a:pt x="95221" y="23641"/>
                    <a:pt x="98616" y="20622"/>
                    <a:pt x="100283" y="20360"/>
                  </a:cubicBezTo>
                  <a:close/>
                  <a:moveTo>
                    <a:pt x="26105" y="67535"/>
                  </a:moveTo>
                  <a:cubicBezTo>
                    <a:pt x="26854" y="67319"/>
                    <a:pt x="29038" y="69511"/>
                    <a:pt x="29435" y="69755"/>
                  </a:cubicBezTo>
                  <a:cubicBezTo>
                    <a:pt x="30053" y="70134"/>
                    <a:pt x="31179" y="69761"/>
                    <a:pt x="31655" y="70307"/>
                  </a:cubicBezTo>
                  <a:cubicBezTo>
                    <a:pt x="32183" y="70910"/>
                    <a:pt x="31741" y="71960"/>
                    <a:pt x="32023" y="72712"/>
                  </a:cubicBezTo>
                  <a:cubicBezTo>
                    <a:pt x="32050" y="72797"/>
                    <a:pt x="31998" y="72849"/>
                    <a:pt x="32023" y="72893"/>
                  </a:cubicBezTo>
                  <a:cubicBezTo>
                    <a:pt x="32675" y="74418"/>
                    <a:pt x="34050" y="75659"/>
                    <a:pt x="35353" y="76592"/>
                  </a:cubicBezTo>
                  <a:cubicBezTo>
                    <a:pt x="38811" y="79069"/>
                    <a:pt x="42531" y="76791"/>
                    <a:pt x="45527" y="78626"/>
                  </a:cubicBezTo>
                  <a:cubicBezTo>
                    <a:pt x="45849" y="78825"/>
                    <a:pt x="45955" y="79333"/>
                    <a:pt x="46266" y="79551"/>
                  </a:cubicBezTo>
                  <a:cubicBezTo>
                    <a:pt x="46565" y="79758"/>
                    <a:pt x="46917" y="79689"/>
                    <a:pt x="47191" y="79914"/>
                  </a:cubicBezTo>
                  <a:cubicBezTo>
                    <a:pt x="47493" y="80172"/>
                    <a:pt x="47795" y="85867"/>
                    <a:pt x="47562" y="86203"/>
                  </a:cubicBezTo>
                  <a:cubicBezTo>
                    <a:pt x="46574" y="87618"/>
                    <a:pt x="44257" y="87447"/>
                    <a:pt x="43122" y="88423"/>
                  </a:cubicBezTo>
                  <a:cubicBezTo>
                    <a:pt x="42879" y="88630"/>
                    <a:pt x="42997" y="89147"/>
                    <a:pt x="42752" y="89348"/>
                  </a:cubicBezTo>
                  <a:cubicBezTo>
                    <a:pt x="42185" y="89839"/>
                    <a:pt x="41345" y="89633"/>
                    <a:pt x="40717" y="89719"/>
                  </a:cubicBezTo>
                  <a:cubicBezTo>
                    <a:pt x="40735" y="91245"/>
                    <a:pt x="37812" y="90133"/>
                    <a:pt x="40717" y="89719"/>
                  </a:cubicBezTo>
                  <a:cubicBezTo>
                    <a:pt x="40701" y="88392"/>
                    <a:pt x="38440" y="85094"/>
                    <a:pt x="27769" y="77140"/>
                  </a:cubicBezTo>
                  <a:cubicBezTo>
                    <a:pt x="28465" y="76450"/>
                    <a:pt x="32745" y="74436"/>
                    <a:pt x="32023" y="72885"/>
                  </a:cubicBezTo>
                  <a:cubicBezTo>
                    <a:pt x="31675" y="72134"/>
                    <a:pt x="26918" y="71139"/>
                    <a:pt x="26105" y="69741"/>
                  </a:cubicBezTo>
                  <a:cubicBezTo>
                    <a:pt x="25903" y="69396"/>
                    <a:pt x="26105" y="68844"/>
                    <a:pt x="26105" y="68446"/>
                  </a:cubicBezTo>
                  <a:cubicBezTo>
                    <a:pt x="26105" y="68153"/>
                    <a:pt x="25816" y="67601"/>
                    <a:pt x="26105" y="67521"/>
                  </a:cubicBezTo>
                  <a:close/>
                  <a:moveTo>
                    <a:pt x="60882" y="121734"/>
                  </a:moveTo>
                  <a:cubicBezTo>
                    <a:pt x="63439" y="121648"/>
                    <a:pt x="66988" y="122104"/>
                    <a:pt x="68835" y="122104"/>
                  </a:cubicBezTo>
                  <a:cubicBezTo>
                    <a:pt x="72093" y="122104"/>
                    <a:pt x="77844" y="121604"/>
                    <a:pt x="80305" y="124139"/>
                  </a:cubicBezTo>
                  <a:cubicBezTo>
                    <a:pt x="81238" y="125101"/>
                    <a:pt x="82184" y="127717"/>
                    <a:pt x="83079" y="128949"/>
                  </a:cubicBezTo>
                  <a:cubicBezTo>
                    <a:pt x="83820" y="129968"/>
                    <a:pt x="84843" y="130808"/>
                    <a:pt x="85484" y="131908"/>
                  </a:cubicBezTo>
                  <a:cubicBezTo>
                    <a:pt x="87300" y="135030"/>
                    <a:pt x="84834" y="136158"/>
                    <a:pt x="89369" y="137828"/>
                  </a:cubicBezTo>
                  <a:cubicBezTo>
                    <a:pt x="90048" y="138078"/>
                    <a:pt x="90686" y="138483"/>
                    <a:pt x="91403" y="138380"/>
                  </a:cubicBezTo>
                  <a:cubicBezTo>
                    <a:pt x="92198" y="138268"/>
                    <a:pt x="92886" y="137587"/>
                    <a:pt x="93622" y="137270"/>
                  </a:cubicBezTo>
                  <a:cubicBezTo>
                    <a:pt x="95835" y="136319"/>
                    <a:pt x="96334" y="134501"/>
                    <a:pt x="98062" y="133016"/>
                  </a:cubicBezTo>
                  <a:cubicBezTo>
                    <a:pt x="99473" y="131802"/>
                    <a:pt x="100849" y="130817"/>
                    <a:pt x="102502" y="129870"/>
                  </a:cubicBezTo>
                  <a:cubicBezTo>
                    <a:pt x="103108" y="129526"/>
                    <a:pt x="105360" y="127817"/>
                    <a:pt x="106016" y="128945"/>
                  </a:cubicBezTo>
                  <a:cubicBezTo>
                    <a:pt x="106178" y="129222"/>
                    <a:pt x="105709" y="129558"/>
                    <a:pt x="105647" y="129870"/>
                  </a:cubicBezTo>
                  <a:cubicBezTo>
                    <a:pt x="105578" y="130164"/>
                    <a:pt x="105844" y="130388"/>
                    <a:pt x="105647" y="130612"/>
                  </a:cubicBezTo>
                  <a:cubicBezTo>
                    <a:pt x="105409" y="130888"/>
                    <a:pt x="105035" y="130802"/>
                    <a:pt x="104722" y="130983"/>
                  </a:cubicBezTo>
                  <a:cubicBezTo>
                    <a:pt x="103497" y="131690"/>
                    <a:pt x="102011" y="132920"/>
                    <a:pt x="102317" y="134498"/>
                  </a:cubicBezTo>
                  <a:cubicBezTo>
                    <a:pt x="102545" y="135666"/>
                    <a:pt x="103485" y="136276"/>
                    <a:pt x="103981" y="137272"/>
                  </a:cubicBezTo>
                  <a:cubicBezTo>
                    <a:pt x="105385" y="140086"/>
                    <a:pt x="106069" y="144685"/>
                    <a:pt x="105461" y="147816"/>
                  </a:cubicBezTo>
                  <a:cubicBezTo>
                    <a:pt x="105160" y="149368"/>
                    <a:pt x="104994" y="148248"/>
                    <a:pt x="103611" y="148926"/>
                  </a:cubicBezTo>
                  <a:cubicBezTo>
                    <a:pt x="100181" y="150611"/>
                    <a:pt x="104330" y="149047"/>
                    <a:pt x="102317" y="150776"/>
                  </a:cubicBezTo>
                  <a:cubicBezTo>
                    <a:pt x="102042" y="151018"/>
                    <a:pt x="101481" y="150690"/>
                    <a:pt x="101207" y="150957"/>
                  </a:cubicBezTo>
                  <a:cubicBezTo>
                    <a:pt x="100586" y="151492"/>
                    <a:pt x="100744" y="159147"/>
                    <a:pt x="100468" y="160575"/>
                  </a:cubicBezTo>
                  <a:cubicBezTo>
                    <a:pt x="100284" y="161518"/>
                    <a:pt x="99602" y="166109"/>
                    <a:pt x="98434" y="166310"/>
                  </a:cubicBezTo>
                  <a:cubicBezTo>
                    <a:pt x="95988" y="166732"/>
                    <a:pt x="98272" y="162977"/>
                    <a:pt x="98434" y="162611"/>
                  </a:cubicBezTo>
                  <a:cubicBezTo>
                    <a:pt x="98901" y="161540"/>
                    <a:pt x="99448" y="157378"/>
                    <a:pt x="97324" y="157986"/>
                  </a:cubicBezTo>
                  <a:cubicBezTo>
                    <a:pt x="96553" y="158210"/>
                    <a:pt x="96008" y="158745"/>
                    <a:pt x="95289" y="159096"/>
                  </a:cubicBezTo>
                  <a:cubicBezTo>
                    <a:pt x="94838" y="159320"/>
                    <a:pt x="94153" y="159277"/>
                    <a:pt x="93809" y="159648"/>
                  </a:cubicBezTo>
                  <a:cubicBezTo>
                    <a:pt x="93603" y="159872"/>
                    <a:pt x="93918" y="160286"/>
                    <a:pt x="93809" y="160572"/>
                  </a:cubicBezTo>
                  <a:cubicBezTo>
                    <a:pt x="93363" y="161723"/>
                    <a:pt x="91940" y="162459"/>
                    <a:pt x="91404" y="163533"/>
                  </a:cubicBezTo>
                  <a:cubicBezTo>
                    <a:pt x="91115" y="164110"/>
                    <a:pt x="91802" y="164888"/>
                    <a:pt x="91034" y="165383"/>
                  </a:cubicBezTo>
                  <a:cubicBezTo>
                    <a:pt x="89979" y="166064"/>
                    <a:pt x="88914" y="164001"/>
                    <a:pt x="88260" y="163533"/>
                  </a:cubicBezTo>
                  <a:cubicBezTo>
                    <a:pt x="86378" y="162185"/>
                    <a:pt x="82941" y="161036"/>
                    <a:pt x="81416" y="159462"/>
                  </a:cubicBezTo>
                  <a:cubicBezTo>
                    <a:pt x="80508" y="158526"/>
                    <a:pt x="80552" y="157192"/>
                    <a:pt x="79936" y="156133"/>
                  </a:cubicBezTo>
                  <a:cubicBezTo>
                    <a:pt x="79262" y="154976"/>
                    <a:pt x="78475" y="154540"/>
                    <a:pt x="77531" y="153729"/>
                  </a:cubicBezTo>
                  <a:cubicBezTo>
                    <a:pt x="77131" y="153384"/>
                    <a:pt x="76768" y="152833"/>
                    <a:pt x="76421" y="152434"/>
                  </a:cubicBezTo>
                  <a:cubicBezTo>
                    <a:pt x="70505" y="146950"/>
                    <a:pt x="73625" y="147806"/>
                    <a:pt x="76791" y="147994"/>
                  </a:cubicBezTo>
                  <a:cubicBezTo>
                    <a:pt x="77167" y="147994"/>
                    <a:pt x="77299" y="147365"/>
                    <a:pt x="77530" y="147069"/>
                  </a:cubicBezTo>
                  <a:cubicBezTo>
                    <a:pt x="78086" y="146353"/>
                    <a:pt x="79046" y="145930"/>
                    <a:pt x="79195" y="145035"/>
                  </a:cubicBezTo>
                  <a:cubicBezTo>
                    <a:pt x="79264" y="144664"/>
                    <a:pt x="78778" y="144466"/>
                    <a:pt x="78641" y="144110"/>
                  </a:cubicBezTo>
                  <a:cubicBezTo>
                    <a:pt x="78336" y="143325"/>
                    <a:pt x="79046" y="142890"/>
                    <a:pt x="78641" y="142075"/>
                  </a:cubicBezTo>
                  <a:cubicBezTo>
                    <a:pt x="76344" y="137468"/>
                    <a:pt x="71416" y="148566"/>
                    <a:pt x="67357" y="146514"/>
                  </a:cubicBezTo>
                  <a:cubicBezTo>
                    <a:pt x="64614" y="145127"/>
                    <a:pt x="69827" y="140819"/>
                    <a:pt x="70502" y="137820"/>
                  </a:cubicBezTo>
                  <a:cubicBezTo>
                    <a:pt x="70588" y="137493"/>
                    <a:pt x="63654" y="135018"/>
                    <a:pt x="62918" y="134491"/>
                  </a:cubicBezTo>
                  <a:cubicBezTo>
                    <a:pt x="61560" y="133518"/>
                    <a:pt x="60335" y="132278"/>
                    <a:pt x="59034" y="131346"/>
                  </a:cubicBezTo>
                  <a:cubicBezTo>
                    <a:pt x="58623" y="131053"/>
                    <a:pt x="58149" y="130906"/>
                    <a:pt x="57738" y="130605"/>
                  </a:cubicBezTo>
                  <a:cubicBezTo>
                    <a:pt x="57432" y="130380"/>
                    <a:pt x="57307" y="130087"/>
                    <a:pt x="57000" y="129863"/>
                  </a:cubicBezTo>
                  <a:cubicBezTo>
                    <a:pt x="54827" y="128306"/>
                    <a:pt x="52179" y="128010"/>
                    <a:pt x="50341" y="125979"/>
                  </a:cubicBezTo>
                  <a:cubicBezTo>
                    <a:pt x="50165" y="125789"/>
                    <a:pt x="48731" y="123666"/>
                    <a:pt x="47751" y="122834"/>
                  </a:cubicBezTo>
                  <a:cubicBezTo>
                    <a:pt x="48795" y="123015"/>
                    <a:pt x="51276" y="123144"/>
                    <a:pt x="51820" y="123205"/>
                  </a:cubicBezTo>
                  <a:cubicBezTo>
                    <a:pt x="53073" y="123360"/>
                    <a:pt x="55057" y="123506"/>
                    <a:pt x="56260" y="123205"/>
                  </a:cubicBezTo>
                  <a:cubicBezTo>
                    <a:pt x="56748" y="123084"/>
                    <a:pt x="57276" y="122851"/>
                    <a:pt x="57739" y="122653"/>
                  </a:cubicBezTo>
                  <a:cubicBezTo>
                    <a:pt x="58085" y="122455"/>
                    <a:pt x="58278" y="122213"/>
                    <a:pt x="58665" y="122101"/>
                  </a:cubicBezTo>
                  <a:cubicBezTo>
                    <a:pt x="59191" y="121946"/>
                    <a:pt x="60032" y="121756"/>
                    <a:pt x="60884" y="121730"/>
                  </a:cubicBezTo>
                  <a:close/>
                  <a:moveTo>
                    <a:pt x="47193" y="122475"/>
                  </a:moveTo>
                  <a:cubicBezTo>
                    <a:pt x="47304" y="122482"/>
                    <a:pt x="47403" y="122562"/>
                    <a:pt x="47563" y="122656"/>
                  </a:cubicBezTo>
                  <a:lnTo>
                    <a:pt x="46823" y="122656"/>
                  </a:lnTo>
                  <a:cubicBezTo>
                    <a:pt x="46866" y="122518"/>
                    <a:pt x="47085" y="122466"/>
                    <a:pt x="47193" y="122475"/>
                  </a:cubicBezTo>
                  <a:close/>
                </a:path>
              </a:pathLst>
            </a:custGeom>
            <a:solidFill>
              <a:srgbClr val="61AE67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8" name="任意多边形: 形状 217">
              <a:extLst>
                <a:ext uri="{FF2B5EF4-FFF2-40B4-BE49-F238E27FC236}">
                  <a16:creationId xmlns:a16="http://schemas.microsoft.com/office/drawing/2014/main" id="{D7C16120-4679-DFE6-358A-918AE271859C}"/>
                </a:ext>
              </a:extLst>
            </p:cNvPr>
            <p:cNvSpPr/>
            <p:nvPr/>
          </p:nvSpPr>
          <p:spPr>
            <a:xfrm>
              <a:off x="6949299" y="5982442"/>
              <a:ext cx="261714" cy="420552"/>
            </a:xfrm>
            <a:custGeom>
              <a:avLst/>
              <a:gdLst>
                <a:gd name="connsiteX0" fmla="*/ 14980 w 261714"/>
                <a:gd name="connsiteY0" fmla="*/ 292448 h 420552"/>
                <a:gd name="connsiteX1" fmla="*/ 354 w 261714"/>
                <a:gd name="connsiteY1" fmla="*/ 278785 h 420552"/>
                <a:gd name="connsiteX2" fmla="*/ 354 w 261714"/>
                <a:gd name="connsiteY2" fmla="*/ 273321 h 420552"/>
                <a:gd name="connsiteX3" fmla="*/ 1626 w 261714"/>
                <a:gd name="connsiteY3" fmla="*/ 267309 h 420552"/>
                <a:gd name="connsiteX4" fmla="*/ 9257 w 261714"/>
                <a:gd name="connsiteY4" fmla="*/ 261298 h 420552"/>
                <a:gd name="connsiteX5" fmla="*/ 7349 w 261714"/>
                <a:gd name="connsiteY5" fmla="*/ 260745 h 420552"/>
                <a:gd name="connsiteX6" fmla="*/ 13708 w 261714"/>
                <a:gd name="connsiteY6" fmla="*/ 255280 h 420552"/>
                <a:gd name="connsiteX7" fmla="*/ 24518 w 261714"/>
                <a:gd name="connsiteY7" fmla="*/ 252548 h 420552"/>
                <a:gd name="connsiteX8" fmla="*/ 24518 w 261714"/>
                <a:gd name="connsiteY8" fmla="*/ 247629 h 420552"/>
                <a:gd name="connsiteX9" fmla="*/ 20703 w 261714"/>
                <a:gd name="connsiteY9" fmla="*/ 243257 h 420552"/>
                <a:gd name="connsiteX10" fmla="*/ 16252 w 261714"/>
                <a:gd name="connsiteY10" fmla="*/ 233966 h 420552"/>
                <a:gd name="connsiteX11" fmla="*/ 11165 w 261714"/>
                <a:gd name="connsiteY11" fmla="*/ 224676 h 420552"/>
                <a:gd name="connsiteX12" fmla="*/ 27697 w 261714"/>
                <a:gd name="connsiteY12" fmla="*/ 213199 h 420552"/>
                <a:gd name="connsiteX13" fmla="*/ 24518 w 261714"/>
                <a:gd name="connsiteY13" fmla="*/ 206095 h 420552"/>
                <a:gd name="connsiteX14" fmla="*/ 21339 w 261714"/>
                <a:gd name="connsiteY14" fmla="*/ 199538 h 420552"/>
                <a:gd name="connsiteX15" fmla="*/ 18795 w 261714"/>
                <a:gd name="connsiteY15" fmla="*/ 198443 h 420552"/>
                <a:gd name="connsiteX16" fmla="*/ 13708 w 261714"/>
                <a:gd name="connsiteY16" fmla="*/ 194619 h 420552"/>
                <a:gd name="connsiteX17" fmla="*/ 4805 w 261714"/>
                <a:gd name="connsiteY17" fmla="*/ 186421 h 420552"/>
                <a:gd name="connsiteX18" fmla="*/ 7985 w 261714"/>
                <a:gd name="connsiteY18" fmla="*/ 175490 h 420552"/>
                <a:gd name="connsiteX19" fmla="*/ 9893 w 261714"/>
                <a:gd name="connsiteY19" fmla="*/ 175490 h 420552"/>
                <a:gd name="connsiteX20" fmla="*/ 11800 w 261714"/>
                <a:gd name="connsiteY20" fmla="*/ 174947 h 420552"/>
                <a:gd name="connsiteX21" fmla="*/ 13708 w 261714"/>
                <a:gd name="connsiteY21" fmla="*/ 174947 h 420552"/>
                <a:gd name="connsiteX22" fmla="*/ 11800 w 261714"/>
                <a:gd name="connsiteY22" fmla="*/ 173854 h 420552"/>
                <a:gd name="connsiteX23" fmla="*/ 6713 w 261714"/>
                <a:gd name="connsiteY23" fmla="*/ 168388 h 420552"/>
                <a:gd name="connsiteX24" fmla="*/ 4805 w 261714"/>
                <a:gd name="connsiteY24" fmla="*/ 155272 h 420552"/>
                <a:gd name="connsiteX25" fmla="*/ 8621 w 261714"/>
                <a:gd name="connsiteY25" fmla="*/ 150355 h 420552"/>
                <a:gd name="connsiteX26" fmla="*/ 12436 w 261714"/>
                <a:gd name="connsiteY26" fmla="*/ 150355 h 420552"/>
                <a:gd name="connsiteX27" fmla="*/ 25155 w 261714"/>
                <a:gd name="connsiteY27" fmla="*/ 147621 h 420552"/>
                <a:gd name="connsiteX28" fmla="*/ 28333 w 261714"/>
                <a:gd name="connsiteY28" fmla="*/ 144889 h 420552"/>
                <a:gd name="connsiteX29" fmla="*/ 37236 w 261714"/>
                <a:gd name="connsiteY29" fmla="*/ 139970 h 420552"/>
                <a:gd name="connsiteX30" fmla="*/ 40415 w 261714"/>
                <a:gd name="connsiteY30" fmla="*/ 133958 h 420552"/>
                <a:gd name="connsiteX31" fmla="*/ 42323 w 261714"/>
                <a:gd name="connsiteY31" fmla="*/ 133406 h 420552"/>
                <a:gd name="connsiteX32" fmla="*/ 41685 w 261714"/>
                <a:gd name="connsiteY32" fmla="*/ 127942 h 420552"/>
                <a:gd name="connsiteX33" fmla="*/ 41685 w 261714"/>
                <a:gd name="connsiteY33" fmla="*/ 121930 h 420552"/>
                <a:gd name="connsiteX34" fmla="*/ 39142 w 261714"/>
                <a:gd name="connsiteY34" fmla="*/ 114279 h 420552"/>
                <a:gd name="connsiteX35" fmla="*/ 40413 w 261714"/>
                <a:gd name="connsiteY35" fmla="*/ 103895 h 420552"/>
                <a:gd name="connsiteX36" fmla="*/ 37233 w 261714"/>
                <a:gd name="connsiteY36" fmla="*/ 101163 h 420552"/>
                <a:gd name="connsiteX37" fmla="*/ 35326 w 261714"/>
                <a:gd name="connsiteY37" fmla="*/ 92965 h 420552"/>
                <a:gd name="connsiteX38" fmla="*/ 34688 w 261714"/>
                <a:gd name="connsiteY38" fmla="*/ 91325 h 420552"/>
                <a:gd name="connsiteX39" fmla="*/ 43591 w 261714"/>
                <a:gd name="connsiteY39" fmla="*/ 89685 h 420552"/>
                <a:gd name="connsiteX40" fmla="*/ 56308 w 261714"/>
                <a:gd name="connsiteY40" fmla="*/ 89133 h 420552"/>
                <a:gd name="connsiteX41" fmla="*/ 72205 w 261714"/>
                <a:gd name="connsiteY41" fmla="*/ 93506 h 420552"/>
                <a:gd name="connsiteX42" fmla="*/ 79200 w 261714"/>
                <a:gd name="connsiteY42" fmla="*/ 67820 h 420552"/>
                <a:gd name="connsiteX43" fmla="*/ 88102 w 261714"/>
                <a:gd name="connsiteY43" fmla="*/ 61263 h 420552"/>
                <a:gd name="connsiteX44" fmla="*/ 95733 w 261714"/>
                <a:gd name="connsiteY44" fmla="*/ 63995 h 420552"/>
                <a:gd name="connsiteX45" fmla="*/ 99549 w 261714"/>
                <a:gd name="connsiteY45" fmla="*/ 64547 h 420552"/>
                <a:gd name="connsiteX46" fmla="*/ 104635 w 261714"/>
                <a:gd name="connsiteY46" fmla="*/ 66733 h 420552"/>
                <a:gd name="connsiteX47" fmla="*/ 112266 w 261714"/>
                <a:gd name="connsiteY47" fmla="*/ 64000 h 420552"/>
                <a:gd name="connsiteX48" fmla="*/ 121805 w 261714"/>
                <a:gd name="connsiteY48" fmla="*/ 62360 h 420552"/>
                <a:gd name="connsiteX49" fmla="*/ 126892 w 261714"/>
                <a:gd name="connsiteY49" fmla="*/ 49791 h 420552"/>
                <a:gd name="connsiteX50" fmla="*/ 125620 w 261714"/>
                <a:gd name="connsiteY50" fmla="*/ 46512 h 420552"/>
                <a:gd name="connsiteX51" fmla="*/ 125620 w 261714"/>
                <a:gd name="connsiteY51" fmla="*/ 40500 h 420552"/>
                <a:gd name="connsiteX52" fmla="*/ 125620 w 261714"/>
                <a:gd name="connsiteY52" fmla="*/ 36674 h 420552"/>
                <a:gd name="connsiteX53" fmla="*/ 133251 w 261714"/>
                <a:gd name="connsiteY53" fmla="*/ 31756 h 420552"/>
                <a:gd name="connsiteX54" fmla="*/ 145332 w 261714"/>
                <a:gd name="connsiteY54" fmla="*/ 36674 h 420552"/>
                <a:gd name="connsiteX55" fmla="*/ 158687 w 261714"/>
                <a:gd name="connsiteY55" fmla="*/ 40500 h 420552"/>
                <a:gd name="connsiteX56" fmla="*/ 177127 w 261714"/>
                <a:gd name="connsiteY56" fmla="*/ 48151 h 420552"/>
                <a:gd name="connsiteX57" fmla="*/ 189209 w 261714"/>
                <a:gd name="connsiteY57" fmla="*/ 33396 h 420552"/>
                <a:gd name="connsiteX58" fmla="*/ 193025 w 261714"/>
                <a:gd name="connsiteY58" fmla="*/ 30663 h 420552"/>
                <a:gd name="connsiteX59" fmla="*/ 199383 w 261714"/>
                <a:gd name="connsiteY59" fmla="*/ 19186 h 420552"/>
                <a:gd name="connsiteX60" fmla="*/ 199383 w 261714"/>
                <a:gd name="connsiteY60" fmla="*/ 8256 h 420552"/>
                <a:gd name="connsiteX61" fmla="*/ 209558 w 261714"/>
                <a:gd name="connsiteY61" fmla="*/ 4977 h 420552"/>
                <a:gd name="connsiteX62" fmla="*/ 214009 w 261714"/>
                <a:gd name="connsiteY62" fmla="*/ 2245 h 420552"/>
                <a:gd name="connsiteX63" fmla="*/ 215917 w 261714"/>
                <a:gd name="connsiteY63" fmla="*/ 605 h 420552"/>
                <a:gd name="connsiteX64" fmla="*/ 214009 w 261714"/>
                <a:gd name="connsiteY64" fmla="*/ -487 h 420552"/>
                <a:gd name="connsiteX65" fmla="*/ 217825 w 261714"/>
                <a:gd name="connsiteY65" fmla="*/ 3338 h 420552"/>
                <a:gd name="connsiteX66" fmla="*/ 224184 w 261714"/>
                <a:gd name="connsiteY66" fmla="*/ 11535 h 420552"/>
                <a:gd name="connsiteX67" fmla="*/ 228634 w 261714"/>
                <a:gd name="connsiteY67" fmla="*/ 16454 h 420552"/>
                <a:gd name="connsiteX68" fmla="*/ 232450 w 261714"/>
                <a:gd name="connsiteY68" fmla="*/ 21372 h 420552"/>
                <a:gd name="connsiteX69" fmla="*/ 234358 w 261714"/>
                <a:gd name="connsiteY69" fmla="*/ 22465 h 420552"/>
                <a:gd name="connsiteX70" fmla="*/ 238809 w 261714"/>
                <a:gd name="connsiteY70" fmla="*/ 32303 h 420552"/>
                <a:gd name="connsiteX71" fmla="*/ 245803 w 261714"/>
                <a:gd name="connsiteY71" fmla="*/ 33942 h 420552"/>
                <a:gd name="connsiteX72" fmla="*/ 248347 w 261714"/>
                <a:gd name="connsiteY72" fmla="*/ 38860 h 420552"/>
                <a:gd name="connsiteX73" fmla="*/ 255342 w 261714"/>
                <a:gd name="connsiteY73" fmla="*/ 47605 h 420552"/>
                <a:gd name="connsiteX74" fmla="*/ 253434 w 261714"/>
                <a:gd name="connsiteY74" fmla="*/ 57442 h 420552"/>
                <a:gd name="connsiteX75" fmla="*/ 251527 w 261714"/>
                <a:gd name="connsiteY75" fmla="*/ 58536 h 420552"/>
                <a:gd name="connsiteX76" fmla="*/ 247712 w 261714"/>
                <a:gd name="connsiteY76" fmla="*/ 65093 h 420552"/>
                <a:gd name="connsiteX77" fmla="*/ 245168 w 261714"/>
                <a:gd name="connsiteY77" fmla="*/ 78756 h 420552"/>
                <a:gd name="connsiteX78" fmla="*/ 246440 w 261714"/>
                <a:gd name="connsiteY78" fmla="*/ 84221 h 420552"/>
                <a:gd name="connsiteX79" fmla="*/ 241988 w 261714"/>
                <a:gd name="connsiteY79" fmla="*/ 91872 h 420552"/>
                <a:gd name="connsiteX80" fmla="*/ 238809 w 261714"/>
                <a:gd name="connsiteY80" fmla="*/ 104442 h 420552"/>
                <a:gd name="connsiteX81" fmla="*/ 240716 w 261714"/>
                <a:gd name="connsiteY81" fmla="*/ 113186 h 420552"/>
                <a:gd name="connsiteX82" fmla="*/ 241354 w 261714"/>
                <a:gd name="connsiteY82" fmla="*/ 118651 h 420552"/>
                <a:gd name="connsiteX83" fmla="*/ 243898 w 261714"/>
                <a:gd name="connsiteY83" fmla="*/ 124116 h 420552"/>
                <a:gd name="connsiteX84" fmla="*/ 245170 w 261714"/>
                <a:gd name="connsiteY84" fmla="*/ 132313 h 420552"/>
                <a:gd name="connsiteX85" fmla="*/ 246442 w 261714"/>
                <a:gd name="connsiteY85" fmla="*/ 133953 h 420552"/>
                <a:gd name="connsiteX86" fmla="*/ 247079 w 261714"/>
                <a:gd name="connsiteY86" fmla="*/ 139965 h 420552"/>
                <a:gd name="connsiteX87" fmla="*/ 248351 w 261714"/>
                <a:gd name="connsiteY87" fmla="*/ 144884 h 420552"/>
                <a:gd name="connsiteX88" fmla="*/ 245807 w 261714"/>
                <a:gd name="connsiteY88" fmla="*/ 152535 h 420552"/>
                <a:gd name="connsiteX89" fmla="*/ 238813 w 261714"/>
                <a:gd name="connsiteY89" fmla="*/ 159639 h 420552"/>
                <a:gd name="connsiteX90" fmla="*/ 238813 w 261714"/>
                <a:gd name="connsiteY90" fmla="*/ 175488 h 420552"/>
                <a:gd name="connsiteX91" fmla="*/ 245171 w 261714"/>
                <a:gd name="connsiteY91" fmla="*/ 183686 h 420552"/>
                <a:gd name="connsiteX92" fmla="*/ 250895 w 261714"/>
                <a:gd name="connsiteY92" fmla="*/ 194069 h 420552"/>
                <a:gd name="connsiteX93" fmla="*/ 252167 w 261714"/>
                <a:gd name="connsiteY93" fmla="*/ 195709 h 420552"/>
                <a:gd name="connsiteX94" fmla="*/ 254074 w 261714"/>
                <a:gd name="connsiteY94" fmla="*/ 196803 h 420552"/>
                <a:gd name="connsiteX95" fmla="*/ 254074 w 261714"/>
                <a:gd name="connsiteY95" fmla="*/ 202814 h 420552"/>
                <a:gd name="connsiteX96" fmla="*/ 255982 w 261714"/>
                <a:gd name="connsiteY96" fmla="*/ 204453 h 420552"/>
                <a:gd name="connsiteX97" fmla="*/ 256620 w 261714"/>
                <a:gd name="connsiteY97" fmla="*/ 208279 h 420552"/>
                <a:gd name="connsiteX98" fmla="*/ 259799 w 261714"/>
                <a:gd name="connsiteY98" fmla="*/ 214290 h 420552"/>
                <a:gd name="connsiteX99" fmla="*/ 259799 w 261714"/>
                <a:gd name="connsiteY99" fmla="*/ 216476 h 420552"/>
                <a:gd name="connsiteX100" fmla="*/ 261708 w 261714"/>
                <a:gd name="connsiteY100" fmla="*/ 223581 h 420552"/>
                <a:gd name="connsiteX101" fmla="*/ 257256 w 261714"/>
                <a:gd name="connsiteY101" fmla="*/ 230686 h 420552"/>
                <a:gd name="connsiteX102" fmla="*/ 251533 w 261714"/>
                <a:gd name="connsiteY102" fmla="*/ 238883 h 420552"/>
                <a:gd name="connsiteX103" fmla="*/ 242630 w 261714"/>
                <a:gd name="connsiteY103" fmla="*/ 245441 h 420552"/>
                <a:gd name="connsiteX104" fmla="*/ 241358 w 261714"/>
                <a:gd name="connsiteY104" fmla="*/ 251453 h 420552"/>
                <a:gd name="connsiteX105" fmla="*/ 250261 w 261714"/>
                <a:gd name="connsiteY105" fmla="*/ 268395 h 420552"/>
                <a:gd name="connsiteX106" fmla="*/ 250261 w 261714"/>
                <a:gd name="connsiteY106" fmla="*/ 270035 h 420552"/>
                <a:gd name="connsiteX107" fmla="*/ 254713 w 261714"/>
                <a:gd name="connsiteY107" fmla="*/ 275499 h 420552"/>
                <a:gd name="connsiteX108" fmla="*/ 252805 w 261714"/>
                <a:gd name="connsiteY108" fmla="*/ 287522 h 420552"/>
                <a:gd name="connsiteX109" fmla="*/ 251533 w 261714"/>
                <a:gd name="connsiteY109" fmla="*/ 297359 h 420552"/>
                <a:gd name="connsiteX110" fmla="*/ 247717 w 261714"/>
                <a:gd name="connsiteY110" fmla="*/ 312115 h 420552"/>
                <a:gd name="connsiteX111" fmla="*/ 248989 w 261714"/>
                <a:gd name="connsiteY111" fmla="*/ 320313 h 420552"/>
                <a:gd name="connsiteX112" fmla="*/ 244539 w 261714"/>
                <a:gd name="connsiteY112" fmla="*/ 321406 h 420552"/>
                <a:gd name="connsiteX113" fmla="*/ 240723 w 261714"/>
                <a:gd name="connsiteY113" fmla="*/ 323045 h 420552"/>
                <a:gd name="connsiteX114" fmla="*/ 231184 w 261714"/>
                <a:gd name="connsiteY114" fmla="*/ 323045 h 420552"/>
                <a:gd name="connsiteX115" fmla="*/ 228005 w 261714"/>
                <a:gd name="connsiteY115" fmla="*/ 325778 h 420552"/>
                <a:gd name="connsiteX116" fmla="*/ 218467 w 261714"/>
                <a:gd name="connsiteY116" fmla="*/ 328511 h 420552"/>
                <a:gd name="connsiteX117" fmla="*/ 211472 w 261714"/>
                <a:gd name="connsiteY117" fmla="*/ 332883 h 420552"/>
                <a:gd name="connsiteX118" fmla="*/ 198118 w 261714"/>
                <a:gd name="connsiteY118" fmla="*/ 333434 h 420552"/>
                <a:gd name="connsiteX119" fmla="*/ 186037 w 261714"/>
                <a:gd name="connsiteY119" fmla="*/ 331248 h 420552"/>
                <a:gd name="connsiteX120" fmla="*/ 178406 w 261714"/>
                <a:gd name="connsiteY120" fmla="*/ 337807 h 420552"/>
                <a:gd name="connsiteX121" fmla="*/ 168232 w 261714"/>
                <a:gd name="connsiteY121" fmla="*/ 338900 h 420552"/>
                <a:gd name="connsiteX122" fmla="*/ 154877 w 261714"/>
                <a:gd name="connsiteY122" fmla="*/ 344911 h 420552"/>
                <a:gd name="connsiteX123" fmla="*/ 151062 w 261714"/>
                <a:gd name="connsiteY123" fmla="*/ 344359 h 420552"/>
                <a:gd name="connsiteX124" fmla="*/ 148518 w 261714"/>
                <a:gd name="connsiteY124" fmla="*/ 341080 h 420552"/>
                <a:gd name="connsiteX125" fmla="*/ 144704 w 261714"/>
                <a:gd name="connsiteY125" fmla="*/ 338348 h 420552"/>
                <a:gd name="connsiteX126" fmla="*/ 140252 w 261714"/>
                <a:gd name="connsiteY126" fmla="*/ 335615 h 420552"/>
                <a:gd name="connsiteX127" fmla="*/ 136437 w 261714"/>
                <a:gd name="connsiteY127" fmla="*/ 335072 h 420552"/>
                <a:gd name="connsiteX128" fmla="*/ 133258 w 261714"/>
                <a:gd name="connsiteY128" fmla="*/ 342176 h 420552"/>
                <a:gd name="connsiteX129" fmla="*/ 134530 w 261714"/>
                <a:gd name="connsiteY129" fmla="*/ 343816 h 420552"/>
                <a:gd name="connsiteX130" fmla="*/ 134530 w 261714"/>
                <a:gd name="connsiteY130" fmla="*/ 349281 h 420552"/>
                <a:gd name="connsiteX131" fmla="*/ 135800 w 261714"/>
                <a:gd name="connsiteY131" fmla="*/ 352561 h 420552"/>
                <a:gd name="connsiteX132" fmla="*/ 135800 w 261714"/>
                <a:gd name="connsiteY132" fmla="*/ 358572 h 420552"/>
                <a:gd name="connsiteX133" fmla="*/ 137072 w 261714"/>
                <a:gd name="connsiteY133" fmla="*/ 361851 h 420552"/>
                <a:gd name="connsiteX134" fmla="*/ 137710 w 261714"/>
                <a:gd name="connsiteY134" fmla="*/ 372234 h 420552"/>
                <a:gd name="connsiteX135" fmla="*/ 137710 w 261714"/>
                <a:gd name="connsiteY135" fmla="*/ 383165 h 420552"/>
                <a:gd name="connsiteX136" fmla="*/ 144069 w 261714"/>
                <a:gd name="connsiteY136" fmla="*/ 388084 h 420552"/>
                <a:gd name="connsiteX137" fmla="*/ 144069 w 261714"/>
                <a:gd name="connsiteY137" fmla="*/ 391362 h 420552"/>
                <a:gd name="connsiteX138" fmla="*/ 145341 w 261714"/>
                <a:gd name="connsiteY138" fmla="*/ 393001 h 420552"/>
                <a:gd name="connsiteX139" fmla="*/ 147885 w 261714"/>
                <a:gd name="connsiteY139" fmla="*/ 400653 h 420552"/>
                <a:gd name="connsiteX140" fmla="*/ 149157 w 261714"/>
                <a:gd name="connsiteY140" fmla="*/ 402293 h 420552"/>
                <a:gd name="connsiteX141" fmla="*/ 150428 w 261714"/>
                <a:gd name="connsiteY141" fmla="*/ 405572 h 420552"/>
                <a:gd name="connsiteX142" fmla="*/ 152336 w 261714"/>
                <a:gd name="connsiteY142" fmla="*/ 406115 h 420552"/>
                <a:gd name="connsiteX143" fmla="*/ 154880 w 261714"/>
                <a:gd name="connsiteY143" fmla="*/ 408847 h 420552"/>
                <a:gd name="connsiteX144" fmla="*/ 160602 w 261714"/>
                <a:gd name="connsiteY144" fmla="*/ 411033 h 420552"/>
                <a:gd name="connsiteX145" fmla="*/ 159965 w 261714"/>
                <a:gd name="connsiteY145" fmla="*/ 419231 h 420552"/>
                <a:gd name="connsiteX146" fmla="*/ 148518 w 261714"/>
                <a:gd name="connsiteY146" fmla="*/ 417046 h 420552"/>
                <a:gd name="connsiteX147" fmla="*/ 144703 w 261714"/>
                <a:gd name="connsiteY147" fmla="*/ 414859 h 420552"/>
                <a:gd name="connsiteX148" fmla="*/ 134528 w 261714"/>
                <a:gd name="connsiteY148" fmla="*/ 413219 h 420552"/>
                <a:gd name="connsiteX149" fmla="*/ 125626 w 261714"/>
                <a:gd name="connsiteY149" fmla="*/ 410487 h 420552"/>
                <a:gd name="connsiteX150" fmla="*/ 104642 w 261714"/>
                <a:gd name="connsiteY150" fmla="*/ 411580 h 420552"/>
                <a:gd name="connsiteX151" fmla="*/ 94467 w 261714"/>
                <a:gd name="connsiteY151" fmla="*/ 411580 h 420552"/>
                <a:gd name="connsiteX152" fmla="*/ 88109 w 261714"/>
                <a:gd name="connsiteY152" fmla="*/ 409393 h 420552"/>
                <a:gd name="connsiteX153" fmla="*/ 79843 w 261714"/>
                <a:gd name="connsiteY153" fmla="*/ 408850 h 420552"/>
                <a:gd name="connsiteX154" fmla="*/ 71576 w 261714"/>
                <a:gd name="connsiteY154" fmla="*/ 407757 h 420552"/>
                <a:gd name="connsiteX155" fmla="*/ 69668 w 261714"/>
                <a:gd name="connsiteY155" fmla="*/ 407757 h 420552"/>
                <a:gd name="connsiteX156" fmla="*/ 74120 w 261714"/>
                <a:gd name="connsiteY156" fmla="*/ 406118 h 420552"/>
                <a:gd name="connsiteX157" fmla="*/ 77935 w 261714"/>
                <a:gd name="connsiteY157" fmla="*/ 402293 h 420552"/>
                <a:gd name="connsiteX158" fmla="*/ 86201 w 261714"/>
                <a:gd name="connsiteY158" fmla="*/ 399560 h 420552"/>
                <a:gd name="connsiteX159" fmla="*/ 86201 w 261714"/>
                <a:gd name="connsiteY159" fmla="*/ 394641 h 420552"/>
                <a:gd name="connsiteX160" fmla="*/ 88745 w 261714"/>
                <a:gd name="connsiteY160" fmla="*/ 391908 h 420552"/>
                <a:gd name="connsiteX161" fmla="*/ 88107 w 261714"/>
                <a:gd name="connsiteY161" fmla="*/ 382071 h 420552"/>
                <a:gd name="connsiteX162" fmla="*/ 91922 w 261714"/>
                <a:gd name="connsiteY162" fmla="*/ 366770 h 420552"/>
                <a:gd name="connsiteX163" fmla="*/ 91284 w 261714"/>
                <a:gd name="connsiteY163" fmla="*/ 344909 h 420552"/>
                <a:gd name="connsiteX164" fmla="*/ 95100 w 261714"/>
                <a:gd name="connsiteY164" fmla="*/ 337805 h 420552"/>
                <a:gd name="connsiteX165" fmla="*/ 91284 w 261714"/>
                <a:gd name="connsiteY165" fmla="*/ 326874 h 420552"/>
                <a:gd name="connsiteX166" fmla="*/ 91284 w 261714"/>
                <a:gd name="connsiteY166" fmla="*/ 321955 h 420552"/>
                <a:gd name="connsiteX167" fmla="*/ 86197 w 261714"/>
                <a:gd name="connsiteY167" fmla="*/ 323595 h 420552"/>
                <a:gd name="connsiteX168" fmla="*/ 84289 w 261714"/>
                <a:gd name="connsiteY168" fmla="*/ 324147 h 420552"/>
                <a:gd name="connsiteX169" fmla="*/ 77294 w 261714"/>
                <a:gd name="connsiteY169" fmla="*/ 330158 h 420552"/>
                <a:gd name="connsiteX170" fmla="*/ 67120 w 261714"/>
                <a:gd name="connsiteY170" fmla="*/ 339996 h 420552"/>
                <a:gd name="connsiteX171" fmla="*/ 59489 w 261714"/>
                <a:gd name="connsiteY171" fmla="*/ 324693 h 420552"/>
                <a:gd name="connsiteX172" fmla="*/ 63305 w 261714"/>
                <a:gd name="connsiteY172" fmla="*/ 316496 h 420552"/>
                <a:gd name="connsiteX173" fmla="*/ 61397 w 261714"/>
                <a:gd name="connsiteY173" fmla="*/ 316496 h 420552"/>
                <a:gd name="connsiteX174" fmla="*/ 55039 w 261714"/>
                <a:gd name="connsiteY174" fmla="*/ 317039 h 420552"/>
                <a:gd name="connsiteX175" fmla="*/ 44864 w 261714"/>
                <a:gd name="connsiteY175" fmla="*/ 324690 h 420552"/>
                <a:gd name="connsiteX176" fmla="*/ 32146 w 261714"/>
                <a:gd name="connsiteY176" fmla="*/ 323597 h 420552"/>
                <a:gd name="connsiteX177" fmla="*/ 29603 w 261714"/>
                <a:gd name="connsiteY177" fmla="*/ 317585 h 420552"/>
                <a:gd name="connsiteX178" fmla="*/ 14978 w 261714"/>
                <a:gd name="connsiteY178" fmla="*/ 292446 h 420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</a:cxnLst>
              <a:rect l="l" t="t" r="r" b="b"/>
              <a:pathLst>
                <a:path w="261714" h="420552">
                  <a:moveTo>
                    <a:pt x="14980" y="292448"/>
                  </a:moveTo>
                  <a:cubicBezTo>
                    <a:pt x="13904" y="287647"/>
                    <a:pt x="1534" y="282839"/>
                    <a:pt x="354" y="278785"/>
                  </a:cubicBezTo>
                  <a:cubicBezTo>
                    <a:pt x="-155" y="277037"/>
                    <a:pt x="121" y="275128"/>
                    <a:pt x="354" y="273321"/>
                  </a:cubicBezTo>
                  <a:cubicBezTo>
                    <a:pt x="440" y="272882"/>
                    <a:pt x="1571" y="267402"/>
                    <a:pt x="1626" y="267309"/>
                  </a:cubicBezTo>
                  <a:cubicBezTo>
                    <a:pt x="2749" y="265379"/>
                    <a:pt x="9257" y="261404"/>
                    <a:pt x="9257" y="261298"/>
                  </a:cubicBezTo>
                  <a:cubicBezTo>
                    <a:pt x="9257" y="260633"/>
                    <a:pt x="7534" y="261384"/>
                    <a:pt x="7349" y="260745"/>
                  </a:cubicBezTo>
                  <a:cubicBezTo>
                    <a:pt x="7073" y="259800"/>
                    <a:pt x="12851" y="255648"/>
                    <a:pt x="13708" y="255280"/>
                  </a:cubicBezTo>
                  <a:cubicBezTo>
                    <a:pt x="14953" y="254745"/>
                    <a:pt x="24321" y="252717"/>
                    <a:pt x="24518" y="252548"/>
                  </a:cubicBezTo>
                  <a:cubicBezTo>
                    <a:pt x="25738" y="251499"/>
                    <a:pt x="25260" y="248740"/>
                    <a:pt x="24518" y="247629"/>
                  </a:cubicBezTo>
                  <a:cubicBezTo>
                    <a:pt x="19018" y="239358"/>
                    <a:pt x="26202" y="251529"/>
                    <a:pt x="20703" y="243257"/>
                  </a:cubicBezTo>
                  <a:cubicBezTo>
                    <a:pt x="18853" y="240475"/>
                    <a:pt x="17938" y="236866"/>
                    <a:pt x="16252" y="233966"/>
                  </a:cubicBezTo>
                  <a:cubicBezTo>
                    <a:pt x="14449" y="230868"/>
                    <a:pt x="11707" y="228407"/>
                    <a:pt x="11165" y="224676"/>
                  </a:cubicBezTo>
                  <a:cubicBezTo>
                    <a:pt x="9119" y="210615"/>
                    <a:pt x="24704" y="219204"/>
                    <a:pt x="27697" y="213199"/>
                  </a:cubicBezTo>
                  <a:cubicBezTo>
                    <a:pt x="29036" y="210514"/>
                    <a:pt x="25612" y="207975"/>
                    <a:pt x="24518" y="206095"/>
                  </a:cubicBezTo>
                  <a:cubicBezTo>
                    <a:pt x="23424" y="204214"/>
                    <a:pt x="23103" y="201053"/>
                    <a:pt x="21339" y="199538"/>
                  </a:cubicBezTo>
                  <a:cubicBezTo>
                    <a:pt x="20641" y="198934"/>
                    <a:pt x="19608" y="198882"/>
                    <a:pt x="18795" y="198443"/>
                  </a:cubicBezTo>
                  <a:cubicBezTo>
                    <a:pt x="12825" y="195236"/>
                    <a:pt x="19773" y="198529"/>
                    <a:pt x="13708" y="194619"/>
                  </a:cubicBezTo>
                  <a:cubicBezTo>
                    <a:pt x="9758" y="192072"/>
                    <a:pt x="7541" y="190536"/>
                    <a:pt x="4805" y="186421"/>
                  </a:cubicBezTo>
                  <a:cubicBezTo>
                    <a:pt x="2705" y="183262"/>
                    <a:pt x="4720" y="177156"/>
                    <a:pt x="7985" y="175490"/>
                  </a:cubicBezTo>
                  <a:cubicBezTo>
                    <a:pt x="8545" y="175197"/>
                    <a:pt x="9262" y="175586"/>
                    <a:pt x="9893" y="175490"/>
                  </a:cubicBezTo>
                  <a:cubicBezTo>
                    <a:pt x="10548" y="175396"/>
                    <a:pt x="11146" y="175042"/>
                    <a:pt x="11800" y="174947"/>
                  </a:cubicBezTo>
                  <a:cubicBezTo>
                    <a:pt x="12429" y="174852"/>
                    <a:pt x="13708" y="175577"/>
                    <a:pt x="13708" y="174947"/>
                  </a:cubicBezTo>
                  <a:cubicBezTo>
                    <a:pt x="13708" y="174215"/>
                    <a:pt x="12356" y="174327"/>
                    <a:pt x="11800" y="173854"/>
                  </a:cubicBezTo>
                  <a:cubicBezTo>
                    <a:pt x="10946" y="173121"/>
                    <a:pt x="7166" y="169167"/>
                    <a:pt x="6713" y="168388"/>
                  </a:cubicBezTo>
                  <a:cubicBezTo>
                    <a:pt x="5326" y="166004"/>
                    <a:pt x="3258" y="157932"/>
                    <a:pt x="4805" y="155272"/>
                  </a:cubicBezTo>
                  <a:cubicBezTo>
                    <a:pt x="5675" y="153778"/>
                    <a:pt x="6938" y="151077"/>
                    <a:pt x="8621" y="150355"/>
                  </a:cubicBezTo>
                  <a:cubicBezTo>
                    <a:pt x="9789" y="149854"/>
                    <a:pt x="11177" y="150536"/>
                    <a:pt x="12436" y="150355"/>
                  </a:cubicBezTo>
                  <a:cubicBezTo>
                    <a:pt x="16480" y="149777"/>
                    <a:pt x="21311" y="149273"/>
                    <a:pt x="25155" y="147621"/>
                  </a:cubicBezTo>
                  <a:cubicBezTo>
                    <a:pt x="28649" y="146119"/>
                    <a:pt x="25680" y="147173"/>
                    <a:pt x="28333" y="144889"/>
                  </a:cubicBezTo>
                  <a:cubicBezTo>
                    <a:pt x="30899" y="142684"/>
                    <a:pt x="34869" y="142411"/>
                    <a:pt x="37236" y="139970"/>
                  </a:cubicBezTo>
                  <a:cubicBezTo>
                    <a:pt x="38256" y="138918"/>
                    <a:pt x="39662" y="134768"/>
                    <a:pt x="40415" y="133958"/>
                  </a:cubicBezTo>
                  <a:cubicBezTo>
                    <a:pt x="40864" y="133475"/>
                    <a:pt x="41888" y="133872"/>
                    <a:pt x="42323" y="133406"/>
                  </a:cubicBezTo>
                  <a:cubicBezTo>
                    <a:pt x="43270" y="132321"/>
                    <a:pt x="41875" y="129057"/>
                    <a:pt x="41685" y="127942"/>
                  </a:cubicBezTo>
                  <a:cubicBezTo>
                    <a:pt x="41357" y="125990"/>
                    <a:pt x="41970" y="123889"/>
                    <a:pt x="41685" y="121930"/>
                  </a:cubicBezTo>
                  <a:cubicBezTo>
                    <a:pt x="41288" y="119201"/>
                    <a:pt x="39579" y="116913"/>
                    <a:pt x="39142" y="114279"/>
                  </a:cubicBezTo>
                  <a:cubicBezTo>
                    <a:pt x="38477" y="110281"/>
                    <a:pt x="41883" y="106423"/>
                    <a:pt x="40413" y="103895"/>
                  </a:cubicBezTo>
                  <a:cubicBezTo>
                    <a:pt x="38764" y="101060"/>
                    <a:pt x="39663" y="103248"/>
                    <a:pt x="37233" y="101163"/>
                  </a:cubicBezTo>
                  <a:cubicBezTo>
                    <a:pt x="35079" y="99310"/>
                    <a:pt x="35694" y="95499"/>
                    <a:pt x="35326" y="92965"/>
                  </a:cubicBezTo>
                  <a:cubicBezTo>
                    <a:pt x="35240" y="92388"/>
                    <a:pt x="34443" y="91857"/>
                    <a:pt x="34688" y="91325"/>
                  </a:cubicBezTo>
                  <a:cubicBezTo>
                    <a:pt x="35658" y="89241"/>
                    <a:pt x="41882" y="89979"/>
                    <a:pt x="43591" y="89685"/>
                  </a:cubicBezTo>
                  <a:cubicBezTo>
                    <a:pt x="48981" y="88759"/>
                    <a:pt x="50945" y="88481"/>
                    <a:pt x="56308" y="89133"/>
                  </a:cubicBezTo>
                  <a:cubicBezTo>
                    <a:pt x="62756" y="89927"/>
                    <a:pt x="64914" y="94290"/>
                    <a:pt x="72205" y="93506"/>
                  </a:cubicBezTo>
                  <a:cubicBezTo>
                    <a:pt x="89939" y="91601"/>
                    <a:pt x="71271" y="74636"/>
                    <a:pt x="79200" y="67820"/>
                  </a:cubicBezTo>
                  <a:cubicBezTo>
                    <a:pt x="80888" y="66370"/>
                    <a:pt x="86131" y="61451"/>
                    <a:pt x="88102" y="61263"/>
                  </a:cubicBezTo>
                  <a:cubicBezTo>
                    <a:pt x="91048" y="60978"/>
                    <a:pt x="93255" y="62929"/>
                    <a:pt x="95733" y="63995"/>
                  </a:cubicBezTo>
                  <a:cubicBezTo>
                    <a:pt x="99856" y="65767"/>
                    <a:pt x="95440" y="63529"/>
                    <a:pt x="99549" y="64547"/>
                  </a:cubicBezTo>
                  <a:cubicBezTo>
                    <a:pt x="101341" y="64978"/>
                    <a:pt x="102790" y="66733"/>
                    <a:pt x="104635" y="66733"/>
                  </a:cubicBezTo>
                  <a:cubicBezTo>
                    <a:pt x="107135" y="66733"/>
                    <a:pt x="109970" y="64658"/>
                    <a:pt x="112266" y="64000"/>
                  </a:cubicBezTo>
                  <a:cubicBezTo>
                    <a:pt x="115212" y="63155"/>
                    <a:pt x="118804" y="63216"/>
                    <a:pt x="121805" y="62360"/>
                  </a:cubicBezTo>
                  <a:cubicBezTo>
                    <a:pt x="127362" y="60768"/>
                    <a:pt x="127678" y="54522"/>
                    <a:pt x="126892" y="49791"/>
                  </a:cubicBezTo>
                  <a:cubicBezTo>
                    <a:pt x="126693" y="48634"/>
                    <a:pt x="125812" y="47669"/>
                    <a:pt x="125620" y="46512"/>
                  </a:cubicBezTo>
                  <a:cubicBezTo>
                    <a:pt x="125309" y="44636"/>
                    <a:pt x="125620" y="42411"/>
                    <a:pt x="125620" y="40500"/>
                  </a:cubicBezTo>
                  <a:cubicBezTo>
                    <a:pt x="125620" y="39226"/>
                    <a:pt x="125051" y="37816"/>
                    <a:pt x="125620" y="36674"/>
                  </a:cubicBezTo>
                  <a:cubicBezTo>
                    <a:pt x="126902" y="34104"/>
                    <a:pt x="130619" y="32402"/>
                    <a:pt x="133251" y="31756"/>
                  </a:cubicBezTo>
                  <a:cubicBezTo>
                    <a:pt x="137769" y="30647"/>
                    <a:pt x="141233" y="34914"/>
                    <a:pt x="145332" y="36674"/>
                  </a:cubicBezTo>
                  <a:cubicBezTo>
                    <a:pt x="149695" y="38548"/>
                    <a:pt x="154326" y="38313"/>
                    <a:pt x="158687" y="40500"/>
                  </a:cubicBezTo>
                  <a:cubicBezTo>
                    <a:pt x="162470" y="42397"/>
                    <a:pt x="172846" y="49203"/>
                    <a:pt x="177127" y="48151"/>
                  </a:cubicBezTo>
                  <a:cubicBezTo>
                    <a:pt x="183211" y="46657"/>
                    <a:pt x="186424" y="38183"/>
                    <a:pt x="189209" y="33396"/>
                  </a:cubicBezTo>
                  <a:cubicBezTo>
                    <a:pt x="190729" y="30783"/>
                    <a:pt x="190270" y="32354"/>
                    <a:pt x="193025" y="30663"/>
                  </a:cubicBezTo>
                  <a:cubicBezTo>
                    <a:pt x="196257" y="28679"/>
                    <a:pt x="198788" y="22772"/>
                    <a:pt x="199383" y="19186"/>
                  </a:cubicBezTo>
                  <a:cubicBezTo>
                    <a:pt x="199624" y="17727"/>
                    <a:pt x="198978" y="8678"/>
                    <a:pt x="199383" y="8256"/>
                  </a:cubicBezTo>
                  <a:cubicBezTo>
                    <a:pt x="201987" y="5572"/>
                    <a:pt x="206413" y="6178"/>
                    <a:pt x="209558" y="4977"/>
                  </a:cubicBezTo>
                  <a:cubicBezTo>
                    <a:pt x="211184" y="4356"/>
                    <a:pt x="212594" y="3258"/>
                    <a:pt x="214009" y="2245"/>
                  </a:cubicBezTo>
                  <a:cubicBezTo>
                    <a:pt x="214690" y="1753"/>
                    <a:pt x="215917" y="1442"/>
                    <a:pt x="215917" y="605"/>
                  </a:cubicBezTo>
                  <a:cubicBezTo>
                    <a:pt x="215917" y="-128"/>
                    <a:pt x="214683" y="-777"/>
                    <a:pt x="214009" y="-487"/>
                  </a:cubicBezTo>
                  <a:cubicBezTo>
                    <a:pt x="212355" y="220"/>
                    <a:pt x="216311" y="2362"/>
                    <a:pt x="217825" y="3338"/>
                  </a:cubicBezTo>
                  <a:cubicBezTo>
                    <a:pt x="220964" y="5361"/>
                    <a:pt x="222328" y="8347"/>
                    <a:pt x="224184" y="11535"/>
                  </a:cubicBezTo>
                  <a:cubicBezTo>
                    <a:pt x="228671" y="19248"/>
                    <a:pt x="223373" y="11294"/>
                    <a:pt x="228634" y="16454"/>
                  </a:cubicBezTo>
                  <a:cubicBezTo>
                    <a:pt x="233050" y="20791"/>
                    <a:pt x="228109" y="17643"/>
                    <a:pt x="232450" y="21372"/>
                  </a:cubicBezTo>
                  <a:cubicBezTo>
                    <a:pt x="233010" y="21846"/>
                    <a:pt x="233858" y="21933"/>
                    <a:pt x="234358" y="22465"/>
                  </a:cubicBezTo>
                  <a:cubicBezTo>
                    <a:pt x="236999" y="25303"/>
                    <a:pt x="235647" y="29585"/>
                    <a:pt x="238809" y="32303"/>
                  </a:cubicBezTo>
                  <a:cubicBezTo>
                    <a:pt x="241122" y="34290"/>
                    <a:pt x="243384" y="33053"/>
                    <a:pt x="245803" y="33942"/>
                  </a:cubicBezTo>
                  <a:cubicBezTo>
                    <a:pt x="248921" y="35090"/>
                    <a:pt x="247369" y="36900"/>
                    <a:pt x="248347" y="38860"/>
                  </a:cubicBezTo>
                  <a:cubicBezTo>
                    <a:pt x="250073" y="42321"/>
                    <a:pt x="254328" y="43684"/>
                    <a:pt x="255342" y="47605"/>
                  </a:cubicBezTo>
                  <a:cubicBezTo>
                    <a:pt x="255972" y="50056"/>
                    <a:pt x="255205" y="55542"/>
                    <a:pt x="253434" y="57442"/>
                  </a:cubicBezTo>
                  <a:cubicBezTo>
                    <a:pt x="252934" y="57977"/>
                    <a:pt x="252026" y="58002"/>
                    <a:pt x="251527" y="58536"/>
                  </a:cubicBezTo>
                  <a:cubicBezTo>
                    <a:pt x="250121" y="60046"/>
                    <a:pt x="248789" y="63240"/>
                    <a:pt x="247712" y="65093"/>
                  </a:cubicBezTo>
                  <a:cubicBezTo>
                    <a:pt x="246112" y="67842"/>
                    <a:pt x="244564" y="75643"/>
                    <a:pt x="245168" y="78756"/>
                  </a:cubicBezTo>
                  <a:cubicBezTo>
                    <a:pt x="245495" y="80427"/>
                    <a:pt x="247143" y="82405"/>
                    <a:pt x="246440" y="84221"/>
                  </a:cubicBezTo>
                  <a:cubicBezTo>
                    <a:pt x="245435" y="86810"/>
                    <a:pt x="243232" y="89377"/>
                    <a:pt x="241988" y="91872"/>
                  </a:cubicBezTo>
                  <a:cubicBezTo>
                    <a:pt x="240264" y="95330"/>
                    <a:pt x="238809" y="100618"/>
                    <a:pt x="238809" y="104442"/>
                  </a:cubicBezTo>
                  <a:cubicBezTo>
                    <a:pt x="238809" y="107359"/>
                    <a:pt x="240298" y="110308"/>
                    <a:pt x="240716" y="113186"/>
                  </a:cubicBezTo>
                  <a:cubicBezTo>
                    <a:pt x="240984" y="115028"/>
                    <a:pt x="241001" y="116834"/>
                    <a:pt x="241354" y="118651"/>
                  </a:cubicBezTo>
                  <a:cubicBezTo>
                    <a:pt x="241742" y="120673"/>
                    <a:pt x="243561" y="122084"/>
                    <a:pt x="243898" y="124116"/>
                  </a:cubicBezTo>
                  <a:cubicBezTo>
                    <a:pt x="244381" y="127038"/>
                    <a:pt x="243760" y="129488"/>
                    <a:pt x="245170" y="132313"/>
                  </a:cubicBezTo>
                  <a:cubicBezTo>
                    <a:pt x="245480" y="132934"/>
                    <a:pt x="246249" y="133290"/>
                    <a:pt x="246442" y="133953"/>
                  </a:cubicBezTo>
                  <a:cubicBezTo>
                    <a:pt x="246942" y="135678"/>
                    <a:pt x="246726" y="138143"/>
                    <a:pt x="247079" y="139965"/>
                  </a:cubicBezTo>
                  <a:cubicBezTo>
                    <a:pt x="247433" y="141787"/>
                    <a:pt x="248731" y="142928"/>
                    <a:pt x="248351" y="144884"/>
                  </a:cubicBezTo>
                  <a:cubicBezTo>
                    <a:pt x="247989" y="146771"/>
                    <a:pt x="247199" y="151040"/>
                    <a:pt x="245807" y="152535"/>
                  </a:cubicBezTo>
                  <a:cubicBezTo>
                    <a:pt x="243579" y="154929"/>
                    <a:pt x="240156" y="156176"/>
                    <a:pt x="238813" y="159639"/>
                  </a:cubicBezTo>
                  <a:cubicBezTo>
                    <a:pt x="238503" y="160450"/>
                    <a:pt x="238494" y="174656"/>
                    <a:pt x="238813" y="175488"/>
                  </a:cubicBezTo>
                  <a:cubicBezTo>
                    <a:pt x="240221" y="179117"/>
                    <a:pt x="243355" y="180561"/>
                    <a:pt x="245171" y="183686"/>
                  </a:cubicBezTo>
                  <a:cubicBezTo>
                    <a:pt x="247146" y="187079"/>
                    <a:pt x="248919" y="190675"/>
                    <a:pt x="250895" y="194069"/>
                  </a:cubicBezTo>
                  <a:cubicBezTo>
                    <a:pt x="251240" y="194664"/>
                    <a:pt x="251740" y="195162"/>
                    <a:pt x="252167" y="195709"/>
                  </a:cubicBezTo>
                  <a:cubicBezTo>
                    <a:pt x="252805" y="196080"/>
                    <a:pt x="253655" y="196200"/>
                    <a:pt x="254074" y="196803"/>
                  </a:cubicBezTo>
                  <a:cubicBezTo>
                    <a:pt x="254902" y="197983"/>
                    <a:pt x="253522" y="201552"/>
                    <a:pt x="254074" y="202814"/>
                  </a:cubicBezTo>
                  <a:cubicBezTo>
                    <a:pt x="254410" y="203581"/>
                    <a:pt x="255468" y="203791"/>
                    <a:pt x="255982" y="204453"/>
                  </a:cubicBezTo>
                  <a:cubicBezTo>
                    <a:pt x="257504" y="206415"/>
                    <a:pt x="255844" y="205950"/>
                    <a:pt x="256620" y="208279"/>
                  </a:cubicBezTo>
                  <a:cubicBezTo>
                    <a:pt x="257301" y="210314"/>
                    <a:pt x="259216" y="212033"/>
                    <a:pt x="259799" y="214290"/>
                  </a:cubicBezTo>
                  <a:cubicBezTo>
                    <a:pt x="259980" y="214997"/>
                    <a:pt x="259696" y="215755"/>
                    <a:pt x="259799" y="216476"/>
                  </a:cubicBezTo>
                  <a:cubicBezTo>
                    <a:pt x="260152" y="218884"/>
                    <a:pt x="261354" y="221149"/>
                    <a:pt x="261708" y="223581"/>
                  </a:cubicBezTo>
                  <a:cubicBezTo>
                    <a:pt x="262285" y="227550"/>
                    <a:pt x="259359" y="228155"/>
                    <a:pt x="257256" y="230686"/>
                  </a:cubicBezTo>
                  <a:cubicBezTo>
                    <a:pt x="255153" y="233216"/>
                    <a:pt x="254245" y="236885"/>
                    <a:pt x="251533" y="238883"/>
                  </a:cubicBezTo>
                  <a:cubicBezTo>
                    <a:pt x="248501" y="241116"/>
                    <a:pt x="244674" y="241929"/>
                    <a:pt x="242630" y="245441"/>
                  </a:cubicBezTo>
                  <a:cubicBezTo>
                    <a:pt x="241554" y="247291"/>
                    <a:pt x="241358" y="249382"/>
                    <a:pt x="241358" y="251453"/>
                  </a:cubicBezTo>
                  <a:cubicBezTo>
                    <a:pt x="241358" y="261416"/>
                    <a:pt x="247431" y="261096"/>
                    <a:pt x="250261" y="268395"/>
                  </a:cubicBezTo>
                  <a:cubicBezTo>
                    <a:pt x="250460" y="268903"/>
                    <a:pt x="250063" y="269525"/>
                    <a:pt x="250261" y="270035"/>
                  </a:cubicBezTo>
                  <a:cubicBezTo>
                    <a:pt x="251080" y="272156"/>
                    <a:pt x="253996" y="273344"/>
                    <a:pt x="254713" y="275499"/>
                  </a:cubicBezTo>
                  <a:cubicBezTo>
                    <a:pt x="255938" y="279186"/>
                    <a:pt x="253326" y="283941"/>
                    <a:pt x="252805" y="287522"/>
                  </a:cubicBezTo>
                  <a:cubicBezTo>
                    <a:pt x="252331" y="290795"/>
                    <a:pt x="252072" y="294094"/>
                    <a:pt x="251533" y="297359"/>
                  </a:cubicBezTo>
                  <a:cubicBezTo>
                    <a:pt x="250705" y="302319"/>
                    <a:pt x="248547" y="307124"/>
                    <a:pt x="247717" y="312115"/>
                  </a:cubicBezTo>
                  <a:cubicBezTo>
                    <a:pt x="247476" y="313560"/>
                    <a:pt x="250382" y="318816"/>
                    <a:pt x="248989" y="320313"/>
                  </a:cubicBezTo>
                  <a:cubicBezTo>
                    <a:pt x="247395" y="322027"/>
                    <a:pt x="246312" y="321150"/>
                    <a:pt x="244539" y="321406"/>
                  </a:cubicBezTo>
                  <a:cubicBezTo>
                    <a:pt x="240059" y="322044"/>
                    <a:pt x="245271" y="321742"/>
                    <a:pt x="240723" y="323045"/>
                  </a:cubicBezTo>
                  <a:cubicBezTo>
                    <a:pt x="237779" y="323891"/>
                    <a:pt x="234163" y="322313"/>
                    <a:pt x="231184" y="323045"/>
                  </a:cubicBezTo>
                  <a:cubicBezTo>
                    <a:pt x="224753" y="324625"/>
                    <a:pt x="231098" y="323132"/>
                    <a:pt x="228005" y="325778"/>
                  </a:cubicBezTo>
                  <a:cubicBezTo>
                    <a:pt x="228005" y="325778"/>
                    <a:pt x="219604" y="328022"/>
                    <a:pt x="218467" y="328511"/>
                  </a:cubicBezTo>
                  <a:cubicBezTo>
                    <a:pt x="215871" y="329626"/>
                    <a:pt x="214131" y="332502"/>
                    <a:pt x="211472" y="332883"/>
                  </a:cubicBezTo>
                  <a:cubicBezTo>
                    <a:pt x="210358" y="333047"/>
                    <a:pt x="198949" y="333547"/>
                    <a:pt x="198118" y="333434"/>
                  </a:cubicBezTo>
                  <a:cubicBezTo>
                    <a:pt x="194228" y="332874"/>
                    <a:pt x="190357" y="329656"/>
                    <a:pt x="186037" y="331248"/>
                  </a:cubicBezTo>
                  <a:cubicBezTo>
                    <a:pt x="182691" y="332481"/>
                    <a:pt x="181093" y="335958"/>
                    <a:pt x="178406" y="337807"/>
                  </a:cubicBezTo>
                  <a:cubicBezTo>
                    <a:pt x="175664" y="339692"/>
                    <a:pt x="171301" y="337574"/>
                    <a:pt x="168232" y="338900"/>
                  </a:cubicBezTo>
                  <a:cubicBezTo>
                    <a:pt x="163502" y="340932"/>
                    <a:pt x="160367" y="344911"/>
                    <a:pt x="154877" y="344911"/>
                  </a:cubicBezTo>
                  <a:cubicBezTo>
                    <a:pt x="153721" y="344911"/>
                    <a:pt x="152111" y="345083"/>
                    <a:pt x="151062" y="344359"/>
                  </a:cubicBezTo>
                  <a:cubicBezTo>
                    <a:pt x="149922" y="343575"/>
                    <a:pt x="149481" y="342074"/>
                    <a:pt x="148518" y="341080"/>
                  </a:cubicBezTo>
                  <a:cubicBezTo>
                    <a:pt x="147429" y="339956"/>
                    <a:pt x="145768" y="339493"/>
                    <a:pt x="144704" y="338348"/>
                  </a:cubicBezTo>
                  <a:cubicBezTo>
                    <a:pt x="142464" y="335941"/>
                    <a:pt x="144928" y="336285"/>
                    <a:pt x="140252" y="335615"/>
                  </a:cubicBezTo>
                  <a:cubicBezTo>
                    <a:pt x="139367" y="335486"/>
                    <a:pt x="137435" y="334497"/>
                    <a:pt x="136437" y="335072"/>
                  </a:cubicBezTo>
                  <a:cubicBezTo>
                    <a:pt x="134893" y="335956"/>
                    <a:pt x="132505" y="340236"/>
                    <a:pt x="133258" y="342176"/>
                  </a:cubicBezTo>
                  <a:cubicBezTo>
                    <a:pt x="133508" y="342814"/>
                    <a:pt x="134280" y="343171"/>
                    <a:pt x="134530" y="343816"/>
                  </a:cubicBezTo>
                  <a:cubicBezTo>
                    <a:pt x="135133" y="345370"/>
                    <a:pt x="134211" y="347632"/>
                    <a:pt x="134530" y="349281"/>
                  </a:cubicBezTo>
                  <a:cubicBezTo>
                    <a:pt x="134754" y="350432"/>
                    <a:pt x="135609" y="351404"/>
                    <a:pt x="135800" y="352561"/>
                  </a:cubicBezTo>
                  <a:cubicBezTo>
                    <a:pt x="136128" y="354510"/>
                    <a:pt x="135473" y="356622"/>
                    <a:pt x="135800" y="358572"/>
                  </a:cubicBezTo>
                  <a:cubicBezTo>
                    <a:pt x="135999" y="359728"/>
                    <a:pt x="136850" y="360699"/>
                    <a:pt x="137072" y="361851"/>
                  </a:cubicBezTo>
                  <a:cubicBezTo>
                    <a:pt x="137728" y="365227"/>
                    <a:pt x="137072" y="368852"/>
                    <a:pt x="137710" y="372234"/>
                  </a:cubicBezTo>
                  <a:cubicBezTo>
                    <a:pt x="138159" y="374552"/>
                    <a:pt x="136761" y="381532"/>
                    <a:pt x="137710" y="383165"/>
                  </a:cubicBezTo>
                  <a:cubicBezTo>
                    <a:pt x="138792" y="385024"/>
                    <a:pt x="142704" y="384563"/>
                    <a:pt x="144069" y="388084"/>
                  </a:cubicBezTo>
                  <a:cubicBezTo>
                    <a:pt x="144466" y="389102"/>
                    <a:pt x="143672" y="390343"/>
                    <a:pt x="144069" y="391362"/>
                  </a:cubicBezTo>
                  <a:cubicBezTo>
                    <a:pt x="144319" y="392009"/>
                    <a:pt x="144993" y="392404"/>
                    <a:pt x="145341" y="393001"/>
                  </a:cubicBezTo>
                  <a:cubicBezTo>
                    <a:pt x="146694" y="395328"/>
                    <a:pt x="146532" y="398328"/>
                    <a:pt x="147885" y="400653"/>
                  </a:cubicBezTo>
                  <a:cubicBezTo>
                    <a:pt x="148229" y="401248"/>
                    <a:pt x="148906" y="401647"/>
                    <a:pt x="149157" y="402293"/>
                  </a:cubicBezTo>
                  <a:cubicBezTo>
                    <a:pt x="149984" y="404430"/>
                    <a:pt x="147772" y="403746"/>
                    <a:pt x="150428" y="405572"/>
                  </a:cubicBezTo>
                  <a:cubicBezTo>
                    <a:pt x="150971" y="405942"/>
                    <a:pt x="151834" y="405684"/>
                    <a:pt x="152336" y="406115"/>
                  </a:cubicBezTo>
                  <a:cubicBezTo>
                    <a:pt x="156196" y="409433"/>
                    <a:pt x="148763" y="406227"/>
                    <a:pt x="154880" y="408847"/>
                  </a:cubicBezTo>
                  <a:cubicBezTo>
                    <a:pt x="156561" y="409562"/>
                    <a:pt x="159116" y="410010"/>
                    <a:pt x="160602" y="411033"/>
                  </a:cubicBezTo>
                  <a:cubicBezTo>
                    <a:pt x="163277" y="412872"/>
                    <a:pt x="161662" y="417410"/>
                    <a:pt x="159965" y="419231"/>
                  </a:cubicBezTo>
                  <a:cubicBezTo>
                    <a:pt x="157903" y="421446"/>
                    <a:pt x="150993" y="418260"/>
                    <a:pt x="148518" y="417046"/>
                  </a:cubicBezTo>
                  <a:cubicBezTo>
                    <a:pt x="147203" y="416390"/>
                    <a:pt x="146078" y="415366"/>
                    <a:pt x="144703" y="414859"/>
                  </a:cubicBezTo>
                  <a:cubicBezTo>
                    <a:pt x="141442" y="413658"/>
                    <a:pt x="137854" y="414040"/>
                    <a:pt x="134528" y="413219"/>
                  </a:cubicBezTo>
                  <a:cubicBezTo>
                    <a:pt x="131333" y="412434"/>
                    <a:pt x="129054" y="410855"/>
                    <a:pt x="125626" y="410487"/>
                  </a:cubicBezTo>
                  <a:cubicBezTo>
                    <a:pt x="118539" y="409719"/>
                    <a:pt x="111697" y="411580"/>
                    <a:pt x="104642" y="411580"/>
                  </a:cubicBezTo>
                  <a:cubicBezTo>
                    <a:pt x="101326" y="411580"/>
                    <a:pt x="97755" y="411985"/>
                    <a:pt x="94467" y="411580"/>
                  </a:cubicBezTo>
                  <a:cubicBezTo>
                    <a:pt x="92012" y="411278"/>
                    <a:pt x="90482" y="409685"/>
                    <a:pt x="88109" y="409393"/>
                  </a:cubicBezTo>
                  <a:cubicBezTo>
                    <a:pt x="85382" y="409057"/>
                    <a:pt x="82562" y="409238"/>
                    <a:pt x="79843" y="408850"/>
                  </a:cubicBezTo>
                  <a:cubicBezTo>
                    <a:pt x="76879" y="408427"/>
                    <a:pt x="74665" y="407757"/>
                    <a:pt x="71576" y="407757"/>
                  </a:cubicBezTo>
                  <a:cubicBezTo>
                    <a:pt x="70938" y="407757"/>
                    <a:pt x="69186" y="408172"/>
                    <a:pt x="69668" y="407757"/>
                  </a:cubicBezTo>
                  <a:cubicBezTo>
                    <a:pt x="70868" y="406726"/>
                    <a:pt x="72846" y="407051"/>
                    <a:pt x="74120" y="406118"/>
                  </a:cubicBezTo>
                  <a:cubicBezTo>
                    <a:pt x="75569" y="405050"/>
                    <a:pt x="76450" y="403313"/>
                    <a:pt x="77935" y="402293"/>
                  </a:cubicBezTo>
                  <a:cubicBezTo>
                    <a:pt x="80117" y="400792"/>
                    <a:pt x="84554" y="401922"/>
                    <a:pt x="86201" y="399560"/>
                  </a:cubicBezTo>
                  <a:cubicBezTo>
                    <a:pt x="86822" y="398671"/>
                    <a:pt x="85986" y="395734"/>
                    <a:pt x="86201" y="394641"/>
                  </a:cubicBezTo>
                  <a:cubicBezTo>
                    <a:pt x="87342" y="388757"/>
                    <a:pt x="86029" y="397745"/>
                    <a:pt x="88745" y="391908"/>
                  </a:cubicBezTo>
                  <a:cubicBezTo>
                    <a:pt x="88831" y="391787"/>
                    <a:pt x="87789" y="383719"/>
                    <a:pt x="88107" y="382071"/>
                  </a:cubicBezTo>
                  <a:cubicBezTo>
                    <a:pt x="88822" y="378400"/>
                    <a:pt x="92371" y="369471"/>
                    <a:pt x="91922" y="366770"/>
                  </a:cubicBezTo>
                  <a:cubicBezTo>
                    <a:pt x="91361" y="363401"/>
                    <a:pt x="90229" y="347632"/>
                    <a:pt x="91284" y="344909"/>
                  </a:cubicBezTo>
                  <a:cubicBezTo>
                    <a:pt x="92236" y="342454"/>
                    <a:pt x="94557" y="340602"/>
                    <a:pt x="95100" y="337805"/>
                  </a:cubicBezTo>
                  <a:cubicBezTo>
                    <a:pt x="95789" y="334269"/>
                    <a:pt x="91961" y="330364"/>
                    <a:pt x="91284" y="326874"/>
                  </a:cubicBezTo>
                  <a:cubicBezTo>
                    <a:pt x="91068" y="325780"/>
                    <a:pt x="91905" y="322844"/>
                    <a:pt x="91284" y="321955"/>
                  </a:cubicBezTo>
                  <a:cubicBezTo>
                    <a:pt x="89130" y="318870"/>
                    <a:pt x="87609" y="322619"/>
                    <a:pt x="86197" y="323595"/>
                  </a:cubicBezTo>
                  <a:cubicBezTo>
                    <a:pt x="85654" y="323966"/>
                    <a:pt x="84853" y="323793"/>
                    <a:pt x="84289" y="324147"/>
                  </a:cubicBezTo>
                  <a:cubicBezTo>
                    <a:pt x="81946" y="325586"/>
                    <a:pt x="79225" y="328166"/>
                    <a:pt x="77294" y="330158"/>
                  </a:cubicBezTo>
                  <a:cubicBezTo>
                    <a:pt x="72828" y="334765"/>
                    <a:pt x="74232" y="337958"/>
                    <a:pt x="67120" y="339996"/>
                  </a:cubicBezTo>
                  <a:cubicBezTo>
                    <a:pt x="62559" y="341303"/>
                    <a:pt x="58139" y="328173"/>
                    <a:pt x="59489" y="324693"/>
                  </a:cubicBezTo>
                  <a:cubicBezTo>
                    <a:pt x="60007" y="323370"/>
                    <a:pt x="65391" y="318290"/>
                    <a:pt x="63305" y="316496"/>
                  </a:cubicBezTo>
                  <a:cubicBezTo>
                    <a:pt x="62822" y="316082"/>
                    <a:pt x="62033" y="316496"/>
                    <a:pt x="61397" y="316496"/>
                  </a:cubicBezTo>
                  <a:cubicBezTo>
                    <a:pt x="59254" y="316496"/>
                    <a:pt x="57069" y="316169"/>
                    <a:pt x="55039" y="317039"/>
                  </a:cubicBezTo>
                  <a:cubicBezTo>
                    <a:pt x="51010" y="318770"/>
                    <a:pt x="48521" y="322595"/>
                    <a:pt x="44864" y="324690"/>
                  </a:cubicBezTo>
                  <a:cubicBezTo>
                    <a:pt x="41037" y="326882"/>
                    <a:pt x="34953" y="327214"/>
                    <a:pt x="32146" y="323597"/>
                  </a:cubicBezTo>
                  <a:cubicBezTo>
                    <a:pt x="30979" y="322092"/>
                    <a:pt x="29535" y="319607"/>
                    <a:pt x="29603" y="317585"/>
                  </a:cubicBezTo>
                  <a:cubicBezTo>
                    <a:pt x="29793" y="311925"/>
                    <a:pt x="30448" y="306291"/>
                    <a:pt x="14978" y="292446"/>
                  </a:cubicBezTo>
                  <a:close/>
                </a:path>
              </a:pathLst>
            </a:custGeom>
            <a:solidFill>
              <a:srgbClr val="61AE67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9" name="任意多边形: 形状 218">
              <a:extLst>
                <a:ext uri="{FF2B5EF4-FFF2-40B4-BE49-F238E27FC236}">
                  <a16:creationId xmlns:a16="http://schemas.microsoft.com/office/drawing/2014/main" id="{A2F630BD-0CA9-6CCF-AFF0-40DB3E639CBF}"/>
                </a:ext>
              </a:extLst>
            </p:cNvPr>
            <p:cNvSpPr/>
            <p:nvPr/>
          </p:nvSpPr>
          <p:spPr>
            <a:xfrm>
              <a:off x="7516070" y="6224635"/>
              <a:ext cx="163318" cy="304056"/>
            </a:xfrm>
            <a:custGeom>
              <a:avLst/>
              <a:gdLst>
                <a:gd name="connsiteX0" fmla="*/ 67 w 163318"/>
                <a:gd name="connsiteY0" fmla="*/ 251518 h 304056"/>
                <a:gd name="connsiteX1" fmla="*/ 88826 w 163318"/>
                <a:gd name="connsiteY1" fmla="*/ 56248 h 304056"/>
                <a:gd name="connsiteX2" fmla="*/ 103028 w 163318"/>
                <a:gd name="connsiteY2" fmla="*/ -558 h 304056"/>
                <a:gd name="connsiteX3" fmla="*/ 113679 w 163318"/>
                <a:gd name="connsiteY3" fmla="*/ 27845 h 304056"/>
                <a:gd name="connsiteX4" fmla="*/ 124330 w 163318"/>
                <a:gd name="connsiteY4" fmla="*/ 27845 h 304056"/>
                <a:gd name="connsiteX5" fmla="*/ 142082 w 163318"/>
                <a:gd name="connsiteY5" fmla="*/ 10094 h 304056"/>
                <a:gd name="connsiteX6" fmla="*/ 163385 w 163318"/>
                <a:gd name="connsiteY6" fmla="*/ 24295 h 304056"/>
                <a:gd name="connsiteX7" fmla="*/ 134981 w 163318"/>
                <a:gd name="connsiteY7" fmla="*/ 287026 h 304056"/>
                <a:gd name="connsiteX8" fmla="*/ 56873 w 163318"/>
                <a:gd name="connsiteY8" fmla="*/ 301228 h 304056"/>
                <a:gd name="connsiteX9" fmla="*/ 67 w 163318"/>
                <a:gd name="connsiteY9" fmla="*/ 251523 h 30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3318" h="304056">
                  <a:moveTo>
                    <a:pt x="67" y="251518"/>
                  </a:moveTo>
                  <a:cubicBezTo>
                    <a:pt x="67" y="251518"/>
                    <a:pt x="78176" y="95299"/>
                    <a:pt x="88826" y="56248"/>
                  </a:cubicBezTo>
                  <a:cubicBezTo>
                    <a:pt x="99476" y="17197"/>
                    <a:pt x="103028" y="-558"/>
                    <a:pt x="103028" y="-558"/>
                  </a:cubicBezTo>
                  <a:lnTo>
                    <a:pt x="113679" y="27845"/>
                  </a:lnTo>
                  <a:lnTo>
                    <a:pt x="124330" y="27845"/>
                  </a:lnTo>
                  <a:lnTo>
                    <a:pt x="142082" y="10094"/>
                  </a:lnTo>
                  <a:lnTo>
                    <a:pt x="163385" y="24295"/>
                  </a:lnTo>
                  <a:cubicBezTo>
                    <a:pt x="163385" y="24295"/>
                    <a:pt x="117229" y="262168"/>
                    <a:pt x="134981" y="287026"/>
                  </a:cubicBezTo>
                  <a:cubicBezTo>
                    <a:pt x="152733" y="311884"/>
                    <a:pt x="56873" y="301228"/>
                    <a:pt x="56873" y="301228"/>
                  </a:cubicBezTo>
                  <a:lnTo>
                    <a:pt x="67" y="251523"/>
                  </a:lnTo>
                  <a:close/>
                </a:path>
              </a:pathLst>
            </a:custGeom>
            <a:solidFill>
              <a:srgbClr val="61AE67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20" name="任意多边形: 形状 219">
              <a:extLst>
                <a:ext uri="{FF2B5EF4-FFF2-40B4-BE49-F238E27FC236}">
                  <a16:creationId xmlns:a16="http://schemas.microsoft.com/office/drawing/2014/main" id="{76FB902E-6921-4CE0-F542-0D9C71E09167}"/>
                </a:ext>
              </a:extLst>
            </p:cNvPr>
            <p:cNvSpPr/>
            <p:nvPr/>
          </p:nvSpPr>
          <p:spPr>
            <a:xfrm>
              <a:off x="7597740" y="6245889"/>
              <a:ext cx="69697" cy="280483"/>
            </a:xfrm>
            <a:custGeom>
              <a:avLst/>
              <a:gdLst>
                <a:gd name="connsiteX0" fmla="*/ 56873 w 69697"/>
                <a:gd name="connsiteY0" fmla="*/ -556 h 280483"/>
                <a:gd name="connsiteX1" fmla="*/ 14269 w 69697"/>
                <a:gd name="connsiteY1" fmla="*/ 212467 h 280483"/>
                <a:gd name="connsiteX2" fmla="*/ 67 w 69697"/>
                <a:gd name="connsiteY2" fmla="*/ 279925 h 280483"/>
                <a:gd name="connsiteX3" fmla="*/ 60423 w 69697"/>
                <a:gd name="connsiteY3" fmla="*/ 262174 h 280483"/>
                <a:gd name="connsiteX4" fmla="*/ 60423 w 69697"/>
                <a:gd name="connsiteY4" fmla="*/ 95305 h 280483"/>
                <a:gd name="connsiteX5" fmla="*/ 56873 w 69697"/>
                <a:gd name="connsiteY5" fmla="*/ -558 h 280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9697" h="280483">
                  <a:moveTo>
                    <a:pt x="56873" y="-556"/>
                  </a:moveTo>
                  <a:cubicBezTo>
                    <a:pt x="56873" y="-556"/>
                    <a:pt x="21369" y="184065"/>
                    <a:pt x="14269" y="212467"/>
                  </a:cubicBezTo>
                  <a:cubicBezTo>
                    <a:pt x="7168" y="240869"/>
                    <a:pt x="67" y="279925"/>
                    <a:pt x="67" y="279925"/>
                  </a:cubicBezTo>
                  <a:lnTo>
                    <a:pt x="60423" y="262174"/>
                  </a:lnTo>
                  <a:cubicBezTo>
                    <a:pt x="60423" y="262174"/>
                    <a:pt x="39122" y="184065"/>
                    <a:pt x="60423" y="95305"/>
                  </a:cubicBezTo>
                  <a:cubicBezTo>
                    <a:pt x="81724" y="6546"/>
                    <a:pt x="60423" y="2994"/>
                    <a:pt x="56873" y="-558"/>
                  </a:cubicBezTo>
                  <a:close/>
                </a:path>
              </a:pathLst>
            </a:custGeom>
            <a:solidFill>
              <a:srgbClr val="61AE67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21" name="任意多边形: 形状 220">
              <a:extLst>
                <a:ext uri="{FF2B5EF4-FFF2-40B4-BE49-F238E27FC236}">
                  <a16:creationId xmlns:a16="http://schemas.microsoft.com/office/drawing/2014/main" id="{86B35036-C12E-28BC-63CB-E195FB9CE38D}"/>
                </a:ext>
              </a:extLst>
            </p:cNvPr>
            <p:cNvSpPr/>
            <p:nvPr/>
          </p:nvSpPr>
          <p:spPr>
            <a:xfrm>
              <a:off x="7445084" y="6185568"/>
              <a:ext cx="365691" cy="184620"/>
            </a:xfrm>
            <a:custGeom>
              <a:avLst/>
              <a:gdLst>
                <a:gd name="connsiteX0" fmla="*/ 28470 w 365691"/>
                <a:gd name="connsiteY0" fmla="*/ 184062 h 184620"/>
                <a:gd name="connsiteX1" fmla="*/ 181138 w 365691"/>
                <a:gd name="connsiteY1" fmla="*/ 102403 h 184620"/>
                <a:gd name="connsiteX2" fmla="*/ 365759 w 365691"/>
                <a:gd name="connsiteY2" fmla="*/ 84652 h 184620"/>
                <a:gd name="connsiteX3" fmla="*/ 355108 w 365691"/>
                <a:gd name="connsiteY3" fmla="*/ -558 h 184620"/>
                <a:gd name="connsiteX4" fmla="*/ 188239 w 365691"/>
                <a:gd name="connsiteY4" fmla="*/ 66899 h 184620"/>
                <a:gd name="connsiteX5" fmla="*/ 333805 w 365691"/>
                <a:gd name="connsiteY5" fmla="*/ 17194 h 184620"/>
                <a:gd name="connsiteX6" fmla="*/ 344457 w 365691"/>
                <a:gd name="connsiteY6" fmla="*/ 63349 h 184620"/>
                <a:gd name="connsiteX7" fmla="*/ 316053 w 365691"/>
                <a:gd name="connsiteY7" fmla="*/ 70450 h 184620"/>
                <a:gd name="connsiteX8" fmla="*/ 312503 w 365691"/>
                <a:gd name="connsiteY8" fmla="*/ 34945 h 184620"/>
                <a:gd name="connsiteX9" fmla="*/ 280549 w 365691"/>
                <a:gd name="connsiteY9" fmla="*/ 42047 h 184620"/>
                <a:gd name="connsiteX10" fmla="*/ 298301 w 365691"/>
                <a:gd name="connsiteY10" fmla="*/ 74000 h 184620"/>
                <a:gd name="connsiteX11" fmla="*/ 262797 w 365691"/>
                <a:gd name="connsiteY11" fmla="*/ 81101 h 184620"/>
                <a:gd name="connsiteX12" fmla="*/ 262797 w 365691"/>
                <a:gd name="connsiteY12" fmla="*/ 49147 h 184620"/>
                <a:gd name="connsiteX13" fmla="*/ 241495 w 365691"/>
                <a:gd name="connsiteY13" fmla="*/ 56248 h 184620"/>
                <a:gd name="connsiteX14" fmla="*/ 248595 w 365691"/>
                <a:gd name="connsiteY14" fmla="*/ 81101 h 184620"/>
                <a:gd name="connsiteX15" fmla="*/ 195339 w 365691"/>
                <a:gd name="connsiteY15" fmla="*/ 84652 h 184620"/>
                <a:gd name="connsiteX16" fmla="*/ 181138 w 365691"/>
                <a:gd name="connsiteY16" fmla="*/ 70450 h 184620"/>
                <a:gd name="connsiteX17" fmla="*/ 67 w 365691"/>
                <a:gd name="connsiteY17" fmla="*/ 134357 h 184620"/>
                <a:gd name="connsiteX18" fmla="*/ 10718 w 365691"/>
                <a:gd name="connsiteY18" fmla="*/ 166310 h 184620"/>
                <a:gd name="connsiteX19" fmla="*/ 42672 w 365691"/>
                <a:gd name="connsiteY19" fmla="*/ 162761 h 184620"/>
                <a:gd name="connsiteX20" fmla="*/ 17819 w 365691"/>
                <a:gd name="connsiteY20" fmla="*/ 141458 h 184620"/>
                <a:gd name="connsiteX21" fmla="*/ 49772 w 365691"/>
                <a:gd name="connsiteY21" fmla="*/ 130806 h 184620"/>
                <a:gd name="connsiteX22" fmla="*/ 56874 w 365691"/>
                <a:gd name="connsiteY22" fmla="*/ 159210 h 184620"/>
                <a:gd name="connsiteX23" fmla="*/ 85276 w 365691"/>
                <a:gd name="connsiteY23" fmla="*/ 137908 h 184620"/>
                <a:gd name="connsiteX24" fmla="*/ 67525 w 365691"/>
                <a:gd name="connsiteY24" fmla="*/ 113054 h 184620"/>
                <a:gd name="connsiteX25" fmla="*/ 99479 w 365691"/>
                <a:gd name="connsiteY25" fmla="*/ 105954 h 184620"/>
                <a:gd name="connsiteX26" fmla="*/ 110130 w 365691"/>
                <a:gd name="connsiteY26" fmla="*/ 127256 h 184620"/>
                <a:gd name="connsiteX27" fmla="*/ 152734 w 365691"/>
                <a:gd name="connsiteY27" fmla="*/ 105954 h 184620"/>
                <a:gd name="connsiteX28" fmla="*/ 131432 w 365691"/>
                <a:gd name="connsiteY28" fmla="*/ 84652 h 184620"/>
                <a:gd name="connsiteX29" fmla="*/ 159835 w 365691"/>
                <a:gd name="connsiteY29" fmla="*/ 84652 h 184620"/>
                <a:gd name="connsiteX30" fmla="*/ 166936 w 365691"/>
                <a:gd name="connsiteY30" fmla="*/ 105954 h 184620"/>
                <a:gd name="connsiteX31" fmla="*/ 28470 w 365691"/>
                <a:gd name="connsiteY31" fmla="*/ 184062 h 184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5691" h="184620">
                  <a:moveTo>
                    <a:pt x="28470" y="184062"/>
                  </a:moveTo>
                  <a:lnTo>
                    <a:pt x="181138" y="102403"/>
                  </a:lnTo>
                  <a:lnTo>
                    <a:pt x="365759" y="84652"/>
                  </a:lnTo>
                  <a:lnTo>
                    <a:pt x="355108" y="-558"/>
                  </a:lnTo>
                  <a:lnTo>
                    <a:pt x="188239" y="66899"/>
                  </a:lnTo>
                  <a:lnTo>
                    <a:pt x="333805" y="17194"/>
                  </a:lnTo>
                  <a:lnTo>
                    <a:pt x="344457" y="63349"/>
                  </a:lnTo>
                  <a:lnTo>
                    <a:pt x="316053" y="70450"/>
                  </a:lnTo>
                  <a:lnTo>
                    <a:pt x="312503" y="34945"/>
                  </a:lnTo>
                  <a:lnTo>
                    <a:pt x="280549" y="42047"/>
                  </a:lnTo>
                  <a:lnTo>
                    <a:pt x="298301" y="74000"/>
                  </a:lnTo>
                  <a:lnTo>
                    <a:pt x="262797" y="81101"/>
                  </a:lnTo>
                  <a:lnTo>
                    <a:pt x="262797" y="49147"/>
                  </a:lnTo>
                  <a:lnTo>
                    <a:pt x="241495" y="56248"/>
                  </a:lnTo>
                  <a:lnTo>
                    <a:pt x="248595" y="81101"/>
                  </a:lnTo>
                  <a:lnTo>
                    <a:pt x="195339" y="84652"/>
                  </a:lnTo>
                  <a:lnTo>
                    <a:pt x="181138" y="70450"/>
                  </a:lnTo>
                  <a:lnTo>
                    <a:pt x="67" y="134357"/>
                  </a:lnTo>
                  <a:lnTo>
                    <a:pt x="10718" y="166310"/>
                  </a:lnTo>
                  <a:lnTo>
                    <a:pt x="42672" y="162761"/>
                  </a:lnTo>
                  <a:lnTo>
                    <a:pt x="17819" y="141458"/>
                  </a:lnTo>
                  <a:lnTo>
                    <a:pt x="49772" y="130806"/>
                  </a:lnTo>
                  <a:lnTo>
                    <a:pt x="56874" y="159210"/>
                  </a:lnTo>
                  <a:lnTo>
                    <a:pt x="85276" y="137908"/>
                  </a:lnTo>
                  <a:lnTo>
                    <a:pt x="67525" y="113054"/>
                  </a:lnTo>
                  <a:lnTo>
                    <a:pt x="99479" y="105954"/>
                  </a:lnTo>
                  <a:lnTo>
                    <a:pt x="110130" y="127256"/>
                  </a:lnTo>
                  <a:lnTo>
                    <a:pt x="152734" y="105954"/>
                  </a:lnTo>
                  <a:lnTo>
                    <a:pt x="131432" y="84652"/>
                  </a:lnTo>
                  <a:lnTo>
                    <a:pt x="159835" y="84652"/>
                  </a:lnTo>
                  <a:lnTo>
                    <a:pt x="166936" y="105954"/>
                  </a:lnTo>
                  <a:lnTo>
                    <a:pt x="28470" y="184062"/>
                  </a:lnTo>
                  <a:close/>
                </a:path>
              </a:pathLst>
            </a:custGeom>
            <a:solidFill>
              <a:srgbClr val="61AE67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22" name="任意多边形: 形状 221">
              <a:extLst>
                <a:ext uri="{FF2B5EF4-FFF2-40B4-BE49-F238E27FC236}">
                  <a16:creationId xmlns:a16="http://schemas.microsoft.com/office/drawing/2014/main" id="{F6B7895A-E318-8D9C-F190-91D84A52BC95}"/>
                </a:ext>
              </a:extLst>
            </p:cNvPr>
            <p:cNvSpPr/>
            <p:nvPr/>
          </p:nvSpPr>
          <p:spPr>
            <a:xfrm>
              <a:off x="7503854" y="6113167"/>
              <a:ext cx="225019" cy="319692"/>
            </a:xfrm>
            <a:custGeom>
              <a:avLst/>
              <a:gdLst>
                <a:gd name="connsiteX0" fmla="*/ 225083 w 225019"/>
                <a:gd name="connsiteY0" fmla="*/ 288145 h 319692"/>
                <a:gd name="connsiteX1" fmla="*/ 124504 w 225019"/>
                <a:gd name="connsiteY1" fmla="*/ 161689 h 319692"/>
                <a:gd name="connsiteX2" fmla="*/ 83204 w 225019"/>
                <a:gd name="connsiteY2" fmla="*/ -558 h 319692"/>
                <a:gd name="connsiteX3" fmla="*/ 67 w 225019"/>
                <a:gd name="connsiteY3" fmla="*/ 18733 h 319692"/>
                <a:gd name="connsiteX4" fmla="*/ 88385 w 225019"/>
                <a:gd name="connsiteY4" fmla="*/ 159459 h 319692"/>
                <a:gd name="connsiteX5" fmla="*/ 20409 w 225019"/>
                <a:gd name="connsiteY5" fmla="*/ 35641 h 319692"/>
                <a:gd name="connsiteX6" fmla="*/ 64815 w 225019"/>
                <a:gd name="connsiteY6" fmla="*/ 20848 h 319692"/>
                <a:gd name="connsiteX7" fmla="*/ 75503 w 225019"/>
                <a:gd name="connsiteY7" fmla="*/ 45306 h 319692"/>
                <a:gd name="connsiteX8" fmla="*/ 40748 w 225019"/>
                <a:gd name="connsiteY8" fmla="*/ 52553 h 319692"/>
                <a:gd name="connsiteX9" fmla="*/ 51891 w 225019"/>
                <a:gd name="connsiteY9" fmla="*/ 80171 h 319692"/>
                <a:gd name="connsiteX10" fmla="*/ 81302 w 225019"/>
                <a:gd name="connsiteY10" fmla="*/ 60694 h 319692"/>
                <a:gd name="connsiteX11" fmla="*/ 92901 w 225019"/>
                <a:gd name="connsiteY11" fmla="*/ 91470 h 319692"/>
                <a:gd name="connsiteX12" fmla="*/ 61211 w 225019"/>
                <a:gd name="connsiteY12" fmla="*/ 95151 h 319692"/>
                <a:gd name="connsiteX13" fmla="*/ 70987 w 225019"/>
                <a:gd name="connsiteY13" fmla="*/ 113288 h 319692"/>
                <a:gd name="connsiteX14" fmla="*/ 94723 w 225019"/>
                <a:gd name="connsiteY14" fmla="*/ 104108 h 319692"/>
                <a:gd name="connsiteX15" fmla="*/ 105079 w 225019"/>
                <a:gd name="connsiteY15" fmla="*/ 151092 h 319692"/>
                <a:gd name="connsiteX16" fmla="*/ 92817 w 225019"/>
                <a:gd name="connsiteY16" fmla="*/ 165364 h 319692"/>
                <a:gd name="connsiteX17" fmla="*/ 179437 w 225019"/>
                <a:gd name="connsiteY17" fmla="*/ 319135 h 319692"/>
                <a:gd name="connsiteX18" fmla="*/ 209760 w 225019"/>
                <a:gd name="connsiteY18" fmla="*/ 305977 h 319692"/>
                <a:gd name="connsiteX19" fmla="*/ 202137 w 225019"/>
                <a:gd name="connsiteY19" fmla="*/ 277950 h 319692"/>
                <a:gd name="connsiteX20" fmla="*/ 184201 w 225019"/>
                <a:gd name="connsiteY20" fmla="*/ 302519 h 319692"/>
                <a:gd name="connsiteX21" fmla="*/ 169536 w 225019"/>
                <a:gd name="connsiteY21" fmla="*/ 275312 h 319692"/>
                <a:gd name="connsiteX22" fmla="*/ 196794 w 225019"/>
                <a:gd name="connsiteY22" fmla="*/ 265722 h 319692"/>
                <a:gd name="connsiteX23" fmla="*/ 172022 w 225019"/>
                <a:gd name="connsiteY23" fmla="*/ 242899 h 319692"/>
                <a:gd name="connsiteX24" fmla="*/ 149653 w 225019"/>
                <a:gd name="connsiteY24" fmla="*/ 261558 h 319692"/>
                <a:gd name="connsiteX25" fmla="*/ 138511 w 225019"/>
                <a:gd name="connsiteY25" fmla="*/ 233941 h 319692"/>
                <a:gd name="connsiteX26" fmla="*/ 158269 w 225019"/>
                <a:gd name="connsiteY26" fmla="*/ 222009 h 319692"/>
                <a:gd name="connsiteX27" fmla="*/ 131675 w 225019"/>
                <a:gd name="connsiteY27" fmla="*/ 186549 h 319692"/>
                <a:gd name="connsiteX28" fmla="*/ 113284 w 225019"/>
                <a:gd name="connsiteY28" fmla="*/ 207959 h 319692"/>
                <a:gd name="connsiteX29" fmla="*/ 109638 w 225019"/>
                <a:gd name="connsiteY29" fmla="*/ 182683 h 319692"/>
                <a:gd name="connsiteX30" fmla="*/ 129853 w 225019"/>
                <a:gd name="connsiteY30" fmla="*/ 173911 h 319692"/>
                <a:gd name="connsiteX31" fmla="*/ 225087 w 225019"/>
                <a:gd name="connsiteY31" fmla="*/ 288131 h 319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5019" h="319692">
                  <a:moveTo>
                    <a:pt x="225083" y="288145"/>
                  </a:moveTo>
                  <a:lnTo>
                    <a:pt x="124504" y="161689"/>
                  </a:lnTo>
                  <a:lnTo>
                    <a:pt x="83204" y="-558"/>
                  </a:lnTo>
                  <a:lnTo>
                    <a:pt x="67" y="18733"/>
                  </a:lnTo>
                  <a:lnTo>
                    <a:pt x="88385" y="159459"/>
                  </a:lnTo>
                  <a:lnTo>
                    <a:pt x="20409" y="35641"/>
                  </a:lnTo>
                  <a:lnTo>
                    <a:pt x="64815" y="20848"/>
                  </a:lnTo>
                  <a:lnTo>
                    <a:pt x="75503" y="45306"/>
                  </a:lnTo>
                  <a:lnTo>
                    <a:pt x="40748" y="52553"/>
                  </a:lnTo>
                  <a:lnTo>
                    <a:pt x="51891" y="80171"/>
                  </a:lnTo>
                  <a:lnTo>
                    <a:pt x="81302" y="60694"/>
                  </a:lnTo>
                  <a:lnTo>
                    <a:pt x="92901" y="91470"/>
                  </a:lnTo>
                  <a:lnTo>
                    <a:pt x="61211" y="95151"/>
                  </a:lnTo>
                  <a:lnTo>
                    <a:pt x="70987" y="113288"/>
                  </a:lnTo>
                  <a:lnTo>
                    <a:pt x="94723" y="104108"/>
                  </a:lnTo>
                  <a:lnTo>
                    <a:pt x="105079" y="151092"/>
                  </a:lnTo>
                  <a:lnTo>
                    <a:pt x="92817" y="165364"/>
                  </a:lnTo>
                  <a:lnTo>
                    <a:pt x="179437" y="319135"/>
                  </a:lnTo>
                  <a:lnTo>
                    <a:pt x="209760" y="305977"/>
                  </a:lnTo>
                  <a:lnTo>
                    <a:pt x="202137" y="277950"/>
                  </a:lnTo>
                  <a:lnTo>
                    <a:pt x="184201" y="302519"/>
                  </a:lnTo>
                  <a:lnTo>
                    <a:pt x="169536" y="275312"/>
                  </a:lnTo>
                  <a:lnTo>
                    <a:pt x="196794" y="265722"/>
                  </a:lnTo>
                  <a:lnTo>
                    <a:pt x="172022" y="242899"/>
                  </a:lnTo>
                  <a:lnTo>
                    <a:pt x="149653" y="261558"/>
                  </a:lnTo>
                  <a:lnTo>
                    <a:pt x="138511" y="233941"/>
                  </a:lnTo>
                  <a:lnTo>
                    <a:pt x="158269" y="222009"/>
                  </a:lnTo>
                  <a:lnTo>
                    <a:pt x="131675" y="186549"/>
                  </a:lnTo>
                  <a:lnTo>
                    <a:pt x="113284" y="207959"/>
                  </a:lnTo>
                  <a:lnTo>
                    <a:pt x="109638" y="182683"/>
                  </a:lnTo>
                  <a:lnTo>
                    <a:pt x="129853" y="173911"/>
                  </a:lnTo>
                  <a:lnTo>
                    <a:pt x="225087" y="288131"/>
                  </a:lnTo>
                  <a:close/>
                </a:path>
              </a:pathLst>
            </a:custGeom>
            <a:solidFill>
              <a:srgbClr val="61AE67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315" name="组合 314">
              <a:extLst>
                <a:ext uri="{FF2B5EF4-FFF2-40B4-BE49-F238E27FC236}">
                  <a16:creationId xmlns:a16="http://schemas.microsoft.com/office/drawing/2014/main" id="{8FBD3A65-6C54-318D-C16D-98B7FFB96EA2}"/>
                </a:ext>
              </a:extLst>
            </p:cNvPr>
            <p:cNvGrpSpPr/>
            <p:nvPr/>
          </p:nvGrpSpPr>
          <p:grpSpPr>
            <a:xfrm>
              <a:off x="2900874" y="6502520"/>
              <a:ext cx="315672" cy="269708"/>
              <a:chOff x="2900875" y="3748562"/>
              <a:chExt cx="315672" cy="269708"/>
            </a:xfrm>
          </p:grpSpPr>
          <p:sp>
            <p:nvSpPr>
              <p:cNvPr id="194" name="任意多边形: 形状 193">
                <a:extLst>
                  <a:ext uri="{FF2B5EF4-FFF2-40B4-BE49-F238E27FC236}">
                    <a16:creationId xmlns:a16="http://schemas.microsoft.com/office/drawing/2014/main" id="{6ACFD2F7-F549-C3DA-B081-95850722272C}"/>
                  </a:ext>
                </a:extLst>
              </p:cNvPr>
              <p:cNvSpPr/>
              <p:nvPr/>
            </p:nvSpPr>
            <p:spPr>
              <a:xfrm>
                <a:off x="3017209" y="3797417"/>
                <a:ext cx="199338" cy="220853"/>
              </a:xfrm>
              <a:custGeom>
                <a:avLst/>
                <a:gdLst>
                  <a:gd name="connsiteX0" fmla="*/ 187929 w 199338"/>
                  <a:gd name="connsiteY0" fmla="*/ -553 h 220853"/>
                  <a:gd name="connsiteX1" fmla="*/ 132716 w 199338"/>
                  <a:gd name="connsiteY1" fmla="*/ 112736 h 220853"/>
                  <a:gd name="connsiteX2" fmla="*/ 120048 w 199338"/>
                  <a:gd name="connsiteY2" fmla="*/ 207625 h 220853"/>
                  <a:gd name="connsiteX3" fmla="*/ 138452 w 199338"/>
                  <a:gd name="connsiteY3" fmla="*/ 212405 h 220853"/>
                  <a:gd name="connsiteX4" fmla="*/ 142993 w 199338"/>
                  <a:gd name="connsiteY4" fmla="*/ 114887 h 220853"/>
                  <a:gd name="connsiteX5" fmla="*/ 187928 w 199338"/>
                  <a:gd name="connsiteY5" fmla="*/ -558 h 220853"/>
                  <a:gd name="connsiteX6" fmla="*/ 25880 w 199338"/>
                  <a:gd name="connsiteY6" fmla="*/ 41035 h 220853"/>
                  <a:gd name="connsiteX7" fmla="*/ 67 w 199338"/>
                  <a:gd name="connsiteY7" fmla="*/ 177269 h 220853"/>
                  <a:gd name="connsiteX8" fmla="*/ 20861 w 199338"/>
                  <a:gd name="connsiteY8" fmla="*/ 182527 h 220853"/>
                  <a:gd name="connsiteX9" fmla="*/ 25880 w 199338"/>
                  <a:gd name="connsiteY9" fmla="*/ 41034 h 220853"/>
                  <a:gd name="connsiteX10" fmla="*/ 124831 w 199338"/>
                  <a:gd name="connsiteY10" fmla="*/ 56572 h 220853"/>
                  <a:gd name="connsiteX11" fmla="*/ 106905 w 199338"/>
                  <a:gd name="connsiteY11" fmla="*/ 138792 h 220853"/>
                  <a:gd name="connsiteX12" fmla="*/ 72964 w 199338"/>
                  <a:gd name="connsiteY12" fmla="*/ 195439 h 220853"/>
                  <a:gd name="connsiteX13" fmla="*/ 92325 w 199338"/>
                  <a:gd name="connsiteY13" fmla="*/ 200459 h 220853"/>
                  <a:gd name="connsiteX14" fmla="*/ 117182 w 199338"/>
                  <a:gd name="connsiteY14" fmla="*/ 142377 h 220853"/>
                  <a:gd name="connsiteX15" fmla="*/ 124831 w 199338"/>
                  <a:gd name="connsiteY15" fmla="*/ 56572 h 220853"/>
                  <a:gd name="connsiteX16" fmla="*/ 90651 w 199338"/>
                  <a:gd name="connsiteY16" fmla="*/ 83580 h 220853"/>
                  <a:gd name="connsiteX17" fmla="*/ 40219 w 199338"/>
                  <a:gd name="connsiteY17" fmla="*/ 187315 h 220853"/>
                  <a:gd name="connsiteX18" fmla="*/ 61492 w 199338"/>
                  <a:gd name="connsiteY18" fmla="*/ 192574 h 220853"/>
                  <a:gd name="connsiteX19" fmla="*/ 90651 w 199338"/>
                  <a:gd name="connsiteY19" fmla="*/ 83587 h 220853"/>
                  <a:gd name="connsiteX20" fmla="*/ 199405 w 199338"/>
                  <a:gd name="connsiteY20" fmla="*/ 105331 h 220853"/>
                  <a:gd name="connsiteX21" fmla="*/ 150168 w 199338"/>
                  <a:gd name="connsiteY21" fmla="*/ 215516 h 220853"/>
                  <a:gd name="connsiteX22" fmla="*/ 167855 w 199338"/>
                  <a:gd name="connsiteY22" fmla="*/ 220296 h 220853"/>
                  <a:gd name="connsiteX23" fmla="*/ 199405 w 199338"/>
                  <a:gd name="connsiteY23" fmla="*/ 105334 h 220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99338" h="220853">
                    <a:moveTo>
                      <a:pt x="187929" y="-553"/>
                    </a:moveTo>
                    <a:cubicBezTo>
                      <a:pt x="163114" y="33237"/>
                      <a:pt x="142875" y="71152"/>
                      <a:pt x="132716" y="112736"/>
                    </a:cubicBezTo>
                    <a:cubicBezTo>
                      <a:pt x="125143" y="143983"/>
                      <a:pt x="122239" y="175878"/>
                      <a:pt x="120048" y="207625"/>
                    </a:cubicBezTo>
                    <a:cubicBezTo>
                      <a:pt x="126184" y="209226"/>
                      <a:pt x="132317" y="210788"/>
                      <a:pt x="138452" y="212405"/>
                    </a:cubicBezTo>
                    <a:cubicBezTo>
                      <a:pt x="137847" y="179468"/>
                      <a:pt x="137966" y="147023"/>
                      <a:pt x="142993" y="114887"/>
                    </a:cubicBezTo>
                    <a:cubicBezTo>
                      <a:pt x="149245" y="74328"/>
                      <a:pt x="166053" y="35207"/>
                      <a:pt x="187928" y="-558"/>
                    </a:cubicBezTo>
                    <a:close/>
                    <a:moveTo>
                      <a:pt x="25880" y="41035"/>
                    </a:moveTo>
                    <a:cubicBezTo>
                      <a:pt x="10767" y="84290"/>
                      <a:pt x="75" y="129958"/>
                      <a:pt x="67" y="177269"/>
                    </a:cubicBezTo>
                    <a:lnTo>
                      <a:pt x="20861" y="182527"/>
                    </a:lnTo>
                    <a:cubicBezTo>
                      <a:pt x="12794" y="136865"/>
                      <a:pt x="16752" y="88362"/>
                      <a:pt x="25880" y="41034"/>
                    </a:cubicBezTo>
                    <a:close/>
                    <a:moveTo>
                      <a:pt x="124831" y="56572"/>
                    </a:moveTo>
                    <a:cubicBezTo>
                      <a:pt x="123028" y="85016"/>
                      <a:pt x="117895" y="113385"/>
                      <a:pt x="106905" y="138792"/>
                    </a:cubicBezTo>
                    <a:cubicBezTo>
                      <a:pt x="98234" y="159012"/>
                      <a:pt x="86096" y="177493"/>
                      <a:pt x="72964" y="195439"/>
                    </a:cubicBezTo>
                    <a:lnTo>
                      <a:pt x="92325" y="200459"/>
                    </a:lnTo>
                    <a:cubicBezTo>
                      <a:pt x="102335" y="181915"/>
                      <a:pt x="111288" y="162759"/>
                      <a:pt x="117182" y="142377"/>
                    </a:cubicBezTo>
                    <a:cubicBezTo>
                      <a:pt x="125253" y="114183"/>
                      <a:pt x="126634" y="85016"/>
                      <a:pt x="124831" y="56572"/>
                    </a:cubicBezTo>
                    <a:close/>
                    <a:moveTo>
                      <a:pt x="90651" y="83580"/>
                    </a:moveTo>
                    <a:cubicBezTo>
                      <a:pt x="75965" y="120350"/>
                      <a:pt x="64993" y="160832"/>
                      <a:pt x="40219" y="187315"/>
                    </a:cubicBezTo>
                    <a:cubicBezTo>
                      <a:pt x="47306" y="189082"/>
                      <a:pt x="54403" y="190786"/>
                      <a:pt x="61492" y="192574"/>
                    </a:cubicBezTo>
                    <a:cubicBezTo>
                      <a:pt x="80009" y="157805"/>
                      <a:pt x="83339" y="119807"/>
                      <a:pt x="90651" y="83587"/>
                    </a:cubicBezTo>
                    <a:close/>
                    <a:moveTo>
                      <a:pt x="199405" y="105331"/>
                    </a:moveTo>
                    <a:cubicBezTo>
                      <a:pt x="182154" y="141402"/>
                      <a:pt x="163859" y="177191"/>
                      <a:pt x="150168" y="215516"/>
                    </a:cubicBezTo>
                    <a:cubicBezTo>
                      <a:pt x="156077" y="217083"/>
                      <a:pt x="161947" y="218713"/>
                      <a:pt x="167855" y="220296"/>
                    </a:cubicBezTo>
                    <a:cubicBezTo>
                      <a:pt x="175272" y="181873"/>
                      <a:pt x="187818" y="143619"/>
                      <a:pt x="199405" y="105334"/>
                    </a:cubicBezTo>
                    <a:close/>
                  </a:path>
                </a:pathLst>
              </a:custGeom>
              <a:solidFill>
                <a:srgbClr val="CFFF7C"/>
              </a:solidFill>
              <a:ln w="862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10" name="任意多边形: 形状 209">
                <a:extLst>
                  <a:ext uri="{FF2B5EF4-FFF2-40B4-BE49-F238E27FC236}">
                    <a16:creationId xmlns:a16="http://schemas.microsoft.com/office/drawing/2014/main" id="{BEFC77C1-768D-2686-81B2-0AE338ED01A0}"/>
                  </a:ext>
                </a:extLst>
              </p:cNvPr>
              <p:cNvSpPr/>
              <p:nvPr/>
            </p:nvSpPr>
            <p:spPr>
              <a:xfrm>
                <a:off x="3009258" y="3851408"/>
                <a:ext cx="58657" cy="152167"/>
              </a:xfrm>
              <a:custGeom>
                <a:avLst/>
                <a:gdLst>
                  <a:gd name="connsiteX0" fmla="*/ 67 w 58657"/>
                  <a:gd name="connsiteY0" fmla="*/ 124457 h 152167"/>
                  <a:gd name="connsiteX1" fmla="*/ 37362 w 58657"/>
                  <a:gd name="connsiteY1" fmla="*/ 151609 h 152167"/>
                  <a:gd name="connsiteX2" fmla="*/ 54563 w 58657"/>
                  <a:gd name="connsiteY2" fmla="*/ -558 h 152167"/>
                  <a:gd name="connsiteX3" fmla="*/ 68 w 58657"/>
                  <a:gd name="connsiteY3" fmla="*/ 124449 h 152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657" h="152167">
                    <a:moveTo>
                      <a:pt x="67" y="124457"/>
                    </a:moveTo>
                    <a:lnTo>
                      <a:pt x="37362" y="151609"/>
                    </a:lnTo>
                    <a:cubicBezTo>
                      <a:pt x="63413" y="100717"/>
                      <a:pt x="60785" y="48115"/>
                      <a:pt x="54563" y="-558"/>
                    </a:cubicBezTo>
                    <a:cubicBezTo>
                      <a:pt x="45414" y="47648"/>
                      <a:pt x="31064" y="96996"/>
                      <a:pt x="68" y="124449"/>
                    </a:cubicBezTo>
                    <a:close/>
                  </a:path>
                </a:pathLst>
              </a:custGeom>
              <a:solidFill>
                <a:srgbClr val="CFFF7C"/>
              </a:solidFill>
              <a:ln w="86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" name="任意多边形: 形状 210">
                <a:extLst>
                  <a:ext uri="{FF2B5EF4-FFF2-40B4-BE49-F238E27FC236}">
                    <a16:creationId xmlns:a16="http://schemas.microsoft.com/office/drawing/2014/main" id="{8B7D8A77-3D8A-C821-98C5-8878FFFF606A}"/>
                  </a:ext>
                </a:extLst>
              </p:cNvPr>
              <p:cNvSpPr/>
              <p:nvPr/>
            </p:nvSpPr>
            <p:spPr>
              <a:xfrm>
                <a:off x="2980287" y="3856956"/>
                <a:ext cx="49286" cy="138639"/>
              </a:xfrm>
              <a:custGeom>
                <a:avLst/>
                <a:gdLst>
                  <a:gd name="connsiteX0" fmla="*/ 67 w 49286"/>
                  <a:gd name="connsiteY0" fmla="*/ 124340 h 138639"/>
                  <a:gd name="connsiteX1" fmla="*/ 44106 w 49286"/>
                  <a:gd name="connsiteY1" fmla="*/ 138081 h 138639"/>
                  <a:gd name="connsiteX2" fmla="*/ 39029 w 49286"/>
                  <a:gd name="connsiteY2" fmla="*/ -558 h 138639"/>
                  <a:gd name="connsiteX3" fmla="*/ 67 w 49286"/>
                  <a:gd name="connsiteY3" fmla="*/ 124346 h 138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286" h="138639">
                    <a:moveTo>
                      <a:pt x="67" y="124340"/>
                    </a:moveTo>
                    <a:lnTo>
                      <a:pt x="44106" y="138081"/>
                    </a:lnTo>
                    <a:cubicBezTo>
                      <a:pt x="50880" y="92023"/>
                      <a:pt x="52902" y="42545"/>
                      <a:pt x="39029" y="-558"/>
                    </a:cubicBezTo>
                    <a:cubicBezTo>
                      <a:pt x="37676" y="44708"/>
                      <a:pt x="19881" y="85197"/>
                      <a:pt x="67" y="124346"/>
                    </a:cubicBezTo>
                    <a:close/>
                  </a:path>
                </a:pathLst>
              </a:custGeom>
              <a:solidFill>
                <a:srgbClr val="CFFF7C"/>
              </a:solidFill>
              <a:ln w="86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" name="任意多边形: 形状 211">
                <a:extLst>
                  <a:ext uri="{FF2B5EF4-FFF2-40B4-BE49-F238E27FC236}">
                    <a16:creationId xmlns:a16="http://schemas.microsoft.com/office/drawing/2014/main" id="{F922B93D-0F59-B301-A670-CAB8536F77C0}"/>
                  </a:ext>
                </a:extLst>
              </p:cNvPr>
              <p:cNvSpPr/>
              <p:nvPr/>
            </p:nvSpPr>
            <p:spPr>
              <a:xfrm>
                <a:off x="2942607" y="3748562"/>
                <a:ext cx="74083" cy="246905"/>
              </a:xfrm>
              <a:custGeom>
                <a:avLst/>
                <a:gdLst>
                  <a:gd name="connsiteX0" fmla="*/ 67 w 74083"/>
                  <a:gd name="connsiteY0" fmla="*/ 228079 h 246905"/>
                  <a:gd name="connsiteX1" fmla="*/ 42429 w 74083"/>
                  <a:gd name="connsiteY1" fmla="*/ 246347 h 246905"/>
                  <a:gd name="connsiteX2" fmla="*/ 55880 w 74083"/>
                  <a:gd name="connsiteY2" fmla="*/ 119806 h 246905"/>
                  <a:gd name="connsiteX3" fmla="*/ 57279 w 74083"/>
                  <a:gd name="connsiteY3" fmla="*/ 63995 h 246905"/>
                  <a:gd name="connsiteX4" fmla="*/ 74150 w 74083"/>
                  <a:gd name="connsiteY4" fmla="*/ -558 h 246905"/>
                  <a:gd name="connsiteX5" fmla="*/ 44871 w 74083"/>
                  <a:gd name="connsiteY5" fmla="*/ 61342 h 246905"/>
                  <a:gd name="connsiteX6" fmla="*/ 32556 w 74083"/>
                  <a:gd name="connsiteY6" fmla="*/ 118295 h 246905"/>
                  <a:gd name="connsiteX7" fmla="*/ 67 w 74083"/>
                  <a:gd name="connsiteY7" fmla="*/ 228074 h 246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4083" h="246905">
                    <a:moveTo>
                      <a:pt x="67" y="228079"/>
                    </a:moveTo>
                    <a:lnTo>
                      <a:pt x="42429" y="246347"/>
                    </a:lnTo>
                    <a:cubicBezTo>
                      <a:pt x="56355" y="203352"/>
                      <a:pt x="57155" y="160679"/>
                      <a:pt x="55880" y="119806"/>
                    </a:cubicBezTo>
                    <a:cubicBezTo>
                      <a:pt x="55342" y="100963"/>
                      <a:pt x="55148" y="82386"/>
                      <a:pt x="57279" y="63995"/>
                    </a:cubicBezTo>
                    <a:cubicBezTo>
                      <a:pt x="59778" y="42150"/>
                      <a:pt x="65588" y="20363"/>
                      <a:pt x="74150" y="-558"/>
                    </a:cubicBezTo>
                    <a:cubicBezTo>
                      <a:pt x="61841" y="18402"/>
                      <a:pt x="51781" y="39168"/>
                      <a:pt x="44871" y="61342"/>
                    </a:cubicBezTo>
                    <a:cubicBezTo>
                      <a:pt x="39077" y="80013"/>
                      <a:pt x="35548" y="99316"/>
                      <a:pt x="32556" y="118295"/>
                    </a:cubicBezTo>
                    <a:cubicBezTo>
                      <a:pt x="26058" y="157993"/>
                      <a:pt x="18111" y="196932"/>
                      <a:pt x="67" y="228074"/>
                    </a:cubicBezTo>
                    <a:close/>
                  </a:path>
                </a:pathLst>
              </a:custGeom>
              <a:solidFill>
                <a:srgbClr val="CFFF7C"/>
              </a:solidFill>
              <a:ln w="86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" name="任意多边形: 形状 212">
                <a:extLst>
                  <a:ext uri="{FF2B5EF4-FFF2-40B4-BE49-F238E27FC236}">
                    <a16:creationId xmlns:a16="http://schemas.microsoft.com/office/drawing/2014/main" id="{ABA17BB6-D409-8AF6-D8EA-EF7BDD62ACA7}"/>
                  </a:ext>
                </a:extLst>
              </p:cNvPr>
              <p:cNvSpPr/>
              <p:nvPr/>
            </p:nvSpPr>
            <p:spPr>
              <a:xfrm>
                <a:off x="2900875" y="3858181"/>
                <a:ext cx="47096" cy="121431"/>
              </a:xfrm>
              <a:custGeom>
                <a:avLst/>
                <a:gdLst>
                  <a:gd name="connsiteX0" fmla="*/ 67 w 47096"/>
                  <a:gd name="connsiteY0" fmla="*/ 120874 h 121431"/>
                  <a:gd name="connsiteX1" fmla="*/ 45951 w 47096"/>
                  <a:gd name="connsiteY1" fmla="*/ 116089 h 121431"/>
                  <a:gd name="connsiteX2" fmla="*/ 32820 w 47096"/>
                  <a:gd name="connsiteY2" fmla="*/ 56787 h 121431"/>
                  <a:gd name="connsiteX3" fmla="*/ 47164 w 47096"/>
                  <a:gd name="connsiteY3" fmla="*/ -558 h 121431"/>
                  <a:gd name="connsiteX4" fmla="*/ 10189 w 47096"/>
                  <a:gd name="connsiteY4" fmla="*/ 53614 h 121431"/>
                  <a:gd name="connsiteX5" fmla="*/ 67 w 47096"/>
                  <a:gd name="connsiteY5" fmla="*/ 120874 h 121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096" h="121431">
                    <a:moveTo>
                      <a:pt x="67" y="120874"/>
                    </a:moveTo>
                    <a:lnTo>
                      <a:pt x="45951" y="116089"/>
                    </a:lnTo>
                    <a:cubicBezTo>
                      <a:pt x="40083" y="95414"/>
                      <a:pt x="33850" y="76407"/>
                      <a:pt x="32820" y="56787"/>
                    </a:cubicBezTo>
                    <a:cubicBezTo>
                      <a:pt x="31533" y="38020"/>
                      <a:pt x="36485" y="17651"/>
                      <a:pt x="47164" y="-558"/>
                    </a:cubicBezTo>
                    <a:cubicBezTo>
                      <a:pt x="30717" y="12675"/>
                      <a:pt x="17241" y="31259"/>
                      <a:pt x="10189" y="53614"/>
                    </a:cubicBezTo>
                    <a:cubicBezTo>
                      <a:pt x="3285" y="75890"/>
                      <a:pt x="1546" y="99472"/>
                      <a:pt x="67" y="120874"/>
                    </a:cubicBezTo>
                    <a:close/>
                  </a:path>
                </a:pathLst>
              </a:custGeom>
              <a:solidFill>
                <a:srgbClr val="CFFF7C"/>
              </a:solidFill>
              <a:ln w="86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" name="任意多边形: 形状 213">
                <a:extLst>
                  <a:ext uri="{FF2B5EF4-FFF2-40B4-BE49-F238E27FC236}">
                    <a16:creationId xmlns:a16="http://schemas.microsoft.com/office/drawing/2014/main" id="{B664C898-380B-8B97-93B8-04B8DFD57892}"/>
                  </a:ext>
                </a:extLst>
              </p:cNvPr>
              <p:cNvSpPr/>
              <p:nvPr/>
            </p:nvSpPr>
            <p:spPr>
              <a:xfrm>
                <a:off x="3036763" y="3896195"/>
                <a:ext cx="79060" cy="106434"/>
              </a:xfrm>
              <a:custGeom>
                <a:avLst/>
                <a:gdLst>
                  <a:gd name="connsiteX0" fmla="*/ 67 w 79060"/>
                  <a:gd name="connsiteY0" fmla="*/ 65183 h 106434"/>
                  <a:gd name="connsiteX1" fmla="*/ 21801 w 79060"/>
                  <a:gd name="connsiteY1" fmla="*/ 105876 h 106434"/>
                  <a:gd name="connsiteX2" fmla="*/ 79128 w 79060"/>
                  <a:gd name="connsiteY2" fmla="*/ -558 h 106434"/>
                  <a:gd name="connsiteX3" fmla="*/ 67 w 79060"/>
                  <a:gd name="connsiteY3" fmla="*/ 65188 h 106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9060" h="106434">
                    <a:moveTo>
                      <a:pt x="67" y="65183"/>
                    </a:moveTo>
                    <a:lnTo>
                      <a:pt x="21801" y="105876"/>
                    </a:lnTo>
                    <a:cubicBezTo>
                      <a:pt x="57418" y="77437"/>
                      <a:pt x="74991" y="37609"/>
                      <a:pt x="79128" y="-558"/>
                    </a:cubicBezTo>
                    <a:cubicBezTo>
                      <a:pt x="60344" y="32928"/>
                      <a:pt x="30812" y="58185"/>
                      <a:pt x="67" y="65188"/>
                    </a:cubicBezTo>
                    <a:close/>
                  </a:path>
                </a:pathLst>
              </a:custGeom>
              <a:solidFill>
                <a:srgbClr val="CFFF7C"/>
              </a:solidFill>
              <a:ln w="86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0" name="任意多边形: 形状 269">
                <a:extLst>
                  <a:ext uri="{FF2B5EF4-FFF2-40B4-BE49-F238E27FC236}">
                    <a16:creationId xmlns:a16="http://schemas.microsoft.com/office/drawing/2014/main" id="{BD88D8D6-3842-ECBB-EF33-253110321D51}"/>
                  </a:ext>
                </a:extLst>
              </p:cNvPr>
              <p:cNvSpPr/>
              <p:nvPr/>
            </p:nvSpPr>
            <p:spPr>
              <a:xfrm>
                <a:off x="2910532" y="3750977"/>
                <a:ext cx="74083" cy="246905"/>
              </a:xfrm>
              <a:custGeom>
                <a:avLst/>
                <a:gdLst>
                  <a:gd name="connsiteX0" fmla="*/ 67 w 74083"/>
                  <a:gd name="connsiteY0" fmla="*/ 228078 h 246905"/>
                  <a:gd name="connsiteX1" fmla="*/ 42429 w 74083"/>
                  <a:gd name="connsiteY1" fmla="*/ 246347 h 246905"/>
                  <a:gd name="connsiteX2" fmla="*/ 55881 w 74083"/>
                  <a:gd name="connsiteY2" fmla="*/ 119806 h 246905"/>
                  <a:gd name="connsiteX3" fmla="*/ 57279 w 74083"/>
                  <a:gd name="connsiteY3" fmla="*/ 63995 h 246905"/>
                  <a:gd name="connsiteX4" fmla="*/ 74150 w 74083"/>
                  <a:gd name="connsiteY4" fmla="*/ -558 h 246905"/>
                  <a:gd name="connsiteX5" fmla="*/ 44871 w 74083"/>
                  <a:gd name="connsiteY5" fmla="*/ 61342 h 246905"/>
                  <a:gd name="connsiteX6" fmla="*/ 32556 w 74083"/>
                  <a:gd name="connsiteY6" fmla="*/ 118294 h 246905"/>
                  <a:gd name="connsiteX7" fmla="*/ 67 w 74083"/>
                  <a:gd name="connsiteY7" fmla="*/ 228074 h 246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4083" h="246905">
                    <a:moveTo>
                      <a:pt x="67" y="228078"/>
                    </a:moveTo>
                    <a:lnTo>
                      <a:pt x="42429" y="246347"/>
                    </a:lnTo>
                    <a:cubicBezTo>
                      <a:pt x="56355" y="203352"/>
                      <a:pt x="57155" y="160678"/>
                      <a:pt x="55881" y="119806"/>
                    </a:cubicBezTo>
                    <a:cubicBezTo>
                      <a:pt x="55342" y="100963"/>
                      <a:pt x="55148" y="82386"/>
                      <a:pt x="57279" y="63995"/>
                    </a:cubicBezTo>
                    <a:cubicBezTo>
                      <a:pt x="59778" y="42150"/>
                      <a:pt x="65588" y="20363"/>
                      <a:pt x="74150" y="-558"/>
                    </a:cubicBezTo>
                    <a:cubicBezTo>
                      <a:pt x="61841" y="18401"/>
                      <a:pt x="51781" y="39168"/>
                      <a:pt x="44871" y="61342"/>
                    </a:cubicBezTo>
                    <a:cubicBezTo>
                      <a:pt x="39077" y="80012"/>
                      <a:pt x="35548" y="99315"/>
                      <a:pt x="32556" y="118294"/>
                    </a:cubicBezTo>
                    <a:cubicBezTo>
                      <a:pt x="26058" y="157993"/>
                      <a:pt x="18112" y="196931"/>
                      <a:pt x="67" y="228074"/>
                    </a:cubicBezTo>
                    <a:close/>
                  </a:path>
                </a:pathLst>
              </a:custGeom>
              <a:solidFill>
                <a:srgbClr val="CFFF7C"/>
              </a:solidFill>
              <a:ln w="862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271" name="任意多边形: 形状 270">
              <a:extLst>
                <a:ext uri="{FF2B5EF4-FFF2-40B4-BE49-F238E27FC236}">
                  <a16:creationId xmlns:a16="http://schemas.microsoft.com/office/drawing/2014/main" id="{994346DA-4FA1-1AB2-4BA6-BFCBDB3CFD4F}"/>
                </a:ext>
              </a:extLst>
            </p:cNvPr>
            <p:cNvSpPr/>
            <p:nvPr/>
          </p:nvSpPr>
          <p:spPr>
            <a:xfrm>
              <a:off x="2597852" y="6403071"/>
              <a:ext cx="2852240" cy="349786"/>
            </a:xfrm>
            <a:custGeom>
              <a:avLst/>
              <a:gdLst>
                <a:gd name="connsiteX0" fmla="*/ 2654058 w 2852240"/>
                <a:gd name="connsiteY0" fmla="*/ 333218 h 349786"/>
                <a:gd name="connsiteX1" fmla="*/ 573054 w 2852240"/>
                <a:gd name="connsiteY1" fmla="*/ 127308 h 349786"/>
                <a:gd name="connsiteX2" fmla="*/ 68854 w 2852240"/>
                <a:gd name="connsiteY2" fmla="*/ 43151 h 349786"/>
                <a:gd name="connsiteX3" fmla="*/ 134 w 2852240"/>
                <a:gd name="connsiteY3" fmla="*/ 34311 h 349786"/>
                <a:gd name="connsiteX4" fmla="*/ 116958 w 2852240"/>
                <a:gd name="connsiteY4" fmla="*/ 5305 h 349786"/>
                <a:gd name="connsiteX5" fmla="*/ 641619 w 2852240"/>
                <a:gd name="connsiteY5" fmla="*/ 3687 h 349786"/>
                <a:gd name="connsiteX6" fmla="*/ 2429204 w 2852240"/>
                <a:gd name="connsiteY6" fmla="*/ 218184 h 349786"/>
                <a:gd name="connsiteX7" fmla="*/ 2852286 w 2852240"/>
                <a:gd name="connsiteY7" fmla="*/ 331474 h 349786"/>
                <a:gd name="connsiteX8" fmla="*/ 2654041 w 2852240"/>
                <a:gd name="connsiteY8" fmla="*/ 333217 h 349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52240" h="349786">
                  <a:moveTo>
                    <a:pt x="2654058" y="333218"/>
                  </a:moveTo>
                  <a:cubicBezTo>
                    <a:pt x="1983222" y="49293"/>
                    <a:pt x="1273879" y="168186"/>
                    <a:pt x="573054" y="127308"/>
                  </a:cubicBezTo>
                  <a:cubicBezTo>
                    <a:pt x="402220" y="117343"/>
                    <a:pt x="236989" y="53838"/>
                    <a:pt x="68854" y="43151"/>
                  </a:cubicBezTo>
                  <a:cubicBezTo>
                    <a:pt x="60392" y="42616"/>
                    <a:pt x="1262" y="46536"/>
                    <a:pt x="134" y="34311"/>
                  </a:cubicBezTo>
                  <a:cubicBezTo>
                    <a:pt x="-2975" y="634"/>
                    <a:pt x="103404" y="5607"/>
                    <a:pt x="116958" y="5305"/>
                  </a:cubicBezTo>
                  <a:cubicBezTo>
                    <a:pt x="291940" y="1399"/>
                    <a:pt x="466577" y="-4789"/>
                    <a:pt x="641619" y="3687"/>
                  </a:cubicBezTo>
                  <a:cubicBezTo>
                    <a:pt x="1234897" y="32417"/>
                    <a:pt x="1843229" y="122864"/>
                    <a:pt x="2429204" y="218184"/>
                  </a:cubicBezTo>
                  <a:cubicBezTo>
                    <a:pt x="2465295" y="224055"/>
                    <a:pt x="2855674" y="298476"/>
                    <a:pt x="2852286" y="331474"/>
                  </a:cubicBezTo>
                  <a:cubicBezTo>
                    <a:pt x="2849516" y="358399"/>
                    <a:pt x="2699696" y="351148"/>
                    <a:pt x="2654041" y="3332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E8F5C"/>
                </a:gs>
                <a:gs pos="100000">
                  <a:srgbClr val="61AE67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72" name="任意多边形: 形状 271">
              <a:extLst>
                <a:ext uri="{FF2B5EF4-FFF2-40B4-BE49-F238E27FC236}">
                  <a16:creationId xmlns:a16="http://schemas.microsoft.com/office/drawing/2014/main" id="{CE3335F7-C339-4569-F0DB-E8E1F69A32B7}"/>
                </a:ext>
              </a:extLst>
            </p:cNvPr>
            <p:cNvSpPr/>
            <p:nvPr/>
          </p:nvSpPr>
          <p:spPr>
            <a:xfrm>
              <a:off x="3345149" y="6409747"/>
              <a:ext cx="2313886" cy="300456"/>
            </a:xfrm>
            <a:custGeom>
              <a:avLst/>
              <a:gdLst>
                <a:gd name="connsiteX0" fmla="*/ 220661 w 2313886"/>
                <a:gd name="connsiteY0" fmla="*/ 55197 h 300456"/>
                <a:gd name="connsiteX1" fmla="*/ 2038252 w 2313886"/>
                <a:gd name="connsiteY1" fmla="*/ 261676 h 300456"/>
                <a:gd name="connsiteX2" fmla="*/ 2285842 w 2313886"/>
                <a:gd name="connsiteY2" fmla="*/ 298650 h 300456"/>
                <a:gd name="connsiteX3" fmla="*/ 2114551 w 2313886"/>
                <a:gd name="connsiteY3" fmla="*/ 168771 h 300456"/>
                <a:gd name="connsiteX4" fmla="*/ 773948 w 2313886"/>
                <a:gd name="connsiteY4" fmla="*/ 11759 h 300456"/>
                <a:gd name="connsiteX5" fmla="*/ 154286 w 2313886"/>
                <a:gd name="connsiteY5" fmla="*/ -353 h 300456"/>
                <a:gd name="connsiteX6" fmla="*/ 33935 w 2313886"/>
                <a:gd name="connsiteY6" fmla="*/ 49086 h 300456"/>
                <a:gd name="connsiteX7" fmla="*/ 220652 w 2313886"/>
                <a:gd name="connsiteY7" fmla="*/ 55196 h 30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13886" h="300456">
                  <a:moveTo>
                    <a:pt x="220661" y="55197"/>
                  </a:moveTo>
                  <a:cubicBezTo>
                    <a:pt x="1347429" y="186257"/>
                    <a:pt x="1898914" y="245440"/>
                    <a:pt x="2038252" y="261676"/>
                  </a:cubicBezTo>
                  <a:cubicBezTo>
                    <a:pt x="2177589" y="277912"/>
                    <a:pt x="2215148" y="306175"/>
                    <a:pt x="2285842" y="298650"/>
                  </a:cubicBezTo>
                  <a:cubicBezTo>
                    <a:pt x="2356537" y="291125"/>
                    <a:pt x="2291882" y="203545"/>
                    <a:pt x="2114551" y="168771"/>
                  </a:cubicBezTo>
                  <a:cubicBezTo>
                    <a:pt x="1937220" y="133998"/>
                    <a:pt x="945188" y="14147"/>
                    <a:pt x="773948" y="11759"/>
                  </a:cubicBezTo>
                  <a:cubicBezTo>
                    <a:pt x="602709" y="9370"/>
                    <a:pt x="274680" y="-2230"/>
                    <a:pt x="154286" y="-353"/>
                  </a:cubicBezTo>
                  <a:cubicBezTo>
                    <a:pt x="33892" y="1524"/>
                    <a:pt x="-49891" y="39896"/>
                    <a:pt x="33935" y="49086"/>
                  </a:cubicBezTo>
                  <a:cubicBezTo>
                    <a:pt x="117762" y="58275"/>
                    <a:pt x="207977" y="56776"/>
                    <a:pt x="220652" y="5519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E8F5C"/>
                </a:gs>
                <a:gs pos="100000">
                  <a:srgbClr val="61AE67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73" name="任意多边形: 形状 272">
              <a:extLst>
                <a:ext uri="{FF2B5EF4-FFF2-40B4-BE49-F238E27FC236}">
                  <a16:creationId xmlns:a16="http://schemas.microsoft.com/office/drawing/2014/main" id="{EE96C1ED-51E6-D32A-68A2-B476C6B8B624}"/>
                </a:ext>
              </a:extLst>
            </p:cNvPr>
            <p:cNvSpPr/>
            <p:nvPr/>
          </p:nvSpPr>
          <p:spPr>
            <a:xfrm>
              <a:off x="4516900" y="6026016"/>
              <a:ext cx="298521" cy="468568"/>
            </a:xfrm>
            <a:custGeom>
              <a:avLst/>
              <a:gdLst>
                <a:gd name="connsiteX0" fmla="*/ 54361 w 298521"/>
                <a:gd name="connsiteY0" fmla="*/ 282692 h 468568"/>
                <a:gd name="connsiteX1" fmla="*/ 126 w 298521"/>
                <a:gd name="connsiteY1" fmla="*/ 168911 h 468568"/>
                <a:gd name="connsiteX2" fmla="*/ 35400 w 298521"/>
                <a:gd name="connsiteY2" fmla="*/ 131035 h 468568"/>
                <a:gd name="connsiteX3" fmla="*/ 31338 w 298521"/>
                <a:gd name="connsiteY3" fmla="*/ 58643 h 468568"/>
                <a:gd name="connsiteX4" fmla="*/ 90513 w 298521"/>
                <a:gd name="connsiteY4" fmla="*/ 10577 h 468568"/>
                <a:gd name="connsiteX5" fmla="*/ 151761 w 298521"/>
                <a:gd name="connsiteY5" fmla="*/ 22379 h 468568"/>
                <a:gd name="connsiteX6" fmla="*/ 211588 w 298521"/>
                <a:gd name="connsiteY6" fmla="*/ -279 h 468568"/>
                <a:gd name="connsiteX7" fmla="*/ 298432 w 298521"/>
                <a:gd name="connsiteY7" fmla="*/ 110500 h 468568"/>
                <a:gd name="connsiteX8" fmla="*/ 220060 w 298521"/>
                <a:gd name="connsiteY8" fmla="*/ 320636 h 468568"/>
                <a:gd name="connsiteX9" fmla="*/ 168716 w 298521"/>
                <a:gd name="connsiteY9" fmla="*/ 316129 h 468568"/>
                <a:gd name="connsiteX10" fmla="*/ 165959 w 298521"/>
                <a:gd name="connsiteY10" fmla="*/ 460156 h 468568"/>
                <a:gd name="connsiteX11" fmla="*/ 52808 w 298521"/>
                <a:gd name="connsiteY11" fmla="*/ 452668 h 468568"/>
                <a:gd name="connsiteX12" fmla="*/ 54357 w 298521"/>
                <a:gd name="connsiteY12" fmla="*/ 282687 h 468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8521" h="468568">
                  <a:moveTo>
                    <a:pt x="54361" y="282692"/>
                  </a:moveTo>
                  <a:cubicBezTo>
                    <a:pt x="26339" y="272651"/>
                    <a:pt x="-1388" y="203308"/>
                    <a:pt x="126" y="168911"/>
                  </a:cubicBezTo>
                  <a:cubicBezTo>
                    <a:pt x="885" y="151675"/>
                    <a:pt x="41593" y="147138"/>
                    <a:pt x="35400" y="131035"/>
                  </a:cubicBezTo>
                  <a:cubicBezTo>
                    <a:pt x="25707" y="105833"/>
                    <a:pt x="19069" y="85687"/>
                    <a:pt x="31338" y="58643"/>
                  </a:cubicBezTo>
                  <a:cubicBezTo>
                    <a:pt x="33227" y="54479"/>
                    <a:pt x="81412" y="19186"/>
                    <a:pt x="90513" y="10577"/>
                  </a:cubicBezTo>
                  <a:cubicBezTo>
                    <a:pt x="122071" y="-19274"/>
                    <a:pt x="133737" y="20927"/>
                    <a:pt x="151761" y="22379"/>
                  </a:cubicBezTo>
                  <a:cubicBezTo>
                    <a:pt x="165241" y="23465"/>
                    <a:pt x="189748" y="-3574"/>
                    <a:pt x="211588" y="-279"/>
                  </a:cubicBezTo>
                  <a:cubicBezTo>
                    <a:pt x="230111" y="2514"/>
                    <a:pt x="302398" y="92445"/>
                    <a:pt x="298432" y="110500"/>
                  </a:cubicBezTo>
                  <a:cubicBezTo>
                    <a:pt x="283411" y="178993"/>
                    <a:pt x="325474" y="272704"/>
                    <a:pt x="220060" y="320636"/>
                  </a:cubicBezTo>
                  <a:cubicBezTo>
                    <a:pt x="199671" y="329907"/>
                    <a:pt x="183164" y="309823"/>
                    <a:pt x="168716" y="316129"/>
                  </a:cubicBezTo>
                  <a:cubicBezTo>
                    <a:pt x="106053" y="343472"/>
                    <a:pt x="189660" y="462070"/>
                    <a:pt x="165959" y="460156"/>
                  </a:cubicBezTo>
                  <a:cubicBezTo>
                    <a:pt x="160799" y="459743"/>
                    <a:pt x="54360" y="482356"/>
                    <a:pt x="52808" y="452668"/>
                  </a:cubicBezTo>
                  <a:cubicBezTo>
                    <a:pt x="52722" y="451648"/>
                    <a:pt x="177513" y="381641"/>
                    <a:pt x="54357" y="282687"/>
                  </a:cubicBezTo>
                  <a:close/>
                </a:path>
              </a:pathLst>
            </a:custGeom>
            <a:solidFill>
              <a:srgbClr val="61AE67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74" name="任意多边形: 形状 273">
              <a:extLst>
                <a:ext uri="{FF2B5EF4-FFF2-40B4-BE49-F238E27FC236}">
                  <a16:creationId xmlns:a16="http://schemas.microsoft.com/office/drawing/2014/main" id="{1E925BA5-70AB-2472-AAEB-B93A426C03DF}"/>
                </a:ext>
              </a:extLst>
            </p:cNvPr>
            <p:cNvSpPr/>
            <p:nvPr/>
          </p:nvSpPr>
          <p:spPr>
            <a:xfrm>
              <a:off x="4650455" y="6063951"/>
              <a:ext cx="23696" cy="2109"/>
            </a:xfrm>
            <a:custGeom>
              <a:avLst/>
              <a:gdLst>
                <a:gd name="connsiteX0" fmla="*/ 653 w 23696"/>
                <a:gd name="connsiteY0" fmla="*/ -149 h 2109"/>
                <a:gd name="connsiteX1" fmla="*/ 67 w 23696"/>
                <a:gd name="connsiteY1" fmla="*/ 1551 h 2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696" h="2109">
                  <a:moveTo>
                    <a:pt x="653" y="-149"/>
                  </a:moveTo>
                  <a:cubicBezTo>
                    <a:pt x="46809" y="-1458"/>
                    <a:pt x="11490" y="723"/>
                    <a:pt x="67" y="1551"/>
                  </a:cubicBezTo>
                </a:path>
              </a:pathLst>
            </a:custGeom>
            <a:solidFill>
              <a:srgbClr val="61AE67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75" name="任意多边形: 形状 274">
              <a:extLst>
                <a:ext uri="{FF2B5EF4-FFF2-40B4-BE49-F238E27FC236}">
                  <a16:creationId xmlns:a16="http://schemas.microsoft.com/office/drawing/2014/main" id="{30138791-27E0-E528-C8A2-8DC5B0CE22FB}"/>
                </a:ext>
              </a:extLst>
            </p:cNvPr>
            <p:cNvSpPr/>
            <p:nvPr/>
          </p:nvSpPr>
          <p:spPr>
            <a:xfrm>
              <a:off x="4531953" y="6052224"/>
              <a:ext cx="264855" cy="274004"/>
            </a:xfrm>
            <a:custGeom>
              <a:avLst/>
              <a:gdLst>
                <a:gd name="connsiteX0" fmla="*/ 97202 w 264855"/>
                <a:gd name="connsiteY0" fmla="*/ -558 h 274004"/>
                <a:gd name="connsiteX1" fmla="*/ 45644 w 264855"/>
                <a:gd name="connsiteY1" fmla="*/ 116690 h 274004"/>
                <a:gd name="connsiteX2" fmla="*/ 12495 w 264855"/>
                <a:gd name="connsiteY2" fmla="*/ 193329 h 274004"/>
                <a:gd name="connsiteX3" fmla="*/ 44693 w 264855"/>
                <a:gd name="connsiteY3" fmla="*/ 243882 h 274004"/>
                <a:gd name="connsiteX4" fmla="*/ 103088 w 264855"/>
                <a:gd name="connsiteY4" fmla="*/ 244589 h 274004"/>
                <a:gd name="connsiteX5" fmla="*/ 114897 w 264855"/>
                <a:gd name="connsiteY5" fmla="*/ 272892 h 274004"/>
                <a:gd name="connsiteX6" fmla="*/ 156889 w 264855"/>
                <a:gd name="connsiteY6" fmla="*/ 257665 h 274004"/>
                <a:gd name="connsiteX7" fmla="*/ 231412 w 264855"/>
                <a:gd name="connsiteY7" fmla="*/ 247930 h 274004"/>
                <a:gd name="connsiteX8" fmla="*/ 236755 w 264855"/>
                <a:gd name="connsiteY8" fmla="*/ 224380 h 274004"/>
                <a:gd name="connsiteX9" fmla="*/ 256475 w 264855"/>
                <a:gd name="connsiteY9" fmla="*/ 217724 h 274004"/>
                <a:gd name="connsiteX10" fmla="*/ 236869 w 264855"/>
                <a:gd name="connsiteY10" fmla="*/ 178302 h 274004"/>
                <a:gd name="connsiteX11" fmla="*/ 264174 w 264855"/>
                <a:gd name="connsiteY11" fmla="*/ 116554 h 274004"/>
                <a:gd name="connsiteX12" fmla="*/ 245756 w 264855"/>
                <a:gd name="connsiteY12" fmla="*/ 101457 h 274004"/>
                <a:gd name="connsiteX13" fmla="*/ 253244 w 264855"/>
                <a:gd name="connsiteY13" fmla="*/ 58721 h 274004"/>
                <a:gd name="connsiteX14" fmla="*/ 217934 w 264855"/>
                <a:gd name="connsiteY14" fmla="*/ 54254 h 274004"/>
                <a:gd name="connsiteX15" fmla="*/ 207125 w 264855"/>
                <a:gd name="connsiteY15" fmla="*/ 11668 h 274004"/>
                <a:gd name="connsiteX16" fmla="*/ 97202 w 264855"/>
                <a:gd name="connsiteY16" fmla="*/ -557 h 27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4855" h="274004">
                  <a:moveTo>
                    <a:pt x="97202" y="-558"/>
                  </a:moveTo>
                  <a:cubicBezTo>
                    <a:pt x="21671" y="26960"/>
                    <a:pt x="55769" y="62844"/>
                    <a:pt x="45644" y="116690"/>
                  </a:cubicBezTo>
                  <a:cubicBezTo>
                    <a:pt x="38570" y="154318"/>
                    <a:pt x="-26657" y="134049"/>
                    <a:pt x="12495" y="193329"/>
                  </a:cubicBezTo>
                  <a:cubicBezTo>
                    <a:pt x="17283" y="200579"/>
                    <a:pt x="42631" y="242657"/>
                    <a:pt x="44693" y="243882"/>
                  </a:cubicBezTo>
                  <a:cubicBezTo>
                    <a:pt x="69628" y="258699"/>
                    <a:pt x="86459" y="237516"/>
                    <a:pt x="103088" y="244589"/>
                  </a:cubicBezTo>
                  <a:cubicBezTo>
                    <a:pt x="112043" y="248398"/>
                    <a:pt x="102097" y="269493"/>
                    <a:pt x="114897" y="272892"/>
                  </a:cubicBezTo>
                  <a:cubicBezTo>
                    <a:pt x="128937" y="276621"/>
                    <a:pt x="143611" y="260403"/>
                    <a:pt x="156889" y="257665"/>
                  </a:cubicBezTo>
                  <a:cubicBezTo>
                    <a:pt x="174795" y="253971"/>
                    <a:pt x="201669" y="273896"/>
                    <a:pt x="231412" y="247930"/>
                  </a:cubicBezTo>
                  <a:cubicBezTo>
                    <a:pt x="241175" y="239406"/>
                    <a:pt x="232284" y="228610"/>
                    <a:pt x="236755" y="224380"/>
                  </a:cubicBezTo>
                  <a:cubicBezTo>
                    <a:pt x="241023" y="220344"/>
                    <a:pt x="252654" y="227189"/>
                    <a:pt x="256475" y="217724"/>
                  </a:cubicBezTo>
                  <a:cubicBezTo>
                    <a:pt x="265554" y="195240"/>
                    <a:pt x="236516" y="180047"/>
                    <a:pt x="236869" y="178302"/>
                  </a:cubicBezTo>
                  <a:cubicBezTo>
                    <a:pt x="241449" y="155684"/>
                    <a:pt x="269859" y="143086"/>
                    <a:pt x="264174" y="116554"/>
                  </a:cubicBezTo>
                  <a:cubicBezTo>
                    <a:pt x="262360" y="108089"/>
                    <a:pt x="248947" y="106736"/>
                    <a:pt x="245756" y="101457"/>
                  </a:cubicBezTo>
                  <a:cubicBezTo>
                    <a:pt x="240191" y="92250"/>
                    <a:pt x="264288" y="71857"/>
                    <a:pt x="253244" y="58721"/>
                  </a:cubicBezTo>
                  <a:cubicBezTo>
                    <a:pt x="243315" y="46911"/>
                    <a:pt x="225746" y="61907"/>
                    <a:pt x="217934" y="54254"/>
                  </a:cubicBezTo>
                  <a:cubicBezTo>
                    <a:pt x="209566" y="46057"/>
                    <a:pt x="228330" y="18964"/>
                    <a:pt x="207125" y="11668"/>
                  </a:cubicBezTo>
                  <a:cubicBezTo>
                    <a:pt x="180437" y="2487"/>
                    <a:pt x="183890" y="56957"/>
                    <a:pt x="97202" y="-557"/>
                  </a:cubicBezTo>
                  <a:close/>
                </a:path>
              </a:pathLst>
            </a:custGeom>
            <a:solidFill>
              <a:srgbClr val="61AE67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76" name="任意多边形: 形状 275">
              <a:extLst>
                <a:ext uri="{FF2B5EF4-FFF2-40B4-BE49-F238E27FC236}">
                  <a16:creationId xmlns:a16="http://schemas.microsoft.com/office/drawing/2014/main" id="{02FB4237-5764-9EC1-4DA8-84568772DBF4}"/>
                </a:ext>
              </a:extLst>
            </p:cNvPr>
            <p:cNvSpPr/>
            <p:nvPr/>
          </p:nvSpPr>
          <p:spPr>
            <a:xfrm>
              <a:off x="4579406" y="6093741"/>
              <a:ext cx="161216" cy="165163"/>
            </a:xfrm>
            <a:custGeom>
              <a:avLst/>
              <a:gdLst>
                <a:gd name="connsiteX0" fmla="*/ 61718 w 161216"/>
                <a:gd name="connsiteY0" fmla="*/ 980 h 165163"/>
                <a:gd name="connsiteX1" fmla="*/ 45995 w 161216"/>
                <a:gd name="connsiteY1" fmla="*/ 34310 h 165163"/>
                <a:gd name="connsiteX2" fmla="*/ 24833 w 161216"/>
                <a:gd name="connsiteY2" fmla="*/ 45845 h 165163"/>
                <a:gd name="connsiteX3" fmla="*/ 30453 w 161216"/>
                <a:gd name="connsiteY3" fmla="*/ 82142 h 165163"/>
                <a:gd name="connsiteX4" fmla="*/ 151 w 161216"/>
                <a:gd name="connsiteY4" fmla="*/ 123416 h 165163"/>
                <a:gd name="connsiteX5" fmla="*/ 18826 w 161216"/>
                <a:gd name="connsiteY5" fmla="*/ 140906 h 165163"/>
                <a:gd name="connsiteX6" fmla="*/ 37389 w 161216"/>
                <a:gd name="connsiteY6" fmla="*/ 161635 h 165163"/>
                <a:gd name="connsiteX7" fmla="*/ 86257 w 161216"/>
                <a:gd name="connsiteY7" fmla="*/ 155955 h 165163"/>
                <a:gd name="connsiteX8" fmla="*/ 148625 w 161216"/>
                <a:gd name="connsiteY8" fmla="*/ 151984 h 165163"/>
                <a:gd name="connsiteX9" fmla="*/ 147025 w 161216"/>
                <a:gd name="connsiteY9" fmla="*/ 136493 h 165163"/>
                <a:gd name="connsiteX10" fmla="*/ 161012 w 161216"/>
                <a:gd name="connsiteY10" fmla="*/ 100526 h 165163"/>
                <a:gd name="connsiteX11" fmla="*/ 149275 w 161216"/>
                <a:gd name="connsiteY11" fmla="*/ 86217 h 165163"/>
                <a:gd name="connsiteX12" fmla="*/ 160258 w 161216"/>
                <a:gd name="connsiteY12" fmla="*/ 44761 h 165163"/>
                <a:gd name="connsiteX13" fmla="*/ 149850 w 161216"/>
                <a:gd name="connsiteY13" fmla="*/ 32557 h 165163"/>
                <a:gd name="connsiteX14" fmla="*/ 142539 w 161216"/>
                <a:gd name="connsiteY14" fmla="*/ 2368 h 165163"/>
                <a:gd name="connsiteX15" fmla="*/ 61718 w 161216"/>
                <a:gd name="connsiteY15" fmla="*/ 980 h 165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1216" h="165163">
                  <a:moveTo>
                    <a:pt x="61718" y="980"/>
                  </a:moveTo>
                  <a:cubicBezTo>
                    <a:pt x="32456" y="-8286"/>
                    <a:pt x="51193" y="27042"/>
                    <a:pt x="45995" y="34310"/>
                  </a:cubicBezTo>
                  <a:cubicBezTo>
                    <a:pt x="41272" y="40916"/>
                    <a:pt x="29703" y="39618"/>
                    <a:pt x="24833" y="45845"/>
                  </a:cubicBezTo>
                  <a:cubicBezTo>
                    <a:pt x="5403" y="70687"/>
                    <a:pt x="34313" y="70332"/>
                    <a:pt x="30453" y="82142"/>
                  </a:cubicBezTo>
                  <a:cubicBezTo>
                    <a:pt x="25765" y="96484"/>
                    <a:pt x="-1643" y="107079"/>
                    <a:pt x="151" y="123416"/>
                  </a:cubicBezTo>
                  <a:cubicBezTo>
                    <a:pt x="1210" y="133062"/>
                    <a:pt x="11766" y="135895"/>
                    <a:pt x="18826" y="140906"/>
                  </a:cubicBezTo>
                  <a:cubicBezTo>
                    <a:pt x="26329" y="146233"/>
                    <a:pt x="29423" y="157023"/>
                    <a:pt x="37389" y="161635"/>
                  </a:cubicBezTo>
                  <a:cubicBezTo>
                    <a:pt x="53782" y="171126"/>
                    <a:pt x="71059" y="154731"/>
                    <a:pt x="86257" y="155955"/>
                  </a:cubicBezTo>
                  <a:cubicBezTo>
                    <a:pt x="120590" y="158719"/>
                    <a:pt x="116069" y="172943"/>
                    <a:pt x="148625" y="151984"/>
                  </a:cubicBezTo>
                  <a:cubicBezTo>
                    <a:pt x="158064" y="145908"/>
                    <a:pt x="145272" y="142127"/>
                    <a:pt x="147025" y="136493"/>
                  </a:cubicBezTo>
                  <a:cubicBezTo>
                    <a:pt x="150511" y="125289"/>
                    <a:pt x="163296" y="113726"/>
                    <a:pt x="161012" y="100526"/>
                  </a:cubicBezTo>
                  <a:cubicBezTo>
                    <a:pt x="159697" y="92923"/>
                    <a:pt x="150177" y="92874"/>
                    <a:pt x="149275" y="86217"/>
                  </a:cubicBezTo>
                  <a:cubicBezTo>
                    <a:pt x="147562" y="73555"/>
                    <a:pt x="163991" y="58508"/>
                    <a:pt x="160258" y="44761"/>
                  </a:cubicBezTo>
                  <a:cubicBezTo>
                    <a:pt x="158783" y="39330"/>
                    <a:pt x="149943" y="40585"/>
                    <a:pt x="149850" y="32557"/>
                  </a:cubicBezTo>
                  <a:cubicBezTo>
                    <a:pt x="149746" y="23551"/>
                    <a:pt x="159992" y="-2055"/>
                    <a:pt x="142539" y="2368"/>
                  </a:cubicBezTo>
                  <a:cubicBezTo>
                    <a:pt x="117012" y="8837"/>
                    <a:pt x="113883" y="14767"/>
                    <a:pt x="61718" y="980"/>
                  </a:cubicBezTo>
                  <a:close/>
                </a:path>
              </a:pathLst>
            </a:custGeom>
            <a:solidFill>
              <a:srgbClr val="61AE67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77" name="任意多边形: 形状 276">
              <a:extLst>
                <a:ext uri="{FF2B5EF4-FFF2-40B4-BE49-F238E27FC236}">
                  <a16:creationId xmlns:a16="http://schemas.microsoft.com/office/drawing/2014/main" id="{A8CBE9BE-1120-B114-2A2A-A9348FE69C9D}"/>
                </a:ext>
              </a:extLst>
            </p:cNvPr>
            <p:cNvSpPr/>
            <p:nvPr/>
          </p:nvSpPr>
          <p:spPr>
            <a:xfrm>
              <a:off x="4602472" y="6320261"/>
              <a:ext cx="81184" cy="90716"/>
            </a:xfrm>
            <a:custGeom>
              <a:avLst/>
              <a:gdLst>
                <a:gd name="connsiteX0" fmla="*/ 45601 w 81184"/>
                <a:gd name="connsiteY0" fmla="*/ 87785 h 90716"/>
                <a:gd name="connsiteX1" fmla="*/ 56463 w 81184"/>
                <a:gd name="connsiteY1" fmla="*/ 65135 h 90716"/>
                <a:gd name="connsiteX2" fmla="*/ 65850 w 81184"/>
                <a:gd name="connsiteY2" fmla="*/ 29373 h 90716"/>
                <a:gd name="connsiteX3" fmla="*/ 80585 w 81184"/>
                <a:gd name="connsiteY3" fmla="*/ 7192 h 90716"/>
                <a:gd name="connsiteX4" fmla="*/ 38566 w 81184"/>
                <a:gd name="connsiteY4" fmla="*/ 2185 h 90716"/>
                <a:gd name="connsiteX5" fmla="*/ 294 w 81184"/>
                <a:gd name="connsiteY5" fmla="*/ 2875 h 90716"/>
                <a:gd name="connsiteX6" fmla="*/ 31251 w 81184"/>
                <a:gd name="connsiteY6" fmla="*/ 32643 h 90716"/>
                <a:gd name="connsiteX7" fmla="*/ 27627 w 81184"/>
                <a:gd name="connsiteY7" fmla="*/ 52605 h 90716"/>
                <a:gd name="connsiteX8" fmla="*/ 45601 w 81184"/>
                <a:gd name="connsiteY8" fmla="*/ 87785 h 90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184" h="90716">
                  <a:moveTo>
                    <a:pt x="45601" y="87785"/>
                  </a:moveTo>
                  <a:cubicBezTo>
                    <a:pt x="46326" y="78706"/>
                    <a:pt x="52631" y="73005"/>
                    <a:pt x="56463" y="65135"/>
                  </a:cubicBezTo>
                  <a:cubicBezTo>
                    <a:pt x="62104" y="53549"/>
                    <a:pt x="56265" y="40360"/>
                    <a:pt x="65850" y="29373"/>
                  </a:cubicBezTo>
                  <a:cubicBezTo>
                    <a:pt x="69652" y="25018"/>
                    <a:pt x="84553" y="15089"/>
                    <a:pt x="80585" y="7192"/>
                  </a:cubicBezTo>
                  <a:cubicBezTo>
                    <a:pt x="76617" y="-704"/>
                    <a:pt x="45356" y="2180"/>
                    <a:pt x="38566" y="2185"/>
                  </a:cubicBezTo>
                  <a:cubicBezTo>
                    <a:pt x="31948" y="2189"/>
                    <a:pt x="2432" y="-4426"/>
                    <a:pt x="294" y="2875"/>
                  </a:cubicBezTo>
                  <a:cubicBezTo>
                    <a:pt x="-2805" y="13456"/>
                    <a:pt x="26790" y="23766"/>
                    <a:pt x="31251" y="32643"/>
                  </a:cubicBezTo>
                  <a:cubicBezTo>
                    <a:pt x="35017" y="40139"/>
                    <a:pt x="27117" y="46565"/>
                    <a:pt x="27627" y="52605"/>
                  </a:cubicBezTo>
                  <a:cubicBezTo>
                    <a:pt x="29136" y="70444"/>
                    <a:pt x="43793" y="98509"/>
                    <a:pt x="45601" y="87785"/>
                  </a:cubicBezTo>
                  <a:close/>
                </a:path>
              </a:pathLst>
            </a:custGeom>
            <a:solidFill>
              <a:srgbClr val="61AE67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78" name="任意多边形: 形状 277">
              <a:extLst>
                <a:ext uri="{FF2B5EF4-FFF2-40B4-BE49-F238E27FC236}">
                  <a16:creationId xmlns:a16="http://schemas.microsoft.com/office/drawing/2014/main" id="{A75ABF42-645B-BA74-46EC-FFBEBEE6B139}"/>
                </a:ext>
              </a:extLst>
            </p:cNvPr>
            <p:cNvSpPr/>
            <p:nvPr/>
          </p:nvSpPr>
          <p:spPr>
            <a:xfrm>
              <a:off x="4858428" y="6001205"/>
              <a:ext cx="328436" cy="539051"/>
            </a:xfrm>
            <a:custGeom>
              <a:avLst/>
              <a:gdLst>
                <a:gd name="connsiteX0" fmla="*/ 146681 w 328436"/>
                <a:gd name="connsiteY0" fmla="*/ 875 h 539051"/>
                <a:gd name="connsiteX1" fmla="*/ 101607 w 328436"/>
                <a:gd name="connsiteY1" fmla="*/ 30225 h 539051"/>
                <a:gd name="connsiteX2" fmla="*/ 34048 w 328436"/>
                <a:gd name="connsiteY2" fmla="*/ 87843 h 539051"/>
                <a:gd name="connsiteX3" fmla="*/ 31124 w 328436"/>
                <a:gd name="connsiteY3" fmla="*/ 147271 h 539051"/>
                <a:gd name="connsiteX4" fmla="*/ 13000 w 328436"/>
                <a:gd name="connsiteY4" fmla="*/ 199695 h 539051"/>
                <a:gd name="connsiteX5" fmla="*/ 2217 w 328436"/>
                <a:gd name="connsiteY5" fmla="*/ 274160 h 539051"/>
                <a:gd name="connsiteX6" fmla="*/ 70291 w 328436"/>
                <a:gd name="connsiteY6" fmla="*/ 332612 h 539051"/>
                <a:gd name="connsiteX7" fmla="*/ 112264 w 328436"/>
                <a:gd name="connsiteY7" fmla="*/ 354386 h 539051"/>
                <a:gd name="connsiteX8" fmla="*/ 106961 w 328436"/>
                <a:gd name="connsiteY8" fmla="*/ 407283 h 539051"/>
                <a:gd name="connsiteX9" fmla="*/ 59356 w 328436"/>
                <a:gd name="connsiteY9" fmla="*/ 503162 h 539051"/>
                <a:gd name="connsiteX10" fmla="*/ 44005 w 328436"/>
                <a:gd name="connsiteY10" fmla="*/ 526232 h 539051"/>
                <a:gd name="connsiteX11" fmla="*/ 67309 w 328436"/>
                <a:gd name="connsiteY11" fmla="*/ 536571 h 539051"/>
                <a:gd name="connsiteX12" fmla="*/ 159805 w 328436"/>
                <a:gd name="connsiteY12" fmla="*/ 536089 h 539051"/>
                <a:gd name="connsiteX13" fmla="*/ 160133 w 328436"/>
                <a:gd name="connsiteY13" fmla="*/ 514428 h 539051"/>
                <a:gd name="connsiteX14" fmla="*/ 150974 w 328436"/>
                <a:gd name="connsiteY14" fmla="*/ 422409 h 539051"/>
                <a:gd name="connsiteX15" fmla="*/ 173390 w 328436"/>
                <a:gd name="connsiteY15" fmla="*/ 360665 h 539051"/>
                <a:gd name="connsiteX16" fmla="*/ 219022 w 328436"/>
                <a:gd name="connsiteY16" fmla="*/ 371553 h 539051"/>
                <a:gd name="connsiteX17" fmla="*/ 274371 w 328436"/>
                <a:gd name="connsiteY17" fmla="*/ 344940 h 539051"/>
                <a:gd name="connsiteX18" fmla="*/ 290154 w 328436"/>
                <a:gd name="connsiteY18" fmla="*/ 297081 h 539051"/>
                <a:gd name="connsiteX19" fmla="*/ 318464 w 328436"/>
                <a:gd name="connsiteY19" fmla="*/ 255485 h 539051"/>
                <a:gd name="connsiteX20" fmla="*/ 322917 w 328436"/>
                <a:gd name="connsiteY20" fmla="*/ 121849 h 539051"/>
                <a:gd name="connsiteX21" fmla="*/ 288779 w 328436"/>
                <a:gd name="connsiteY21" fmla="*/ 54479 h 539051"/>
                <a:gd name="connsiteX22" fmla="*/ 228148 w 328436"/>
                <a:gd name="connsiteY22" fmla="*/ 28748 h 539051"/>
                <a:gd name="connsiteX23" fmla="*/ 170717 w 328436"/>
                <a:gd name="connsiteY23" fmla="*/ 2438 h 539051"/>
                <a:gd name="connsiteX24" fmla="*/ 147250 w 328436"/>
                <a:gd name="connsiteY24" fmla="*/ 548 h 539051"/>
                <a:gd name="connsiteX25" fmla="*/ 146681 w 328436"/>
                <a:gd name="connsiteY25" fmla="*/ 850 h 539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28436" h="539051">
                  <a:moveTo>
                    <a:pt x="146681" y="875"/>
                  </a:moveTo>
                  <a:cubicBezTo>
                    <a:pt x="130954" y="9587"/>
                    <a:pt x="121297" y="29418"/>
                    <a:pt x="101607" y="30225"/>
                  </a:cubicBezTo>
                  <a:cubicBezTo>
                    <a:pt x="70155" y="32681"/>
                    <a:pt x="39216" y="55615"/>
                    <a:pt x="34048" y="87843"/>
                  </a:cubicBezTo>
                  <a:cubicBezTo>
                    <a:pt x="29469" y="107389"/>
                    <a:pt x="37060" y="127999"/>
                    <a:pt x="31124" y="147271"/>
                  </a:cubicBezTo>
                  <a:cubicBezTo>
                    <a:pt x="23613" y="164106"/>
                    <a:pt x="10844" y="180239"/>
                    <a:pt x="13000" y="199695"/>
                  </a:cubicBezTo>
                  <a:cubicBezTo>
                    <a:pt x="10508" y="224657"/>
                    <a:pt x="-5674" y="248607"/>
                    <a:pt x="2217" y="274160"/>
                  </a:cubicBezTo>
                  <a:cubicBezTo>
                    <a:pt x="11609" y="304700"/>
                    <a:pt x="40476" y="324837"/>
                    <a:pt x="70291" y="332612"/>
                  </a:cubicBezTo>
                  <a:cubicBezTo>
                    <a:pt x="85294" y="336735"/>
                    <a:pt x="104451" y="338918"/>
                    <a:pt x="112264" y="354386"/>
                  </a:cubicBezTo>
                  <a:cubicBezTo>
                    <a:pt x="119887" y="371854"/>
                    <a:pt x="109600" y="389908"/>
                    <a:pt x="106961" y="407283"/>
                  </a:cubicBezTo>
                  <a:cubicBezTo>
                    <a:pt x="98995" y="442270"/>
                    <a:pt x="86692" y="478408"/>
                    <a:pt x="59356" y="503162"/>
                  </a:cubicBezTo>
                  <a:cubicBezTo>
                    <a:pt x="53471" y="509900"/>
                    <a:pt x="42831" y="516200"/>
                    <a:pt x="44005" y="526232"/>
                  </a:cubicBezTo>
                  <a:cubicBezTo>
                    <a:pt x="46684" y="536270"/>
                    <a:pt x="58894" y="536241"/>
                    <a:pt x="67309" y="536571"/>
                  </a:cubicBezTo>
                  <a:cubicBezTo>
                    <a:pt x="98048" y="539817"/>
                    <a:pt x="129055" y="538470"/>
                    <a:pt x="159805" y="536089"/>
                  </a:cubicBezTo>
                  <a:cubicBezTo>
                    <a:pt x="168955" y="532369"/>
                    <a:pt x="166174" y="519729"/>
                    <a:pt x="160133" y="514428"/>
                  </a:cubicBezTo>
                  <a:cubicBezTo>
                    <a:pt x="141929" y="487453"/>
                    <a:pt x="145134" y="452769"/>
                    <a:pt x="150974" y="422409"/>
                  </a:cubicBezTo>
                  <a:cubicBezTo>
                    <a:pt x="154507" y="400788"/>
                    <a:pt x="158709" y="377813"/>
                    <a:pt x="173390" y="360665"/>
                  </a:cubicBezTo>
                  <a:cubicBezTo>
                    <a:pt x="189373" y="352910"/>
                    <a:pt x="205088" y="364903"/>
                    <a:pt x="219022" y="371553"/>
                  </a:cubicBezTo>
                  <a:cubicBezTo>
                    <a:pt x="240254" y="380294"/>
                    <a:pt x="269998" y="368939"/>
                    <a:pt x="274371" y="344940"/>
                  </a:cubicBezTo>
                  <a:cubicBezTo>
                    <a:pt x="278534" y="328851"/>
                    <a:pt x="275678" y="308635"/>
                    <a:pt x="290154" y="297081"/>
                  </a:cubicBezTo>
                  <a:cubicBezTo>
                    <a:pt x="303000" y="286399"/>
                    <a:pt x="318576" y="273776"/>
                    <a:pt x="318464" y="255485"/>
                  </a:cubicBezTo>
                  <a:cubicBezTo>
                    <a:pt x="324647" y="211437"/>
                    <a:pt x="334991" y="165854"/>
                    <a:pt x="322917" y="121849"/>
                  </a:cubicBezTo>
                  <a:cubicBezTo>
                    <a:pt x="316396" y="97436"/>
                    <a:pt x="305878" y="73325"/>
                    <a:pt x="288779" y="54479"/>
                  </a:cubicBezTo>
                  <a:cubicBezTo>
                    <a:pt x="271625" y="39097"/>
                    <a:pt x="243828" y="46637"/>
                    <a:pt x="228148" y="28748"/>
                  </a:cubicBezTo>
                  <a:cubicBezTo>
                    <a:pt x="213202" y="12942"/>
                    <a:pt x="191227" y="7071"/>
                    <a:pt x="170717" y="2438"/>
                  </a:cubicBezTo>
                  <a:cubicBezTo>
                    <a:pt x="163196" y="1010"/>
                    <a:pt x="154521" y="-2266"/>
                    <a:pt x="147250" y="548"/>
                  </a:cubicBezTo>
                  <a:lnTo>
                    <a:pt x="146681" y="850"/>
                  </a:lnTo>
                  <a:close/>
                </a:path>
              </a:pathLst>
            </a:custGeom>
            <a:solidFill>
              <a:srgbClr val="61AE67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79" name="任意多边形: 形状 278">
              <a:extLst>
                <a:ext uri="{FF2B5EF4-FFF2-40B4-BE49-F238E27FC236}">
                  <a16:creationId xmlns:a16="http://schemas.microsoft.com/office/drawing/2014/main" id="{CF160D7A-2B07-7AC3-25DC-FFA0054F0B43}"/>
                </a:ext>
              </a:extLst>
            </p:cNvPr>
            <p:cNvSpPr/>
            <p:nvPr/>
          </p:nvSpPr>
          <p:spPr>
            <a:xfrm>
              <a:off x="5062065" y="6009052"/>
              <a:ext cx="847" cy="666"/>
            </a:xfrm>
            <a:custGeom>
              <a:avLst/>
              <a:gdLst>
                <a:gd name="connsiteX0" fmla="*/ 67 w 847"/>
                <a:gd name="connsiteY0" fmla="*/ -230 h 666"/>
                <a:gd name="connsiteX1" fmla="*/ 67 w 847"/>
                <a:gd name="connsiteY1" fmla="*/ -230 h 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47" h="666">
                  <a:moveTo>
                    <a:pt x="67" y="-230"/>
                  </a:moveTo>
                  <a:cubicBezTo>
                    <a:pt x="541" y="935"/>
                    <a:pt x="1711" y="-1373"/>
                    <a:pt x="67" y="-230"/>
                  </a:cubicBezTo>
                  <a:close/>
                </a:path>
              </a:pathLst>
            </a:custGeom>
            <a:solidFill>
              <a:srgbClr val="61AE67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80" name="任意多边形: 形状 279">
              <a:extLst>
                <a:ext uri="{FF2B5EF4-FFF2-40B4-BE49-F238E27FC236}">
                  <a16:creationId xmlns:a16="http://schemas.microsoft.com/office/drawing/2014/main" id="{D3EC13D2-402E-9036-E2F9-EF06AE0EDD6D}"/>
                </a:ext>
              </a:extLst>
            </p:cNvPr>
            <p:cNvSpPr/>
            <p:nvPr/>
          </p:nvSpPr>
          <p:spPr>
            <a:xfrm>
              <a:off x="4875017" y="6025711"/>
              <a:ext cx="295964" cy="316471"/>
            </a:xfrm>
            <a:custGeom>
              <a:avLst/>
              <a:gdLst>
                <a:gd name="connsiteX0" fmla="*/ 187418 w 295964"/>
                <a:gd name="connsiteY0" fmla="*/ -358 h 316471"/>
                <a:gd name="connsiteX1" fmla="*/ 124331 w 295964"/>
                <a:gd name="connsiteY1" fmla="*/ 24807 h 316471"/>
                <a:gd name="connsiteX2" fmla="*/ 64159 w 295964"/>
                <a:gd name="connsiteY2" fmla="*/ 53266 h 316471"/>
                <a:gd name="connsiteX3" fmla="*/ 52246 w 295964"/>
                <a:gd name="connsiteY3" fmla="*/ 110557 h 316471"/>
                <a:gd name="connsiteX4" fmla="*/ 36579 w 295964"/>
                <a:gd name="connsiteY4" fmla="*/ 162396 h 316471"/>
                <a:gd name="connsiteX5" fmla="*/ 67 w 295964"/>
                <a:gd name="connsiteY5" fmla="*/ 237779 h 316471"/>
                <a:gd name="connsiteX6" fmla="*/ 69065 w 295964"/>
                <a:gd name="connsiteY6" fmla="*/ 288669 h 316471"/>
                <a:gd name="connsiteX7" fmla="*/ 108813 w 295964"/>
                <a:gd name="connsiteY7" fmla="*/ 294736 h 316471"/>
                <a:gd name="connsiteX8" fmla="*/ 127136 w 295964"/>
                <a:gd name="connsiteY8" fmla="*/ 315914 h 316471"/>
                <a:gd name="connsiteX9" fmla="*/ 192287 w 295964"/>
                <a:gd name="connsiteY9" fmla="*/ 308410 h 316471"/>
                <a:gd name="connsiteX10" fmla="*/ 235762 w 295964"/>
                <a:gd name="connsiteY10" fmla="*/ 302275 h 316471"/>
                <a:gd name="connsiteX11" fmla="*/ 244197 w 295964"/>
                <a:gd name="connsiteY11" fmla="*/ 264667 h 316471"/>
                <a:gd name="connsiteX12" fmla="*/ 279020 w 295964"/>
                <a:gd name="connsiteY12" fmla="*/ 251845 h 316471"/>
                <a:gd name="connsiteX13" fmla="*/ 279796 w 295964"/>
                <a:gd name="connsiteY13" fmla="*/ 205286 h 316471"/>
                <a:gd name="connsiteX14" fmla="*/ 293967 w 295964"/>
                <a:gd name="connsiteY14" fmla="*/ 150170 h 316471"/>
                <a:gd name="connsiteX15" fmla="*/ 291384 w 295964"/>
                <a:gd name="connsiteY15" fmla="*/ 100692 h 316471"/>
                <a:gd name="connsiteX16" fmla="*/ 264862 w 295964"/>
                <a:gd name="connsiteY16" fmla="*/ 81965 h 316471"/>
                <a:gd name="connsiteX17" fmla="*/ 253181 w 295964"/>
                <a:gd name="connsiteY17" fmla="*/ 54484 h 316471"/>
                <a:gd name="connsiteX18" fmla="*/ 222360 w 295964"/>
                <a:gd name="connsiteY18" fmla="*/ 48263 h 316471"/>
                <a:gd name="connsiteX19" fmla="*/ 205408 w 295964"/>
                <a:gd name="connsiteY19" fmla="*/ 38074 h 316471"/>
                <a:gd name="connsiteX20" fmla="*/ 190393 w 295964"/>
                <a:gd name="connsiteY20" fmla="*/ -378 h 316471"/>
                <a:gd name="connsiteX21" fmla="*/ 187418 w 295964"/>
                <a:gd name="connsiteY21" fmla="*/ -378 h 316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5964" h="316471">
                  <a:moveTo>
                    <a:pt x="187418" y="-358"/>
                  </a:moveTo>
                  <a:cubicBezTo>
                    <a:pt x="167532" y="10699"/>
                    <a:pt x="140674" y="7411"/>
                    <a:pt x="124331" y="24807"/>
                  </a:cubicBezTo>
                  <a:cubicBezTo>
                    <a:pt x="108857" y="42499"/>
                    <a:pt x="78356" y="34083"/>
                    <a:pt x="64159" y="53266"/>
                  </a:cubicBezTo>
                  <a:cubicBezTo>
                    <a:pt x="53100" y="70210"/>
                    <a:pt x="54520" y="91337"/>
                    <a:pt x="52246" y="110557"/>
                  </a:cubicBezTo>
                  <a:cubicBezTo>
                    <a:pt x="51214" y="128754"/>
                    <a:pt x="46778" y="146909"/>
                    <a:pt x="36579" y="162396"/>
                  </a:cubicBezTo>
                  <a:cubicBezTo>
                    <a:pt x="23325" y="186849"/>
                    <a:pt x="2784" y="209300"/>
                    <a:pt x="67" y="237779"/>
                  </a:cubicBezTo>
                  <a:cubicBezTo>
                    <a:pt x="1257" y="269841"/>
                    <a:pt x="36689" y="296057"/>
                    <a:pt x="69065" y="288669"/>
                  </a:cubicBezTo>
                  <a:cubicBezTo>
                    <a:pt x="82263" y="288539"/>
                    <a:pt x="98190" y="285419"/>
                    <a:pt x="108813" y="294736"/>
                  </a:cubicBezTo>
                  <a:cubicBezTo>
                    <a:pt x="114371" y="301885"/>
                    <a:pt x="115706" y="315580"/>
                    <a:pt x="127136" y="315914"/>
                  </a:cubicBezTo>
                  <a:cubicBezTo>
                    <a:pt x="148799" y="313705"/>
                    <a:pt x="170309" y="300128"/>
                    <a:pt x="192287" y="308410"/>
                  </a:cubicBezTo>
                  <a:cubicBezTo>
                    <a:pt x="206472" y="312411"/>
                    <a:pt x="225471" y="314925"/>
                    <a:pt x="235762" y="302275"/>
                  </a:cubicBezTo>
                  <a:cubicBezTo>
                    <a:pt x="241479" y="290379"/>
                    <a:pt x="232861" y="274342"/>
                    <a:pt x="244197" y="264667"/>
                  </a:cubicBezTo>
                  <a:cubicBezTo>
                    <a:pt x="255251" y="258896"/>
                    <a:pt x="271452" y="263463"/>
                    <a:pt x="279020" y="251845"/>
                  </a:cubicBezTo>
                  <a:cubicBezTo>
                    <a:pt x="284263" y="236453"/>
                    <a:pt x="269934" y="219832"/>
                    <a:pt x="279796" y="205286"/>
                  </a:cubicBezTo>
                  <a:cubicBezTo>
                    <a:pt x="288046" y="188261"/>
                    <a:pt x="301120" y="169793"/>
                    <a:pt x="293967" y="150170"/>
                  </a:cubicBezTo>
                  <a:cubicBezTo>
                    <a:pt x="287687" y="134289"/>
                    <a:pt x="289975" y="117046"/>
                    <a:pt x="291384" y="100692"/>
                  </a:cubicBezTo>
                  <a:cubicBezTo>
                    <a:pt x="288871" y="89009"/>
                    <a:pt x="276184" y="82611"/>
                    <a:pt x="264862" y="81965"/>
                  </a:cubicBezTo>
                  <a:cubicBezTo>
                    <a:pt x="253767" y="77313"/>
                    <a:pt x="253974" y="64161"/>
                    <a:pt x="253181" y="54484"/>
                  </a:cubicBezTo>
                  <a:cubicBezTo>
                    <a:pt x="247374" y="43540"/>
                    <a:pt x="232524" y="45688"/>
                    <a:pt x="222360" y="48263"/>
                  </a:cubicBezTo>
                  <a:cubicBezTo>
                    <a:pt x="215194" y="49596"/>
                    <a:pt x="204699" y="46486"/>
                    <a:pt x="205408" y="38074"/>
                  </a:cubicBezTo>
                  <a:cubicBezTo>
                    <a:pt x="202657" y="24716"/>
                    <a:pt x="202577" y="8841"/>
                    <a:pt x="190393" y="-378"/>
                  </a:cubicBezTo>
                  <a:cubicBezTo>
                    <a:pt x="189414" y="-240"/>
                    <a:pt x="188368" y="-844"/>
                    <a:pt x="187418" y="-378"/>
                  </a:cubicBezTo>
                  <a:close/>
                </a:path>
              </a:pathLst>
            </a:custGeom>
            <a:solidFill>
              <a:srgbClr val="61AE67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81" name="任意多边形: 形状 280">
              <a:extLst>
                <a:ext uri="{FF2B5EF4-FFF2-40B4-BE49-F238E27FC236}">
                  <a16:creationId xmlns:a16="http://schemas.microsoft.com/office/drawing/2014/main" id="{06C7ED20-DF4F-4B13-0662-C7833E70E6D5}"/>
                </a:ext>
              </a:extLst>
            </p:cNvPr>
            <p:cNvSpPr/>
            <p:nvPr/>
          </p:nvSpPr>
          <p:spPr>
            <a:xfrm>
              <a:off x="4915129" y="6047869"/>
              <a:ext cx="180905" cy="234443"/>
            </a:xfrm>
            <a:custGeom>
              <a:avLst/>
              <a:gdLst>
                <a:gd name="connsiteX0" fmla="*/ 128174 w 180905"/>
                <a:gd name="connsiteY0" fmla="*/ -87 h 234443"/>
                <a:gd name="connsiteX1" fmla="*/ 63260 w 180905"/>
                <a:gd name="connsiteY1" fmla="*/ 42501 h 234443"/>
                <a:gd name="connsiteX2" fmla="*/ 43949 w 180905"/>
                <a:gd name="connsiteY2" fmla="*/ 82341 h 234443"/>
                <a:gd name="connsiteX3" fmla="*/ 18961 w 180905"/>
                <a:gd name="connsiteY3" fmla="*/ 107357 h 234443"/>
                <a:gd name="connsiteX4" fmla="*/ 26640 w 180905"/>
                <a:gd name="connsiteY4" fmla="*/ 132844 h 234443"/>
                <a:gd name="connsiteX5" fmla="*/ 1974 w 180905"/>
                <a:gd name="connsiteY5" fmla="*/ 174450 h 234443"/>
                <a:gd name="connsiteX6" fmla="*/ 8510 w 180905"/>
                <a:gd name="connsiteY6" fmla="*/ 203560 h 234443"/>
                <a:gd name="connsiteX7" fmla="*/ 33140 w 180905"/>
                <a:gd name="connsiteY7" fmla="*/ 230085 h 234443"/>
                <a:gd name="connsiteX8" fmla="*/ 97441 w 180905"/>
                <a:gd name="connsiteY8" fmla="*/ 228993 h 234443"/>
                <a:gd name="connsiteX9" fmla="*/ 164232 w 180905"/>
                <a:gd name="connsiteY9" fmla="*/ 197638 h 234443"/>
                <a:gd name="connsiteX10" fmla="*/ 176203 w 180905"/>
                <a:gd name="connsiteY10" fmla="*/ 164928 h 234443"/>
                <a:gd name="connsiteX11" fmla="*/ 176375 w 180905"/>
                <a:gd name="connsiteY11" fmla="*/ 128669 h 234443"/>
                <a:gd name="connsiteX12" fmla="*/ 175190 w 180905"/>
                <a:gd name="connsiteY12" fmla="*/ 90744 h 234443"/>
                <a:gd name="connsiteX13" fmla="*/ 172587 w 180905"/>
                <a:gd name="connsiteY13" fmla="*/ 55933 h 234443"/>
                <a:gd name="connsiteX14" fmla="*/ 130234 w 180905"/>
                <a:gd name="connsiteY14" fmla="*/ 58199 h 234443"/>
                <a:gd name="connsiteX15" fmla="*/ 134836 w 180905"/>
                <a:gd name="connsiteY15" fmla="*/ 31267 h 234443"/>
                <a:gd name="connsiteX16" fmla="*/ 130093 w 180905"/>
                <a:gd name="connsiteY16" fmla="*/ -472 h 234443"/>
                <a:gd name="connsiteX17" fmla="*/ 129019 w 180905"/>
                <a:gd name="connsiteY17" fmla="*/ -558 h 234443"/>
                <a:gd name="connsiteX18" fmla="*/ 128174 w 180905"/>
                <a:gd name="connsiteY18" fmla="*/ -93 h 234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0905" h="234443">
                  <a:moveTo>
                    <a:pt x="128174" y="-87"/>
                  </a:moveTo>
                  <a:cubicBezTo>
                    <a:pt x="110128" y="19484"/>
                    <a:pt x="79563" y="20718"/>
                    <a:pt x="63260" y="42501"/>
                  </a:cubicBezTo>
                  <a:cubicBezTo>
                    <a:pt x="53352" y="54128"/>
                    <a:pt x="57175" y="72897"/>
                    <a:pt x="43949" y="82341"/>
                  </a:cubicBezTo>
                  <a:cubicBezTo>
                    <a:pt x="35859" y="90731"/>
                    <a:pt x="22832" y="95640"/>
                    <a:pt x="18961" y="107357"/>
                  </a:cubicBezTo>
                  <a:cubicBezTo>
                    <a:pt x="17182" y="116779"/>
                    <a:pt x="24209" y="124520"/>
                    <a:pt x="26640" y="132844"/>
                  </a:cubicBezTo>
                  <a:cubicBezTo>
                    <a:pt x="26796" y="150600"/>
                    <a:pt x="6183" y="158206"/>
                    <a:pt x="1974" y="174450"/>
                  </a:cubicBezTo>
                  <a:cubicBezTo>
                    <a:pt x="-2277" y="184565"/>
                    <a:pt x="872" y="196006"/>
                    <a:pt x="8510" y="203560"/>
                  </a:cubicBezTo>
                  <a:cubicBezTo>
                    <a:pt x="16519" y="212526"/>
                    <a:pt x="24188" y="222235"/>
                    <a:pt x="33140" y="230085"/>
                  </a:cubicBezTo>
                  <a:cubicBezTo>
                    <a:pt x="53829" y="239820"/>
                    <a:pt x="75975" y="227614"/>
                    <a:pt x="97441" y="228993"/>
                  </a:cubicBezTo>
                  <a:cubicBezTo>
                    <a:pt x="122947" y="228191"/>
                    <a:pt x="146178" y="214951"/>
                    <a:pt x="164232" y="197638"/>
                  </a:cubicBezTo>
                  <a:cubicBezTo>
                    <a:pt x="173781" y="190081"/>
                    <a:pt x="181963" y="177231"/>
                    <a:pt x="176203" y="164928"/>
                  </a:cubicBezTo>
                  <a:cubicBezTo>
                    <a:pt x="172276" y="153409"/>
                    <a:pt x="168278" y="139361"/>
                    <a:pt x="176375" y="128669"/>
                  </a:cubicBezTo>
                  <a:cubicBezTo>
                    <a:pt x="181915" y="116925"/>
                    <a:pt x="183487" y="101630"/>
                    <a:pt x="175190" y="90744"/>
                  </a:cubicBezTo>
                  <a:cubicBezTo>
                    <a:pt x="172618" y="79238"/>
                    <a:pt x="181513" y="65993"/>
                    <a:pt x="172587" y="55933"/>
                  </a:cubicBezTo>
                  <a:cubicBezTo>
                    <a:pt x="158661" y="48001"/>
                    <a:pt x="144453" y="64490"/>
                    <a:pt x="130234" y="58199"/>
                  </a:cubicBezTo>
                  <a:cubicBezTo>
                    <a:pt x="123117" y="49379"/>
                    <a:pt x="133972" y="40356"/>
                    <a:pt x="134836" y="31267"/>
                  </a:cubicBezTo>
                  <a:cubicBezTo>
                    <a:pt x="138057" y="20803"/>
                    <a:pt x="138488" y="7773"/>
                    <a:pt x="130093" y="-472"/>
                  </a:cubicBezTo>
                  <a:lnTo>
                    <a:pt x="129019" y="-558"/>
                  </a:lnTo>
                  <a:lnTo>
                    <a:pt x="128174" y="-93"/>
                  </a:lnTo>
                  <a:close/>
                </a:path>
              </a:pathLst>
            </a:custGeom>
            <a:solidFill>
              <a:srgbClr val="61AE67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82" name="任意多边形: 形状 281">
              <a:extLst>
                <a:ext uri="{FF2B5EF4-FFF2-40B4-BE49-F238E27FC236}">
                  <a16:creationId xmlns:a16="http://schemas.microsoft.com/office/drawing/2014/main" id="{79FC364C-7698-CA3F-A855-1AB0DE33F608}"/>
                </a:ext>
              </a:extLst>
            </p:cNvPr>
            <p:cNvSpPr/>
            <p:nvPr/>
          </p:nvSpPr>
          <p:spPr>
            <a:xfrm>
              <a:off x="4964679" y="6326780"/>
              <a:ext cx="66264" cy="168190"/>
            </a:xfrm>
            <a:custGeom>
              <a:avLst/>
              <a:gdLst>
                <a:gd name="connsiteX0" fmla="*/ 2349 w 66264"/>
                <a:gd name="connsiteY0" fmla="*/ 167317 h 168190"/>
                <a:gd name="connsiteX1" fmla="*/ 41790 w 66264"/>
                <a:gd name="connsiteY1" fmla="*/ 80501 h 168190"/>
                <a:gd name="connsiteX2" fmla="*/ 65611 w 66264"/>
                <a:gd name="connsiteY2" fmla="*/ 37805 h 168190"/>
                <a:gd name="connsiteX3" fmla="*/ 53599 w 66264"/>
                <a:gd name="connsiteY3" fmla="*/ 15460 h 168190"/>
                <a:gd name="connsiteX4" fmla="*/ 17327 w 66264"/>
                <a:gd name="connsiteY4" fmla="*/ -558 h 168190"/>
                <a:gd name="connsiteX5" fmla="*/ 15298 w 66264"/>
                <a:gd name="connsiteY5" fmla="*/ 32004 h 168190"/>
                <a:gd name="connsiteX6" fmla="*/ 13872 w 66264"/>
                <a:gd name="connsiteY6" fmla="*/ 87037 h 168190"/>
                <a:gd name="connsiteX7" fmla="*/ 68 w 66264"/>
                <a:gd name="connsiteY7" fmla="*/ 165232 h 168190"/>
                <a:gd name="connsiteX8" fmla="*/ 2349 w 66264"/>
                <a:gd name="connsiteY8" fmla="*/ 167317 h 168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264" h="168190">
                  <a:moveTo>
                    <a:pt x="2349" y="167317"/>
                  </a:moveTo>
                  <a:cubicBezTo>
                    <a:pt x="17281" y="142839"/>
                    <a:pt x="32531" y="115048"/>
                    <a:pt x="41790" y="80501"/>
                  </a:cubicBezTo>
                  <a:cubicBezTo>
                    <a:pt x="48384" y="62835"/>
                    <a:pt x="57771" y="52373"/>
                    <a:pt x="65611" y="37805"/>
                  </a:cubicBezTo>
                  <a:cubicBezTo>
                    <a:pt x="68950" y="19635"/>
                    <a:pt x="59952" y="15081"/>
                    <a:pt x="53599" y="15460"/>
                  </a:cubicBezTo>
                  <a:cubicBezTo>
                    <a:pt x="41315" y="10912"/>
                    <a:pt x="28686" y="7555"/>
                    <a:pt x="17327" y="-558"/>
                  </a:cubicBezTo>
                  <a:cubicBezTo>
                    <a:pt x="10429" y="8724"/>
                    <a:pt x="11485" y="26217"/>
                    <a:pt x="15298" y="32004"/>
                  </a:cubicBezTo>
                  <a:cubicBezTo>
                    <a:pt x="19249" y="45680"/>
                    <a:pt x="21817" y="66922"/>
                    <a:pt x="13872" y="87037"/>
                  </a:cubicBezTo>
                  <a:cubicBezTo>
                    <a:pt x="6741" y="112352"/>
                    <a:pt x="-51" y="140348"/>
                    <a:pt x="68" y="165232"/>
                  </a:cubicBezTo>
                  <a:cubicBezTo>
                    <a:pt x="671" y="166261"/>
                    <a:pt x="1134" y="168446"/>
                    <a:pt x="2349" y="167317"/>
                  </a:cubicBezTo>
                  <a:close/>
                </a:path>
              </a:pathLst>
            </a:custGeom>
            <a:solidFill>
              <a:srgbClr val="61AE67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83" name="任意多边形: 形状 282">
              <a:extLst>
                <a:ext uri="{FF2B5EF4-FFF2-40B4-BE49-F238E27FC236}">
                  <a16:creationId xmlns:a16="http://schemas.microsoft.com/office/drawing/2014/main" id="{27E6A8AE-B4AE-8E97-982F-E491A15BB695}"/>
                </a:ext>
              </a:extLst>
            </p:cNvPr>
            <p:cNvSpPr/>
            <p:nvPr/>
          </p:nvSpPr>
          <p:spPr>
            <a:xfrm>
              <a:off x="4079207" y="5860815"/>
              <a:ext cx="392385" cy="616343"/>
            </a:xfrm>
            <a:custGeom>
              <a:avLst/>
              <a:gdLst>
                <a:gd name="connsiteX0" fmla="*/ 229549 w 392385"/>
                <a:gd name="connsiteY0" fmla="*/ 102 h 616343"/>
                <a:gd name="connsiteX1" fmla="*/ 42452 w 392385"/>
                <a:gd name="connsiteY1" fmla="*/ 127630 h 616343"/>
                <a:gd name="connsiteX2" fmla="*/ 4044 w 392385"/>
                <a:gd name="connsiteY2" fmla="*/ 283813 h 616343"/>
                <a:gd name="connsiteX3" fmla="*/ 47122 w 392385"/>
                <a:gd name="connsiteY3" fmla="*/ 447094 h 616343"/>
                <a:gd name="connsiteX4" fmla="*/ 137689 w 392385"/>
                <a:gd name="connsiteY4" fmla="*/ 500622 h 616343"/>
                <a:gd name="connsiteX5" fmla="*/ 188447 w 392385"/>
                <a:gd name="connsiteY5" fmla="*/ 503159 h 616343"/>
                <a:gd name="connsiteX6" fmla="*/ 205340 w 392385"/>
                <a:gd name="connsiteY6" fmla="*/ 544929 h 616343"/>
                <a:gd name="connsiteX7" fmla="*/ 202520 w 392385"/>
                <a:gd name="connsiteY7" fmla="*/ 587525 h 616343"/>
                <a:gd name="connsiteX8" fmla="*/ 169503 w 392385"/>
                <a:gd name="connsiteY8" fmla="*/ 615785 h 616343"/>
                <a:gd name="connsiteX9" fmla="*/ 188225 w 392385"/>
                <a:gd name="connsiteY9" fmla="*/ 601618 h 616343"/>
                <a:gd name="connsiteX10" fmla="*/ 225779 w 392385"/>
                <a:gd name="connsiteY10" fmla="*/ 612779 h 616343"/>
                <a:gd name="connsiteX11" fmla="*/ 240182 w 392385"/>
                <a:gd name="connsiteY11" fmla="*/ 598738 h 616343"/>
                <a:gd name="connsiteX12" fmla="*/ 266787 w 392385"/>
                <a:gd name="connsiteY12" fmla="*/ 587906 h 616343"/>
                <a:gd name="connsiteX13" fmla="*/ 269504 w 392385"/>
                <a:gd name="connsiteY13" fmla="*/ 573314 h 616343"/>
                <a:gd name="connsiteX14" fmla="*/ 252296 w 392385"/>
                <a:gd name="connsiteY14" fmla="*/ 562720 h 616343"/>
                <a:gd name="connsiteX15" fmla="*/ 264042 w 392385"/>
                <a:gd name="connsiteY15" fmla="*/ 508669 h 616343"/>
                <a:gd name="connsiteX16" fmla="*/ 304903 w 392385"/>
                <a:gd name="connsiteY16" fmla="*/ 492435 h 616343"/>
                <a:gd name="connsiteX17" fmla="*/ 348678 w 392385"/>
                <a:gd name="connsiteY17" fmla="*/ 470058 h 616343"/>
                <a:gd name="connsiteX18" fmla="*/ 383995 w 392385"/>
                <a:gd name="connsiteY18" fmla="*/ 342913 h 616343"/>
                <a:gd name="connsiteX19" fmla="*/ 388558 w 392385"/>
                <a:gd name="connsiteY19" fmla="*/ 190087 h 616343"/>
                <a:gd name="connsiteX20" fmla="*/ 318108 w 392385"/>
                <a:gd name="connsiteY20" fmla="*/ 65033 h 616343"/>
                <a:gd name="connsiteX21" fmla="*/ 236766 w 392385"/>
                <a:gd name="connsiteY21" fmla="*/ -368 h 616343"/>
                <a:gd name="connsiteX22" fmla="*/ 229549 w 392385"/>
                <a:gd name="connsiteY22" fmla="*/ 106 h 616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92385" h="616343">
                  <a:moveTo>
                    <a:pt x="229549" y="102"/>
                  </a:moveTo>
                  <a:cubicBezTo>
                    <a:pt x="159763" y="30104"/>
                    <a:pt x="95903" y="73690"/>
                    <a:pt x="42452" y="127630"/>
                  </a:cubicBezTo>
                  <a:cubicBezTo>
                    <a:pt x="5216" y="169453"/>
                    <a:pt x="-7163" y="229651"/>
                    <a:pt x="4044" y="283813"/>
                  </a:cubicBezTo>
                  <a:cubicBezTo>
                    <a:pt x="13730" y="339219"/>
                    <a:pt x="22521" y="395958"/>
                    <a:pt x="47122" y="447094"/>
                  </a:cubicBezTo>
                  <a:cubicBezTo>
                    <a:pt x="63539" y="480793"/>
                    <a:pt x="100877" y="500651"/>
                    <a:pt x="137689" y="500622"/>
                  </a:cubicBezTo>
                  <a:cubicBezTo>
                    <a:pt x="154615" y="502043"/>
                    <a:pt x="172716" y="493618"/>
                    <a:pt x="188447" y="503159"/>
                  </a:cubicBezTo>
                  <a:cubicBezTo>
                    <a:pt x="202877" y="511464"/>
                    <a:pt x="204246" y="530028"/>
                    <a:pt x="205340" y="544929"/>
                  </a:cubicBezTo>
                  <a:cubicBezTo>
                    <a:pt x="205340" y="559144"/>
                    <a:pt x="203807" y="573488"/>
                    <a:pt x="202520" y="587525"/>
                  </a:cubicBezTo>
                  <a:cubicBezTo>
                    <a:pt x="196990" y="602629"/>
                    <a:pt x="173970" y="599952"/>
                    <a:pt x="169503" y="615785"/>
                  </a:cubicBezTo>
                  <a:cubicBezTo>
                    <a:pt x="176516" y="612072"/>
                    <a:pt x="178867" y="601688"/>
                    <a:pt x="188225" y="601618"/>
                  </a:cubicBezTo>
                  <a:cubicBezTo>
                    <a:pt x="201595" y="598103"/>
                    <a:pt x="216152" y="603130"/>
                    <a:pt x="225779" y="612779"/>
                  </a:cubicBezTo>
                  <a:cubicBezTo>
                    <a:pt x="234318" y="616220"/>
                    <a:pt x="238260" y="605043"/>
                    <a:pt x="240182" y="598738"/>
                  </a:cubicBezTo>
                  <a:cubicBezTo>
                    <a:pt x="245184" y="589661"/>
                    <a:pt x="256748" y="583676"/>
                    <a:pt x="266787" y="587906"/>
                  </a:cubicBezTo>
                  <a:cubicBezTo>
                    <a:pt x="274734" y="588656"/>
                    <a:pt x="278243" y="574631"/>
                    <a:pt x="269504" y="573314"/>
                  </a:cubicBezTo>
                  <a:cubicBezTo>
                    <a:pt x="263518" y="571025"/>
                    <a:pt x="251969" y="571811"/>
                    <a:pt x="252296" y="562720"/>
                  </a:cubicBezTo>
                  <a:cubicBezTo>
                    <a:pt x="253628" y="544454"/>
                    <a:pt x="253776" y="524508"/>
                    <a:pt x="264042" y="508669"/>
                  </a:cubicBezTo>
                  <a:cubicBezTo>
                    <a:pt x="273412" y="495860"/>
                    <a:pt x="290124" y="493206"/>
                    <a:pt x="304903" y="492435"/>
                  </a:cubicBezTo>
                  <a:cubicBezTo>
                    <a:pt x="321619" y="491590"/>
                    <a:pt x="340815" y="486442"/>
                    <a:pt x="348678" y="470058"/>
                  </a:cubicBezTo>
                  <a:cubicBezTo>
                    <a:pt x="372667" y="432074"/>
                    <a:pt x="377279" y="386308"/>
                    <a:pt x="383995" y="342913"/>
                  </a:cubicBezTo>
                  <a:cubicBezTo>
                    <a:pt x="389934" y="292345"/>
                    <a:pt x="397012" y="240774"/>
                    <a:pt x="388558" y="190087"/>
                  </a:cubicBezTo>
                  <a:cubicBezTo>
                    <a:pt x="377630" y="142531"/>
                    <a:pt x="346581" y="103401"/>
                    <a:pt x="318108" y="65033"/>
                  </a:cubicBezTo>
                  <a:cubicBezTo>
                    <a:pt x="296828" y="37341"/>
                    <a:pt x="271008" y="10229"/>
                    <a:pt x="236766" y="-368"/>
                  </a:cubicBezTo>
                  <a:cubicBezTo>
                    <a:pt x="234363" y="-765"/>
                    <a:pt x="231892" y="-506"/>
                    <a:pt x="229549" y="106"/>
                  </a:cubicBezTo>
                  <a:close/>
                </a:path>
              </a:pathLst>
            </a:custGeom>
            <a:solidFill>
              <a:srgbClr val="61AE67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84" name="任意多边形: 形状 283">
              <a:extLst>
                <a:ext uri="{FF2B5EF4-FFF2-40B4-BE49-F238E27FC236}">
                  <a16:creationId xmlns:a16="http://schemas.microsoft.com/office/drawing/2014/main" id="{3E34929E-1230-42B0-DBF0-563BB78246BC}"/>
                </a:ext>
              </a:extLst>
            </p:cNvPr>
            <p:cNvSpPr/>
            <p:nvPr/>
          </p:nvSpPr>
          <p:spPr>
            <a:xfrm>
              <a:off x="4255914" y="5910060"/>
              <a:ext cx="805" cy="636"/>
            </a:xfrm>
            <a:custGeom>
              <a:avLst/>
              <a:gdLst>
                <a:gd name="connsiteX0" fmla="*/ 490 w 805"/>
                <a:gd name="connsiteY0" fmla="*/ -497 h 636"/>
                <a:gd name="connsiteX1" fmla="*/ 490 w 805"/>
                <a:gd name="connsiteY1" fmla="*/ -497 h 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05" h="636">
                  <a:moveTo>
                    <a:pt x="490" y="-497"/>
                  </a:moveTo>
                  <a:cubicBezTo>
                    <a:pt x="-946" y="985"/>
                    <a:pt x="1844" y="-911"/>
                    <a:pt x="490" y="-497"/>
                  </a:cubicBezTo>
                  <a:close/>
                </a:path>
              </a:pathLst>
            </a:custGeom>
            <a:solidFill>
              <a:srgbClr val="61AE67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85" name="任意多边形: 形状 284">
              <a:extLst>
                <a:ext uri="{FF2B5EF4-FFF2-40B4-BE49-F238E27FC236}">
                  <a16:creationId xmlns:a16="http://schemas.microsoft.com/office/drawing/2014/main" id="{2B4C2F90-1704-4344-7C57-96A4BB3302DB}"/>
                </a:ext>
              </a:extLst>
            </p:cNvPr>
            <p:cNvSpPr/>
            <p:nvPr/>
          </p:nvSpPr>
          <p:spPr>
            <a:xfrm>
              <a:off x="4100940" y="5910231"/>
              <a:ext cx="363980" cy="432599"/>
            </a:xfrm>
            <a:custGeom>
              <a:avLst/>
              <a:gdLst>
                <a:gd name="connsiteX0" fmla="*/ 144463 w 363980"/>
                <a:gd name="connsiteY0" fmla="*/ 342 h 432599"/>
                <a:gd name="connsiteX1" fmla="*/ 123862 w 363980"/>
                <a:gd name="connsiteY1" fmla="*/ 38224 h 432599"/>
                <a:gd name="connsiteX2" fmla="*/ 86277 w 363980"/>
                <a:gd name="connsiteY2" fmla="*/ 70900 h 432599"/>
                <a:gd name="connsiteX3" fmla="*/ 47086 w 363980"/>
                <a:gd name="connsiteY3" fmla="*/ 83160 h 432599"/>
                <a:gd name="connsiteX4" fmla="*/ 25292 w 363980"/>
                <a:gd name="connsiteY4" fmla="*/ 122775 h 432599"/>
                <a:gd name="connsiteX5" fmla="*/ 789 w 363980"/>
                <a:gd name="connsiteY5" fmla="*/ 162365 h 432599"/>
                <a:gd name="connsiteX6" fmla="*/ 15039 w 363980"/>
                <a:gd name="connsiteY6" fmla="*/ 190821 h 432599"/>
                <a:gd name="connsiteX7" fmla="*/ 24913 w 363980"/>
                <a:gd name="connsiteY7" fmla="*/ 259994 h 432599"/>
                <a:gd name="connsiteX8" fmla="*/ 27261 w 363980"/>
                <a:gd name="connsiteY8" fmla="*/ 391553 h 432599"/>
                <a:gd name="connsiteX9" fmla="*/ 119458 w 363980"/>
                <a:gd name="connsiteY9" fmla="*/ 426103 h 432599"/>
                <a:gd name="connsiteX10" fmla="*/ 191083 w 363980"/>
                <a:gd name="connsiteY10" fmla="*/ 428181 h 432599"/>
                <a:gd name="connsiteX11" fmla="*/ 265275 w 363980"/>
                <a:gd name="connsiteY11" fmla="*/ 411081 h 432599"/>
                <a:gd name="connsiteX12" fmla="*/ 315603 w 363980"/>
                <a:gd name="connsiteY12" fmla="*/ 387516 h 432599"/>
                <a:gd name="connsiteX13" fmla="*/ 334920 w 363980"/>
                <a:gd name="connsiteY13" fmla="*/ 309164 h 432599"/>
                <a:gd name="connsiteX14" fmla="*/ 333691 w 363980"/>
                <a:gd name="connsiteY14" fmla="*/ 248667 h 432599"/>
                <a:gd name="connsiteX15" fmla="*/ 363518 w 363980"/>
                <a:gd name="connsiteY15" fmla="*/ 182000 h 432599"/>
                <a:gd name="connsiteX16" fmla="*/ 330095 w 363980"/>
                <a:gd name="connsiteY16" fmla="*/ 88812 h 432599"/>
                <a:gd name="connsiteX17" fmla="*/ 290092 w 363980"/>
                <a:gd name="connsiteY17" fmla="*/ 54089 h 432599"/>
                <a:gd name="connsiteX18" fmla="*/ 241496 w 363980"/>
                <a:gd name="connsiteY18" fmla="*/ 35337 h 432599"/>
                <a:gd name="connsiteX19" fmla="*/ 154617 w 363980"/>
                <a:gd name="connsiteY19" fmla="*/ 1201 h 432599"/>
                <a:gd name="connsiteX20" fmla="*/ 144463 w 363980"/>
                <a:gd name="connsiteY20" fmla="*/ 339 h 432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63980" h="432599">
                  <a:moveTo>
                    <a:pt x="144463" y="342"/>
                  </a:moveTo>
                  <a:cubicBezTo>
                    <a:pt x="134958" y="11477"/>
                    <a:pt x="135372" y="28458"/>
                    <a:pt x="123862" y="38224"/>
                  </a:cubicBezTo>
                  <a:cubicBezTo>
                    <a:pt x="105819" y="40002"/>
                    <a:pt x="93282" y="55416"/>
                    <a:pt x="86277" y="70900"/>
                  </a:cubicBezTo>
                  <a:cubicBezTo>
                    <a:pt x="77502" y="83033"/>
                    <a:pt x="60967" y="85591"/>
                    <a:pt x="47086" y="83160"/>
                  </a:cubicBezTo>
                  <a:cubicBezTo>
                    <a:pt x="29991" y="87035"/>
                    <a:pt x="23354" y="107113"/>
                    <a:pt x="25292" y="122775"/>
                  </a:cubicBezTo>
                  <a:cubicBezTo>
                    <a:pt x="24645" y="139538"/>
                    <a:pt x="8183" y="148803"/>
                    <a:pt x="789" y="162365"/>
                  </a:cubicBezTo>
                  <a:cubicBezTo>
                    <a:pt x="-2381" y="173820"/>
                    <a:pt x="5344" y="185278"/>
                    <a:pt x="15039" y="190821"/>
                  </a:cubicBezTo>
                  <a:cubicBezTo>
                    <a:pt x="29399" y="211020"/>
                    <a:pt x="23239" y="236949"/>
                    <a:pt x="24913" y="259994"/>
                  </a:cubicBezTo>
                  <a:cubicBezTo>
                    <a:pt x="26002" y="303841"/>
                    <a:pt x="21293" y="347903"/>
                    <a:pt x="27261" y="391553"/>
                  </a:cubicBezTo>
                  <a:cubicBezTo>
                    <a:pt x="41841" y="425417"/>
                    <a:pt x="86221" y="441669"/>
                    <a:pt x="119458" y="426103"/>
                  </a:cubicBezTo>
                  <a:cubicBezTo>
                    <a:pt x="142709" y="420134"/>
                    <a:pt x="168882" y="416827"/>
                    <a:pt x="191083" y="428181"/>
                  </a:cubicBezTo>
                  <a:cubicBezTo>
                    <a:pt x="217288" y="433379"/>
                    <a:pt x="240984" y="418005"/>
                    <a:pt x="265275" y="411081"/>
                  </a:cubicBezTo>
                  <a:cubicBezTo>
                    <a:pt x="282567" y="404450"/>
                    <a:pt x="300063" y="397742"/>
                    <a:pt x="315603" y="387516"/>
                  </a:cubicBezTo>
                  <a:cubicBezTo>
                    <a:pt x="325379" y="362241"/>
                    <a:pt x="321317" y="333225"/>
                    <a:pt x="334920" y="309164"/>
                  </a:cubicBezTo>
                  <a:cubicBezTo>
                    <a:pt x="342487" y="289002"/>
                    <a:pt x="323345" y="268468"/>
                    <a:pt x="333691" y="248667"/>
                  </a:cubicBezTo>
                  <a:cubicBezTo>
                    <a:pt x="344404" y="226943"/>
                    <a:pt x="364194" y="207798"/>
                    <a:pt x="363518" y="182000"/>
                  </a:cubicBezTo>
                  <a:cubicBezTo>
                    <a:pt x="366629" y="148215"/>
                    <a:pt x="356106" y="111691"/>
                    <a:pt x="330095" y="88812"/>
                  </a:cubicBezTo>
                  <a:cubicBezTo>
                    <a:pt x="314528" y="80548"/>
                    <a:pt x="295677" y="72459"/>
                    <a:pt x="290092" y="54089"/>
                  </a:cubicBezTo>
                  <a:cubicBezTo>
                    <a:pt x="280854" y="37246"/>
                    <a:pt x="259332" y="31456"/>
                    <a:pt x="241496" y="35337"/>
                  </a:cubicBezTo>
                  <a:cubicBezTo>
                    <a:pt x="209326" y="33900"/>
                    <a:pt x="184646" y="9791"/>
                    <a:pt x="154617" y="1201"/>
                  </a:cubicBezTo>
                  <a:cubicBezTo>
                    <a:pt x="151412" y="23"/>
                    <a:pt x="147730" y="-1593"/>
                    <a:pt x="144463" y="339"/>
                  </a:cubicBezTo>
                  <a:close/>
                </a:path>
              </a:pathLst>
            </a:custGeom>
            <a:solidFill>
              <a:srgbClr val="61AE67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86" name="任意多边形: 形状 285">
              <a:extLst>
                <a:ext uri="{FF2B5EF4-FFF2-40B4-BE49-F238E27FC236}">
                  <a16:creationId xmlns:a16="http://schemas.microsoft.com/office/drawing/2014/main" id="{0F50E6EC-BCB6-5C60-DE47-05A4579A3DBF}"/>
                </a:ext>
              </a:extLst>
            </p:cNvPr>
            <p:cNvSpPr/>
            <p:nvPr/>
          </p:nvSpPr>
          <p:spPr>
            <a:xfrm>
              <a:off x="4148097" y="5966640"/>
              <a:ext cx="224787" cy="321138"/>
            </a:xfrm>
            <a:custGeom>
              <a:avLst/>
              <a:gdLst>
                <a:gd name="connsiteX0" fmla="*/ 98385 w 224787"/>
                <a:gd name="connsiteY0" fmla="*/ -156 h 321138"/>
                <a:gd name="connsiteX1" fmla="*/ 33694 w 224787"/>
                <a:gd name="connsiteY1" fmla="*/ 79116 h 321138"/>
                <a:gd name="connsiteX2" fmla="*/ 14084 w 224787"/>
                <a:gd name="connsiteY2" fmla="*/ 149917 h 321138"/>
                <a:gd name="connsiteX3" fmla="*/ 414 w 224787"/>
                <a:gd name="connsiteY3" fmla="*/ 181715 h 321138"/>
                <a:gd name="connsiteX4" fmla="*/ 22678 w 224787"/>
                <a:gd name="connsiteY4" fmla="*/ 215420 h 321138"/>
                <a:gd name="connsiteX5" fmla="*/ 9762 w 224787"/>
                <a:gd name="connsiteY5" fmla="*/ 278031 h 321138"/>
                <a:gd name="connsiteX6" fmla="*/ 62225 w 224787"/>
                <a:gd name="connsiteY6" fmla="*/ 318939 h 321138"/>
                <a:gd name="connsiteX7" fmla="*/ 135214 w 224787"/>
                <a:gd name="connsiteY7" fmla="*/ 300192 h 321138"/>
                <a:gd name="connsiteX8" fmla="*/ 217010 w 224787"/>
                <a:gd name="connsiteY8" fmla="*/ 232697 h 321138"/>
                <a:gd name="connsiteX9" fmla="*/ 216519 w 224787"/>
                <a:gd name="connsiteY9" fmla="*/ 180837 h 321138"/>
                <a:gd name="connsiteX10" fmla="*/ 207520 w 224787"/>
                <a:gd name="connsiteY10" fmla="*/ 127455 h 321138"/>
                <a:gd name="connsiteX11" fmla="*/ 186226 w 224787"/>
                <a:gd name="connsiteY11" fmla="*/ 73608 h 321138"/>
                <a:gd name="connsiteX12" fmla="*/ 174638 w 224787"/>
                <a:gd name="connsiteY12" fmla="*/ 53290 h 321138"/>
                <a:gd name="connsiteX13" fmla="*/ 128165 w 224787"/>
                <a:gd name="connsiteY13" fmla="*/ 70706 h 321138"/>
                <a:gd name="connsiteX14" fmla="*/ 118786 w 224787"/>
                <a:gd name="connsiteY14" fmla="*/ 49839 h 321138"/>
                <a:gd name="connsiteX15" fmla="*/ 104116 w 224787"/>
                <a:gd name="connsiteY15" fmla="*/ 401 h 321138"/>
                <a:gd name="connsiteX16" fmla="*/ 98383 w 224787"/>
                <a:gd name="connsiteY16" fmla="*/ -151 h 32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24787" h="321138">
                  <a:moveTo>
                    <a:pt x="98385" y="-156"/>
                  </a:moveTo>
                  <a:cubicBezTo>
                    <a:pt x="80393" y="29136"/>
                    <a:pt x="45692" y="45749"/>
                    <a:pt x="33694" y="79116"/>
                  </a:cubicBezTo>
                  <a:cubicBezTo>
                    <a:pt x="29857" y="103161"/>
                    <a:pt x="31673" y="130692"/>
                    <a:pt x="14084" y="149917"/>
                  </a:cubicBezTo>
                  <a:cubicBezTo>
                    <a:pt x="7553" y="159178"/>
                    <a:pt x="-1863" y="169730"/>
                    <a:pt x="414" y="181715"/>
                  </a:cubicBezTo>
                  <a:cubicBezTo>
                    <a:pt x="6665" y="193618"/>
                    <a:pt x="23328" y="200209"/>
                    <a:pt x="22678" y="215420"/>
                  </a:cubicBezTo>
                  <a:cubicBezTo>
                    <a:pt x="17367" y="235922"/>
                    <a:pt x="3351" y="256091"/>
                    <a:pt x="9762" y="278031"/>
                  </a:cubicBezTo>
                  <a:cubicBezTo>
                    <a:pt x="19802" y="299154"/>
                    <a:pt x="42825" y="308461"/>
                    <a:pt x="62225" y="318939"/>
                  </a:cubicBezTo>
                  <a:cubicBezTo>
                    <a:pt x="88203" y="325561"/>
                    <a:pt x="112559" y="310702"/>
                    <a:pt x="135214" y="300192"/>
                  </a:cubicBezTo>
                  <a:cubicBezTo>
                    <a:pt x="168650" y="287285"/>
                    <a:pt x="200704" y="265582"/>
                    <a:pt x="217010" y="232697"/>
                  </a:cubicBezTo>
                  <a:cubicBezTo>
                    <a:pt x="227308" y="217434"/>
                    <a:pt x="227794" y="195719"/>
                    <a:pt x="216519" y="180837"/>
                  </a:cubicBezTo>
                  <a:cubicBezTo>
                    <a:pt x="207821" y="164545"/>
                    <a:pt x="205086" y="145614"/>
                    <a:pt x="207520" y="127455"/>
                  </a:cubicBezTo>
                  <a:cubicBezTo>
                    <a:pt x="206169" y="107488"/>
                    <a:pt x="187898" y="93593"/>
                    <a:pt x="186226" y="73608"/>
                  </a:cubicBezTo>
                  <a:cubicBezTo>
                    <a:pt x="184329" y="66387"/>
                    <a:pt x="182797" y="55359"/>
                    <a:pt x="174638" y="53290"/>
                  </a:cubicBezTo>
                  <a:cubicBezTo>
                    <a:pt x="156988" y="51729"/>
                    <a:pt x="144510" y="67969"/>
                    <a:pt x="128165" y="70706"/>
                  </a:cubicBezTo>
                  <a:cubicBezTo>
                    <a:pt x="118972" y="68837"/>
                    <a:pt x="116205" y="57728"/>
                    <a:pt x="118786" y="49839"/>
                  </a:cubicBezTo>
                  <a:cubicBezTo>
                    <a:pt x="118700" y="32690"/>
                    <a:pt x="118596" y="12267"/>
                    <a:pt x="104116" y="401"/>
                  </a:cubicBezTo>
                  <a:cubicBezTo>
                    <a:pt x="102473" y="-611"/>
                    <a:pt x="100178" y="-866"/>
                    <a:pt x="98383" y="-151"/>
                  </a:cubicBezTo>
                  <a:close/>
                </a:path>
              </a:pathLst>
            </a:custGeom>
            <a:solidFill>
              <a:srgbClr val="61AE67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87" name="任意多边形: 形状 286">
              <a:extLst>
                <a:ext uri="{FF2B5EF4-FFF2-40B4-BE49-F238E27FC236}">
                  <a16:creationId xmlns:a16="http://schemas.microsoft.com/office/drawing/2014/main" id="{E8558B81-E881-77E8-9391-7827DD143A52}"/>
                </a:ext>
              </a:extLst>
            </p:cNvPr>
            <p:cNvSpPr/>
            <p:nvPr/>
          </p:nvSpPr>
          <p:spPr>
            <a:xfrm>
              <a:off x="4286968" y="6341384"/>
              <a:ext cx="43709" cy="106642"/>
            </a:xfrm>
            <a:custGeom>
              <a:avLst/>
              <a:gdLst>
                <a:gd name="connsiteX0" fmla="*/ 4521 w 43709"/>
                <a:gd name="connsiteY0" fmla="*/ 53 h 106642"/>
                <a:gd name="connsiteX1" fmla="*/ 4323 w 43709"/>
                <a:gd name="connsiteY1" fmla="*/ 28914 h 106642"/>
                <a:gd name="connsiteX2" fmla="*/ 16699 w 43709"/>
                <a:gd name="connsiteY2" fmla="*/ 106085 h 106642"/>
                <a:gd name="connsiteX3" fmla="*/ 38845 w 43709"/>
                <a:gd name="connsiteY3" fmla="*/ 66821 h 106642"/>
                <a:gd name="connsiteX4" fmla="*/ 43684 w 43709"/>
                <a:gd name="connsiteY4" fmla="*/ 11064 h 106642"/>
                <a:gd name="connsiteX5" fmla="*/ 13039 w 43709"/>
                <a:gd name="connsiteY5" fmla="*/ -549 h 106642"/>
                <a:gd name="connsiteX6" fmla="*/ 4521 w 43709"/>
                <a:gd name="connsiteY6" fmla="*/ 54 h 106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709" h="106642">
                  <a:moveTo>
                    <a:pt x="4521" y="53"/>
                  </a:moveTo>
                  <a:cubicBezTo>
                    <a:pt x="-3780" y="7452"/>
                    <a:pt x="1551" y="19930"/>
                    <a:pt x="4323" y="28914"/>
                  </a:cubicBezTo>
                  <a:cubicBezTo>
                    <a:pt x="10313" y="54266"/>
                    <a:pt x="12806" y="80333"/>
                    <a:pt x="16699" y="106085"/>
                  </a:cubicBezTo>
                  <a:cubicBezTo>
                    <a:pt x="33277" y="101903"/>
                    <a:pt x="41767" y="82733"/>
                    <a:pt x="38845" y="66821"/>
                  </a:cubicBezTo>
                  <a:cubicBezTo>
                    <a:pt x="38465" y="48092"/>
                    <a:pt x="44592" y="29689"/>
                    <a:pt x="43684" y="11064"/>
                  </a:cubicBezTo>
                  <a:cubicBezTo>
                    <a:pt x="39311" y="-1115"/>
                    <a:pt x="23749" y="-569"/>
                    <a:pt x="13039" y="-549"/>
                  </a:cubicBezTo>
                  <a:cubicBezTo>
                    <a:pt x="10190" y="-282"/>
                    <a:pt x="7286" y="-938"/>
                    <a:pt x="4521" y="54"/>
                  </a:cubicBezTo>
                  <a:close/>
                </a:path>
              </a:pathLst>
            </a:custGeom>
            <a:solidFill>
              <a:srgbClr val="61AE67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88" name="任意多边形: 形状 287">
              <a:extLst>
                <a:ext uri="{FF2B5EF4-FFF2-40B4-BE49-F238E27FC236}">
                  <a16:creationId xmlns:a16="http://schemas.microsoft.com/office/drawing/2014/main" id="{6F19D8DE-2906-6CA0-7727-FC6B492CAF7D}"/>
                </a:ext>
              </a:extLst>
            </p:cNvPr>
            <p:cNvSpPr/>
            <p:nvPr/>
          </p:nvSpPr>
          <p:spPr>
            <a:xfrm>
              <a:off x="3555859" y="6622971"/>
              <a:ext cx="2748610" cy="350024"/>
            </a:xfrm>
            <a:custGeom>
              <a:avLst/>
              <a:gdLst>
                <a:gd name="connsiteX0" fmla="*/ 1174021 w 2748610"/>
                <a:gd name="connsiteY0" fmla="*/ -317 h 350024"/>
                <a:gd name="connsiteX1" fmla="*/ 1154109 w 2748610"/>
                <a:gd name="connsiteY1" fmla="*/ 6801 h 350024"/>
                <a:gd name="connsiteX2" fmla="*/ 1119719 w 2748610"/>
                <a:gd name="connsiteY2" fmla="*/ 8930 h 350024"/>
                <a:gd name="connsiteX3" fmla="*/ 1004118 w 2748610"/>
                <a:gd name="connsiteY3" fmla="*/ 13046 h 350024"/>
                <a:gd name="connsiteX4" fmla="*/ 980414 w 2748610"/>
                <a:gd name="connsiteY4" fmla="*/ 14917 h 350024"/>
                <a:gd name="connsiteX5" fmla="*/ 968432 w 2748610"/>
                <a:gd name="connsiteY5" fmla="*/ 21239 h 350024"/>
                <a:gd name="connsiteX6" fmla="*/ 947151 w 2748610"/>
                <a:gd name="connsiteY6" fmla="*/ 17817 h 350024"/>
                <a:gd name="connsiteX7" fmla="*/ 927206 w 2748610"/>
                <a:gd name="connsiteY7" fmla="*/ 20431 h 350024"/>
                <a:gd name="connsiteX8" fmla="*/ 912752 w 2748610"/>
                <a:gd name="connsiteY8" fmla="*/ 22152 h 350024"/>
                <a:gd name="connsiteX9" fmla="*/ 870891 w 2748610"/>
                <a:gd name="connsiteY9" fmla="*/ 23665 h 350024"/>
                <a:gd name="connsiteX10" fmla="*/ 849102 w 2748610"/>
                <a:gd name="connsiteY10" fmla="*/ 28202 h 350024"/>
                <a:gd name="connsiteX11" fmla="*/ 826702 w 2748610"/>
                <a:gd name="connsiteY11" fmla="*/ 27168 h 350024"/>
                <a:gd name="connsiteX12" fmla="*/ 804337 w 2748610"/>
                <a:gd name="connsiteY12" fmla="*/ 31479 h 350024"/>
                <a:gd name="connsiteX13" fmla="*/ 786284 w 2748610"/>
                <a:gd name="connsiteY13" fmla="*/ 30936 h 350024"/>
                <a:gd name="connsiteX14" fmla="*/ 763311 w 2748610"/>
                <a:gd name="connsiteY14" fmla="*/ 36011 h 350024"/>
                <a:gd name="connsiteX15" fmla="*/ 734281 w 2748610"/>
                <a:gd name="connsiteY15" fmla="*/ 40098 h 350024"/>
                <a:gd name="connsiteX16" fmla="*/ 575123 w 2748610"/>
                <a:gd name="connsiteY16" fmla="*/ 64360 h 350024"/>
                <a:gd name="connsiteX17" fmla="*/ 346157 w 2748610"/>
                <a:gd name="connsiteY17" fmla="*/ 115816 h 350024"/>
                <a:gd name="connsiteX18" fmla="*/ 190838 w 2748610"/>
                <a:gd name="connsiteY18" fmla="*/ 166564 h 350024"/>
                <a:gd name="connsiteX19" fmla="*/ 2729 w 2748610"/>
                <a:gd name="connsiteY19" fmla="*/ 248920 h 350024"/>
                <a:gd name="connsiteX20" fmla="*/ 10004 w 2748610"/>
                <a:gd name="connsiteY20" fmla="*/ 265895 h 350024"/>
                <a:gd name="connsiteX21" fmla="*/ 247388 w 2748610"/>
                <a:gd name="connsiteY21" fmla="*/ 347539 h 350024"/>
                <a:gd name="connsiteX22" fmla="*/ 309105 w 2748610"/>
                <a:gd name="connsiteY22" fmla="*/ 336303 h 350024"/>
                <a:gd name="connsiteX23" fmla="*/ 505599 w 2748610"/>
                <a:gd name="connsiteY23" fmla="*/ 271694 h 350024"/>
                <a:gd name="connsiteX24" fmla="*/ 666919 w 2748610"/>
                <a:gd name="connsiteY24" fmla="*/ 224670 h 350024"/>
                <a:gd name="connsiteX25" fmla="*/ 801374 w 2748610"/>
                <a:gd name="connsiteY25" fmla="*/ 195570 h 350024"/>
                <a:gd name="connsiteX26" fmla="*/ 831609 w 2748610"/>
                <a:gd name="connsiteY26" fmla="*/ 180991 h 350024"/>
                <a:gd name="connsiteX27" fmla="*/ 904478 w 2748610"/>
                <a:gd name="connsiteY27" fmla="*/ 163446 h 350024"/>
                <a:gd name="connsiteX28" fmla="*/ 1022949 w 2748610"/>
                <a:gd name="connsiteY28" fmla="*/ 140331 h 350024"/>
                <a:gd name="connsiteX29" fmla="*/ 1138992 w 2748610"/>
                <a:gd name="connsiteY29" fmla="*/ 124974 h 350024"/>
                <a:gd name="connsiteX30" fmla="*/ 1167633 w 2748610"/>
                <a:gd name="connsiteY30" fmla="*/ 116421 h 350024"/>
                <a:gd name="connsiteX31" fmla="*/ 1196115 w 2748610"/>
                <a:gd name="connsiteY31" fmla="*/ 116085 h 350024"/>
                <a:gd name="connsiteX32" fmla="*/ 1216594 w 2748610"/>
                <a:gd name="connsiteY32" fmla="*/ 114199 h 350024"/>
                <a:gd name="connsiteX33" fmla="*/ 1242461 w 2748610"/>
                <a:gd name="connsiteY33" fmla="*/ 103960 h 350024"/>
                <a:gd name="connsiteX34" fmla="*/ 1295146 w 2748610"/>
                <a:gd name="connsiteY34" fmla="*/ 101143 h 350024"/>
                <a:gd name="connsiteX35" fmla="*/ 1419383 w 2748610"/>
                <a:gd name="connsiteY35" fmla="*/ 90497 h 350024"/>
                <a:gd name="connsiteX36" fmla="*/ 1474988 w 2748610"/>
                <a:gd name="connsiteY36" fmla="*/ 87436 h 350024"/>
                <a:gd name="connsiteX37" fmla="*/ 1538032 w 2748610"/>
                <a:gd name="connsiteY37" fmla="*/ 84543 h 350024"/>
                <a:gd name="connsiteX38" fmla="*/ 1623262 w 2748610"/>
                <a:gd name="connsiteY38" fmla="*/ 84293 h 350024"/>
                <a:gd name="connsiteX39" fmla="*/ 1884886 w 2748610"/>
                <a:gd name="connsiteY39" fmla="*/ 90216 h 350024"/>
                <a:gd name="connsiteX40" fmla="*/ 2198625 w 2748610"/>
                <a:gd name="connsiteY40" fmla="*/ 113951 h 350024"/>
                <a:gd name="connsiteX41" fmla="*/ 2426101 w 2748610"/>
                <a:gd name="connsiteY41" fmla="*/ 139200 h 350024"/>
                <a:gd name="connsiteX42" fmla="*/ 2748677 w 2748610"/>
                <a:gd name="connsiteY42" fmla="*/ 184528 h 350024"/>
                <a:gd name="connsiteX43" fmla="*/ 2333082 w 2748610"/>
                <a:gd name="connsiteY43" fmla="*/ 85164 h 350024"/>
                <a:gd name="connsiteX44" fmla="*/ 2020705 w 2748610"/>
                <a:gd name="connsiteY44" fmla="*/ 44721 h 350024"/>
                <a:gd name="connsiteX45" fmla="*/ 1728205 w 2748610"/>
                <a:gd name="connsiteY45" fmla="*/ 20617 h 350024"/>
                <a:gd name="connsiteX46" fmla="*/ 1577385 w 2748610"/>
                <a:gd name="connsiteY46" fmla="*/ 11541 h 350024"/>
                <a:gd name="connsiteX47" fmla="*/ 1538315 w 2748610"/>
                <a:gd name="connsiteY47" fmla="*/ 12352 h 350024"/>
                <a:gd name="connsiteX48" fmla="*/ 1518390 w 2748610"/>
                <a:gd name="connsiteY48" fmla="*/ 6969 h 350024"/>
                <a:gd name="connsiteX49" fmla="*/ 1494583 w 2748610"/>
                <a:gd name="connsiteY49" fmla="*/ 9252 h 350024"/>
                <a:gd name="connsiteX50" fmla="*/ 1471492 w 2748610"/>
                <a:gd name="connsiteY50" fmla="*/ 9925 h 350024"/>
                <a:gd name="connsiteX51" fmla="*/ 1447996 w 2748610"/>
                <a:gd name="connsiteY51" fmla="*/ 7002 h 350024"/>
                <a:gd name="connsiteX52" fmla="*/ 1430448 w 2748610"/>
                <a:gd name="connsiteY52" fmla="*/ 1302 h 350024"/>
                <a:gd name="connsiteX53" fmla="*/ 1407618 w 2748610"/>
                <a:gd name="connsiteY53" fmla="*/ 4719 h 350024"/>
                <a:gd name="connsiteX54" fmla="*/ 1387154 w 2748610"/>
                <a:gd name="connsiteY54" fmla="*/ 3458 h 350024"/>
                <a:gd name="connsiteX55" fmla="*/ 1367061 w 2748610"/>
                <a:gd name="connsiteY55" fmla="*/ 6065 h 350024"/>
                <a:gd name="connsiteX56" fmla="*/ 1343504 w 2748610"/>
                <a:gd name="connsiteY56" fmla="*/ 224 h 350024"/>
                <a:gd name="connsiteX57" fmla="*/ 1325784 w 2748610"/>
                <a:gd name="connsiteY57" fmla="*/ 7126 h 350024"/>
                <a:gd name="connsiteX58" fmla="*/ 1306589 w 2748610"/>
                <a:gd name="connsiteY58" fmla="*/ 8307 h 350024"/>
                <a:gd name="connsiteX59" fmla="*/ 1284225 w 2748610"/>
                <a:gd name="connsiteY59" fmla="*/ 2918 h 350024"/>
                <a:gd name="connsiteX60" fmla="*/ 1262400 w 2748610"/>
                <a:gd name="connsiteY60" fmla="*/ 6691 h 350024"/>
                <a:gd name="connsiteX61" fmla="*/ 1244886 w 2748610"/>
                <a:gd name="connsiteY61" fmla="*/ 5073 h 350024"/>
                <a:gd name="connsiteX62" fmla="*/ 1228612 w 2748610"/>
                <a:gd name="connsiteY62" fmla="*/ 3459 h 350024"/>
                <a:gd name="connsiteX63" fmla="*/ 1206893 w 2748610"/>
                <a:gd name="connsiteY63" fmla="*/ 8038 h 350024"/>
                <a:gd name="connsiteX64" fmla="*/ 1177524 w 2748610"/>
                <a:gd name="connsiteY64" fmla="*/ -46 h 350024"/>
                <a:gd name="connsiteX65" fmla="*/ 1174021 w 2748610"/>
                <a:gd name="connsiteY65" fmla="*/ -313 h 350024"/>
                <a:gd name="connsiteX66" fmla="*/ 1549093 w 2748610"/>
                <a:gd name="connsiteY66" fmla="*/ 81058 h 350024"/>
                <a:gd name="connsiteX67" fmla="*/ 1549093 w 2748610"/>
                <a:gd name="connsiteY67" fmla="*/ 81058 h 350024"/>
                <a:gd name="connsiteX68" fmla="*/ 1486581 w 2748610"/>
                <a:gd name="connsiteY68" fmla="*/ 84829 h 350024"/>
                <a:gd name="connsiteX69" fmla="*/ 1486581 w 2748610"/>
                <a:gd name="connsiteY69" fmla="*/ 84829 h 350024"/>
                <a:gd name="connsiteX70" fmla="*/ 1571996 w 2748610"/>
                <a:gd name="connsiteY70" fmla="*/ 89140 h 350024"/>
                <a:gd name="connsiteX71" fmla="*/ 1571996 w 2748610"/>
                <a:gd name="connsiteY71" fmla="*/ 89140 h 350024"/>
                <a:gd name="connsiteX72" fmla="*/ 1530231 w 2748610"/>
                <a:gd name="connsiteY72" fmla="*/ 89408 h 350024"/>
                <a:gd name="connsiteX73" fmla="*/ 1530231 w 2748610"/>
                <a:gd name="connsiteY73" fmla="*/ 89408 h 350024"/>
                <a:gd name="connsiteX74" fmla="*/ 1532118 w 2748610"/>
                <a:gd name="connsiteY74" fmla="*/ 90755 h 350024"/>
                <a:gd name="connsiteX75" fmla="*/ 1532118 w 2748610"/>
                <a:gd name="connsiteY75" fmla="*/ 90755 h 350024"/>
                <a:gd name="connsiteX76" fmla="*/ 1353204 w 2748610"/>
                <a:gd name="connsiteY76" fmla="*/ 96413 h 350024"/>
                <a:gd name="connsiteX77" fmla="*/ 1354282 w 2748610"/>
                <a:gd name="connsiteY77" fmla="*/ 95603 h 350024"/>
                <a:gd name="connsiteX78" fmla="*/ 1353204 w 2748610"/>
                <a:gd name="connsiteY78" fmla="*/ 96413 h 350024"/>
                <a:gd name="connsiteX79" fmla="*/ 1283417 w 2748610"/>
                <a:gd name="connsiteY79" fmla="*/ 101533 h 350024"/>
                <a:gd name="connsiteX80" fmla="*/ 1283417 w 2748610"/>
                <a:gd name="connsiteY80" fmla="*/ 101533 h 350024"/>
                <a:gd name="connsiteX81" fmla="*/ 1276681 w 2748610"/>
                <a:gd name="connsiteY81" fmla="*/ 101266 h 350024"/>
                <a:gd name="connsiteX82" fmla="*/ 1276681 w 2748610"/>
                <a:gd name="connsiteY82" fmla="*/ 101266 h 350024"/>
                <a:gd name="connsiteX83" fmla="*/ 1246772 w 2748610"/>
                <a:gd name="connsiteY83" fmla="*/ 105847 h 350024"/>
                <a:gd name="connsiteX84" fmla="*/ 1246772 w 2748610"/>
                <a:gd name="connsiteY84" fmla="*/ 105847 h 350024"/>
                <a:gd name="connsiteX85" fmla="*/ 1219827 w 2748610"/>
                <a:gd name="connsiteY85" fmla="*/ 108272 h 350024"/>
                <a:gd name="connsiteX86" fmla="*/ 1219827 w 2748610"/>
                <a:gd name="connsiteY86" fmla="*/ 108272 h 350024"/>
                <a:gd name="connsiteX87" fmla="*/ 1268328 w 2748610"/>
                <a:gd name="connsiteY87" fmla="*/ 109082 h 350024"/>
                <a:gd name="connsiteX88" fmla="*/ 1268328 w 2748610"/>
                <a:gd name="connsiteY88" fmla="*/ 109082 h 350024"/>
                <a:gd name="connsiteX89" fmla="*/ 1224946 w 2748610"/>
                <a:gd name="connsiteY89" fmla="*/ 119860 h 350024"/>
                <a:gd name="connsiteX90" fmla="*/ 1224946 w 2748610"/>
                <a:gd name="connsiteY90" fmla="*/ 119860 h 35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2748610" h="350024">
                  <a:moveTo>
                    <a:pt x="1174021" y="-317"/>
                  </a:moveTo>
                  <a:cubicBezTo>
                    <a:pt x="1171704" y="8499"/>
                    <a:pt x="1161198" y="7755"/>
                    <a:pt x="1154109" y="6801"/>
                  </a:cubicBezTo>
                  <a:cubicBezTo>
                    <a:pt x="1142870" y="9371"/>
                    <a:pt x="1131143" y="7145"/>
                    <a:pt x="1119719" y="8930"/>
                  </a:cubicBezTo>
                  <a:cubicBezTo>
                    <a:pt x="1081312" y="12215"/>
                    <a:pt x="1042659" y="15731"/>
                    <a:pt x="1004118" y="13046"/>
                  </a:cubicBezTo>
                  <a:cubicBezTo>
                    <a:pt x="996278" y="11725"/>
                    <a:pt x="986767" y="11139"/>
                    <a:pt x="980414" y="14917"/>
                  </a:cubicBezTo>
                  <a:cubicBezTo>
                    <a:pt x="977162" y="18207"/>
                    <a:pt x="969988" y="14262"/>
                    <a:pt x="968432" y="21239"/>
                  </a:cubicBezTo>
                  <a:cubicBezTo>
                    <a:pt x="960643" y="19877"/>
                    <a:pt x="954980" y="18664"/>
                    <a:pt x="947151" y="17817"/>
                  </a:cubicBezTo>
                  <a:cubicBezTo>
                    <a:pt x="939470" y="16141"/>
                    <a:pt x="933973" y="23399"/>
                    <a:pt x="927206" y="20431"/>
                  </a:cubicBezTo>
                  <a:cubicBezTo>
                    <a:pt x="920401" y="18199"/>
                    <a:pt x="920777" y="23374"/>
                    <a:pt x="912752" y="22152"/>
                  </a:cubicBezTo>
                  <a:lnTo>
                    <a:pt x="870891" y="23665"/>
                  </a:lnTo>
                  <a:cubicBezTo>
                    <a:pt x="864271" y="25113"/>
                    <a:pt x="855606" y="31813"/>
                    <a:pt x="849102" y="28202"/>
                  </a:cubicBezTo>
                  <a:cubicBezTo>
                    <a:pt x="841085" y="27512"/>
                    <a:pt x="833976" y="23764"/>
                    <a:pt x="826702" y="27168"/>
                  </a:cubicBezTo>
                  <a:cubicBezTo>
                    <a:pt x="818699" y="25611"/>
                    <a:pt x="811562" y="28642"/>
                    <a:pt x="804337" y="31479"/>
                  </a:cubicBezTo>
                  <a:cubicBezTo>
                    <a:pt x="798510" y="33324"/>
                    <a:pt x="791894" y="33677"/>
                    <a:pt x="786284" y="30936"/>
                  </a:cubicBezTo>
                  <a:cubicBezTo>
                    <a:pt x="778531" y="31298"/>
                    <a:pt x="771090" y="34898"/>
                    <a:pt x="763311" y="36011"/>
                  </a:cubicBezTo>
                  <a:cubicBezTo>
                    <a:pt x="753568" y="36913"/>
                    <a:pt x="743844" y="37797"/>
                    <a:pt x="734281" y="40098"/>
                  </a:cubicBezTo>
                  <a:cubicBezTo>
                    <a:pt x="681159" y="47710"/>
                    <a:pt x="628109" y="55834"/>
                    <a:pt x="575123" y="64360"/>
                  </a:cubicBezTo>
                  <a:cubicBezTo>
                    <a:pt x="497961" y="77420"/>
                    <a:pt x="421373" y="94140"/>
                    <a:pt x="346157" y="115816"/>
                  </a:cubicBezTo>
                  <a:cubicBezTo>
                    <a:pt x="293720" y="130616"/>
                    <a:pt x="241692" y="146950"/>
                    <a:pt x="190838" y="166564"/>
                  </a:cubicBezTo>
                  <a:cubicBezTo>
                    <a:pt x="126672" y="190540"/>
                    <a:pt x="64877" y="220250"/>
                    <a:pt x="2729" y="248920"/>
                  </a:cubicBezTo>
                  <a:cubicBezTo>
                    <a:pt x="-3547" y="254388"/>
                    <a:pt x="2250" y="265772"/>
                    <a:pt x="10004" y="265895"/>
                  </a:cubicBezTo>
                  <a:cubicBezTo>
                    <a:pt x="90433" y="289142"/>
                    <a:pt x="169437" y="317050"/>
                    <a:pt x="247388" y="347539"/>
                  </a:cubicBezTo>
                  <a:cubicBezTo>
                    <a:pt x="268675" y="354052"/>
                    <a:pt x="289255" y="342484"/>
                    <a:pt x="309105" y="336303"/>
                  </a:cubicBezTo>
                  <a:cubicBezTo>
                    <a:pt x="374439" y="314269"/>
                    <a:pt x="439785" y="292262"/>
                    <a:pt x="505599" y="271694"/>
                  </a:cubicBezTo>
                  <a:cubicBezTo>
                    <a:pt x="558941" y="254599"/>
                    <a:pt x="612824" y="239190"/>
                    <a:pt x="666919" y="224670"/>
                  </a:cubicBezTo>
                  <a:cubicBezTo>
                    <a:pt x="711278" y="212981"/>
                    <a:pt x="756128" y="203147"/>
                    <a:pt x="801374" y="195570"/>
                  </a:cubicBezTo>
                  <a:cubicBezTo>
                    <a:pt x="811320" y="190520"/>
                    <a:pt x="819655" y="180692"/>
                    <a:pt x="831609" y="180991"/>
                  </a:cubicBezTo>
                  <a:cubicBezTo>
                    <a:pt x="856078" y="175872"/>
                    <a:pt x="879686" y="167149"/>
                    <a:pt x="904478" y="163446"/>
                  </a:cubicBezTo>
                  <a:cubicBezTo>
                    <a:pt x="943911" y="155468"/>
                    <a:pt x="983347" y="147400"/>
                    <a:pt x="1022949" y="140331"/>
                  </a:cubicBezTo>
                  <a:cubicBezTo>
                    <a:pt x="1061568" y="134765"/>
                    <a:pt x="1100021" y="127595"/>
                    <a:pt x="1138992" y="124974"/>
                  </a:cubicBezTo>
                  <a:cubicBezTo>
                    <a:pt x="1149160" y="124371"/>
                    <a:pt x="1158239" y="119703"/>
                    <a:pt x="1167633" y="116421"/>
                  </a:cubicBezTo>
                  <a:cubicBezTo>
                    <a:pt x="1176936" y="113411"/>
                    <a:pt x="1186739" y="115998"/>
                    <a:pt x="1196115" y="116085"/>
                  </a:cubicBezTo>
                  <a:cubicBezTo>
                    <a:pt x="1202893" y="115265"/>
                    <a:pt x="1209800" y="111519"/>
                    <a:pt x="1216594" y="114199"/>
                  </a:cubicBezTo>
                  <a:cubicBezTo>
                    <a:pt x="1226570" y="114518"/>
                    <a:pt x="1232036" y="102100"/>
                    <a:pt x="1242461" y="103960"/>
                  </a:cubicBezTo>
                  <a:cubicBezTo>
                    <a:pt x="1260003" y="107146"/>
                    <a:pt x="1277909" y="105176"/>
                    <a:pt x="1295146" y="101143"/>
                  </a:cubicBezTo>
                  <a:cubicBezTo>
                    <a:pt x="1335871" y="91847"/>
                    <a:pt x="1377954" y="93380"/>
                    <a:pt x="1419383" y="90497"/>
                  </a:cubicBezTo>
                  <a:cubicBezTo>
                    <a:pt x="1437851" y="88392"/>
                    <a:pt x="1456388" y="87087"/>
                    <a:pt x="1474988" y="87436"/>
                  </a:cubicBezTo>
                  <a:cubicBezTo>
                    <a:pt x="1496039" y="87264"/>
                    <a:pt x="1516933" y="81646"/>
                    <a:pt x="1538032" y="84543"/>
                  </a:cubicBezTo>
                  <a:cubicBezTo>
                    <a:pt x="1566413" y="86686"/>
                    <a:pt x="1594843" y="83452"/>
                    <a:pt x="1623262" y="84293"/>
                  </a:cubicBezTo>
                  <a:cubicBezTo>
                    <a:pt x="1710507" y="84043"/>
                    <a:pt x="1797720" y="86742"/>
                    <a:pt x="1884886" y="90216"/>
                  </a:cubicBezTo>
                  <a:cubicBezTo>
                    <a:pt x="1989756" y="93749"/>
                    <a:pt x="2094144" y="104864"/>
                    <a:pt x="2198625" y="113951"/>
                  </a:cubicBezTo>
                  <a:cubicBezTo>
                    <a:pt x="2274533" y="121604"/>
                    <a:pt x="2350495" y="128890"/>
                    <a:pt x="2426101" y="139200"/>
                  </a:cubicBezTo>
                  <a:cubicBezTo>
                    <a:pt x="2533838" y="152761"/>
                    <a:pt x="2641194" y="169123"/>
                    <a:pt x="2748677" y="184528"/>
                  </a:cubicBezTo>
                  <a:cubicBezTo>
                    <a:pt x="2610963" y="148204"/>
                    <a:pt x="2473662" y="109074"/>
                    <a:pt x="2333082" y="85164"/>
                  </a:cubicBezTo>
                  <a:cubicBezTo>
                    <a:pt x="2229640" y="66913"/>
                    <a:pt x="2125172" y="55258"/>
                    <a:pt x="2020705" y="44721"/>
                  </a:cubicBezTo>
                  <a:cubicBezTo>
                    <a:pt x="1923338" y="35183"/>
                    <a:pt x="1825795" y="27481"/>
                    <a:pt x="1728205" y="20617"/>
                  </a:cubicBezTo>
                  <a:cubicBezTo>
                    <a:pt x="1677941" y="17444"/>
                    <a:pt x="1627665" y="14456"/>
                    <a:pt x="1577385" y="11541"/>
                  </a:cubicBezTo>
                  <a:cubicBezTo>
                    <a:pt x="1564384" y="8222"/>
                    <a:pt x="1551278" y="16489"/>
                    <a:pt x="1538315" y="12352"/>
                  </a:cubicBezTo>
                  <a:cubicBezTo>
                    <a:pt x="1530971" y="13495"/>
                    <a:pt x="1523610" y="12438"/>
                    <a:pt x="1518390" y="6969"/>
                  </a:cubicBezTo>
                  <a:cubicBezTo>
                    <a:pt x="1510423" y="3813"/>
                    <a:pt x="1502782" y="11520"/>
                    <a:pt x="1494583" y="9252"/>
                  </a:cubicBezTo>
                  <a:cubicBezTo>
                    <a:pt x="1486648" y="6388"/>
                    <a:pt x="1479146" y="10561"/>
                    <a:pt x="1471492" y="9925"/>
                  </a:cubicBezTo>
                  <a:cubicBezTo>
                    <a:pt x="1463913" y="6975"/>
                    <a:pt x="1456178" y="3265"/>
                    <a:pt x="1447996" y="7002"/>
                  </a:cubicBezTo>
                  <a:cubicBezTo>
                    <a:pt x="1439187" y="12159"/>
                    <a:pt x="1438810" y="-159"/>
                    <a:pt x="1430448" y="1302"/>
                  </a:cubicBezTo>
                  <a:cubicBezTo>
                    <a:pt x="1422952" y="3658"/>
                    <a:pt x="1415192" y="2456"/>
                    <a:pt x="1407618" y="4719"/>
                  </a:cubicBezTo>
                  <a:cubicBezTo>
                    <a:pt x="1401154" y="9692"/>
                    <a:pt x="1393927" y="5047"/>
                    <a:pt x="1387154" y="3458"/>
                  </a:cubicBezTo>
                  <a:cubicBezTo>
                    <a:pt x="1380259" y="2433"/>
                    <a:pt x="1374169" y="8289"/>
                    <a:pt x="1367061" y="6065"/>
                  </a:cubicBezTo>
                  <a:cubicBezTo>
                    <a:pt x="1358855" y="5729"/>
                    <a:pt x="1351378" y="1717"/>
                    <a:pt x="1343504" y="224"/>
                  </a:cubicBezTo>
                  <a:cubicBezTo>
                    <a:pt x="1337167" y="1736"/>
                    <a:pt x="1333064" y="12071"/>
                    <a:pt x="1325784" y="7126"/>
                  </a:cubicBezTo>
                  <a:cubicBezTo>
                    <a:pt x="1319724" y="867"/>
                    <a:pt x="1313164" y="12037"/>
                    <a:pt x="1306589" y="8307"/>
                  </a:cubicBezTo>
                  <a:cubicBezTo>
                    <a:pt x="1299726" y="5322"/>
                    <a:pt x="1291932" y="-1890"/>
                    <a:pt x="1284225" y="2918"/>
                  </a:cubicBezTo>
                  <a:cubicBezTo>
                    <a:pt x="1278846" y="10133"/>
                    <a:pt x="1269270" y="3228"/>
                    <a:pt x="1262400" y="6691"/>
                  </a:cubicBezTo>
                  <a:cubicBezTo>
                    <a:pt x="1256687" y="6070"/>
                    <a:pt x="1249054" y="-2832"/>
                    <a:pt x="1244886" y="5073"/>
                  </a:cubicBezTo>
                  <a:cubicBezTo>
                    <a:pt x="1239053" y="11048"/>
                    <a:pt x="1234229" y="-6500"/>
                    <a:pt x="1228612" y="3459"/>
                  </a:cubicBezTo>
                  <a:cubicBezTo>
                    <a:pt x="1222559" y="7665"/>
                    <a:pt x="1214050" y="12590"/>
                    <a:pt x="1206893" y="8038"/>
                  </a:cubicBezTo>
                  <a:cubicBezTo>
                    <a:pt x="1197077" y="5278"/>
                    <a:pt x="1186248" y="5915"/>
                    <a:pt x="1177524" y="-46"/>
                  </a:cubicBezTo>
                  <a:cubicBezTo>
                    <a:pt x="1176326" y="325"/>
                    <a:pt x="1175129" y="-1110"/>
                    <a:pt x="1174021" y="-313"/>
                  </a:cubicBezTo>
                  <a:close/>
                  <a:moveTo>
                    <a:pt x="1549093" y="81058"/>
                  </a:moveTo>
                  <a:cubicBezTo>
                    <a:pt x="1549779" y="82538"/>
                    <a:pt x="1547612" y="80368"/>
                    <a:pt x="1549093" y="81058"/>
                  </a:cubicBezTo>
                  <a:close/>
                  <a:moveTo>
                    <a:pt x="1486581" y="84829"/>
                  </a:moveTo>
                  <a:cubicBezTo>
                    <a:pt x="1489871" y="87081"/>
                    <a:pt x="1481721" y="84433"/>
                    <a:pt x="1486581" y="84829"/>
                  </a:cubicBezTo>
                  <a:close/>
                  <a:moveTo>
                    <a:pt x="1571996" y="89140"/>
                  </a:moveTo>
                  <a:cubicBezTo>
                    <a:pt x="1572000" y="91899"/>
                    <a:pt x="1573153" y="87009"/>
                    <a:pt x="1571996" y="89140"/>
                  </a:cubicBezTo>
                  <a:close/>
                  <a:moveTo>
                    <a:pt x="1530231" y="89408"/>
                  </a:moveTo>
                  <a:cubicBezTo>
                    <a:pt x="1530951" y="91394"/>
                    <a:pt x="1531496" y="88084"/>
                    <a:pt x="1530231" y="89408"/>
                  </a:cubicBezTo>
                  <a:close/>
                  <a:moveTo>
                    <a:pt x="1532118" y="90755"/>
                  </a:moveTo>
                  <a:cubicBezTo>
                    <a:pt x="1530400" y="94682"/>
                    <a:pt x="1535196" y="89237"/>
                    <a:pt x="1532118" y="90755"/>
                  </a:cubicBezTo>
                  <a:close/>
                  <a:moveTo>
                    <a:pt x="1353204" y="96413"/>
                  </a:moveTo>
                  <a:lnTo>
                    <a:pt x="1354282" y="95603"/>
                  </a:lnTo>
                  <a:lnTo>
                    <a:pt x="1353204" y="96413"/>
                  </a:lnTo>
                  <a:close/>
                  <a:moveTo>
                    <a:pt x="1283417" y="101533"/>
                  </a:moveTo>
                  <a:cubicBezTo>
                    <a:pt x="1284062" y="103496"/>
                    <a:pt x="1280888" y="99797"/>
                    <a:pt x="1283417" y="101533"/>
                  </a:cubicBezTo>
                  <a:close/>
                  <a:moveTo>
                    <a:pt x="1276681" y="101266"/>
                  </a:moveTo>
                  <a:cubicBezTo>
                    <a:pt x="1278626" y="102646"/>
                    <a:pt x="1274676" y="101154"/>
                    <a:pt x="1276681" y="101266"/>
                  </a:cubicBezTo>
                  <a:close/>
                  <a:moveTo>
                    <a:pt x="1246772" y="105847"/>
                  </a:moveTo>
                  <a:cubicBezTo>
                    <a:pt x="1245813" y="108473"/>
                    <a:pt x="1248829" y="104472"/>
                    <a:pt x="1246772" y="105847"/>
                  </a:cubicBezTo>
                  <a:close/>
                  <a:moveTo>
                    <a:pt x="1219827" y="108272"/>
                  </a:moveTo>
                  <a:cubicBezTo>
                    <a:pt x="1222155" y="110889"/>
                    <a:pt x="1217824" y="107970"/>
                    <a:pt x="1219827" y="108272"/>
                  </a:cubicBezTo>
                  <a:close/>
                  <a:moveTo>
                    <a:pt x="1268328" y="109082"/>
                  </a:moveTo>
                  <a:cubicBezTo>
                    <a:pt x="1269744" y="109168"/>
                    <a:pt x="1268224" y="106439"/>
                    <a:pt x="1268328" y="109082"/>
                  </a:cubicBezTo>
                  <a:close/>
                  <a:moveTo>
                    <a:pt x="1224946" y="119860"/>
                  </a:moveTo>
                  <a:cubicBezTo>
                    <a:pt x="1225888" y="120953"/>
                    <a:pt x="1225860" y="117433"/>
                    <a:pt x="1224946" y="119860"/>
                  </a:cubicBezTo>
                  <a:close/>
                </a:path>
              </a:pathLst>
            </a:custGeom>
            <a:gradFill>
              <a:gsLst>
                <a:gs pos="0">
                  <a:srgbClr val="F1EE6A"/>
                </a:gs>
                <a:gs pos="50000">
                  <a:srgbClr val="F1EE6A">
                    <a:alpha val="49804"/>
                  </a:srgbClr>
                </a:gs>
                <a:gs pos="100000">
                  <a:srgbClr val="F1EE6A">
                    <a:alpha val="0"/>
                  </a:srgbClr>
                </a:gs>
              </a:gsLst>
              <a:lin ang="21160684" scaled="1"/>
            </a:gra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9" name="任意多边形: 形状 288">
              <a:extLst>
                <a:ext uri="{FF2B5EF4-FFF2-40B4-BE49-F238E27FC236}">
                  <a16:creationId xmlns:a16="http://schemas.microsoft.com/office/drawing/2014/main" id="{7EF1AA84-8A89-EBD1-8208-AD6EAF493153}"/>
                </a:ext>
              </a:extLst>
            </p:cNvPr>
            <p:cNvSpPr/>
            <p:nvPr/>
          </p:nvSpPr>
          <p:spPr>
            <a:xfrm>
              <a:off x="6053198" y="6566828"/>
              <a:ext cx="453234" cy="257534"/>
            </a:xfrm>
            <a:custGeom>
              <a:avLst/>
              <a:gdLst>
                <a:gd name="connsiteX0" fmla="*/ 327090 w 453234"/>
                <a:gd name="connsiteY0" fmla="*/ -558 h 257534"/>
                <a:gd name="connsiteX1" fmla="*/ 316154 w 453234"/>
                <a:gd name="connsiteY1" fmla="*/ 21125 h 257534"/>
                <a:gd name="connsiteX2" fmla="*/ 331862 w 453234"/>
                <a:gd name="connsiteY2" fmla="*/ 27336 h 257534"/>
                <a:gd name="connsiteX3" fmla="*/ 361416 w 453234"/>
                <a:gd name="connsiteY3" fmla="*/ 21112 h 257534"/>
                <a:gd name="connsiteX4" fmla="*/ 330578 w 453234"/>
                <a:gd name="connsiteY4" fmla="*/ 2409 h 257534"/>
                <a:gd name="connsiteX5" fmla="*/ 327090 w 453234"/>
                <a:gd name="connsiteY5" fmla="*/ -558 h 257534"/>
                <a:gd name="connsiteX6" fmla="*/ 329094 w 453234"/>
                <a:gd name="connsiteY6" fmla="*/ 26072 h 257534"/>
                <a:gd name="connsiteX7" fmla="*/ 329094 w 453234"/>
                <a:gd name="connsiteY7" fmla="*/ 26072 h 257534"/>
                <a:gd name="connsiteX8" fmla="*/ 83082 w 453234"/>
                <a:gd name="connsiteY8" fmla="*/ 18702 h 257534"/>
                <a:gd name="connsiteX9" fmla="*/ 71466 w 453234"/>
                <a:gd name="connsiteY9" fmla="*/ 38261 h 257534"/>
                <a:gd name="connsiteX10" fmla="*/ 61235 w 453234"/>
                <a:gd name="connsiteY10" fmla="*/ 68209 h 257534"/>
                <a:gd name="connsiteX11" fmla="*/ 53773 w 453234"/>
                <a:gd name="connsiteY11" fmla="*/ 66044 h 257534"/>
                <a:gd name="connsiteX12" fmla="*/ 50467 w 453234"/>
                <a:gd name="connsiteY12" fmla="*/ 102967 h 257534"/>
                <a:gd name="connsiteX13" fmla="*/ 26143 w 453234"/>
                <a:gd name="connsiteY13" fmla="*/ 120188 h 257534"/>
                <a:gd name="connsiteX14" fmla="*/ 372 w 453234"/>
                <a:gd name="connsiteY14" fmla="*/ 163989 h 257534"/>
                <a:gd name="connsiteX15" fmla="*/ 6856 w 453234"/>
                <a:gd name="connsiteY15" fmla="*/ 167529 h 257534"/>
                <a:gd name="connsiteX16" fmla="*/ 25580 w 453234"/>
                <a:gd name="connsiteY16" fmla="*/ 167106 h 257534"/>
                <a:gd name="connsiteX17" fmla="*/ 7901 w 453234"/>
                <a:gd name="connsiteY17" fmla="*/ 185312 h 257534"/>
                <a:gd name="connsiteX18" fmla="*/ 29890 w 453234"/>
                <a:gd name="connsiteY18" fmla="*/ 186551 h 257534"/>
                <a:gd name="connsiteX19" fmla="*/ 38657 w 453234"/>
                <a:gd name="connsiteY19" fmla="*/ 150864 h 257534"/>
                <a:gd name="connsiteX20" fmla="*/ 61337 w 453234"/>
                <a:gd name="connsiteY20" fmla="*/ 164194 h 257534"/>
                <a:gd name="connsiteX21" fmla="*/ 75789 w 453234"/>
                <a:gd name="connsiteY21" fmla="*/ 173555 h 257534"/>
                <a:gd name="connsiteX22" fmla="*/ 76530 w 453234"/>
                <a:gd name="connsiteY22" fmla="*/ 179573 h 257534"/>
                <a:gd name="connsiteX23" fmla="*/ 90214 w 453234"/>
                <a:gd name="connsiteY23" fmla="*/ 171624 h 257534"/>
                <a:gd name="connsiteX24" fmla="*/ 83129 w 453234"/>
                <a:gd name="connsiteY24" fmla="*/ 208610 h 257534"/>
                <a:gd name="connsiteX25" fmla="*/ 102527 w 453234"/>
                <a:gd name="connsiteY25" fmla="*/ 182445 h 257534"/>
                <a:gd name="connsiteX26" fmla="*/ 129679 w 453234"/>
                <a:gd name="connsiteY26" fmla="*/ 178483 h 257534"/>
                <a:gd name="connsiteX27" fmla="*/ 142017 w 453234"/>
                <a:gd name="connsiteY27" fmla="*/ 176993 h 257534"/>
                <a:gd name="connsiteX28" fmla="*/ 141920 w 453234"/>
                <a:gd name="connsiteY28" fmla="*/ 136700 h 257534"/>
                <a:gd name="connsiteX29" fmla="*/ 115683 w 453234"/>
                <a:gd name="connsiteY29" fmla="*/ 124672 h 257534"/>
                <a:gd name="connsiteX30" fmla="*/ 100133 w 453234"/>
                <a:gd name="connsiteY30" fmla="*/ 104690 h 257534"/>
                <a:gd name="connsiteX31" fmla="*/ 100626 w 453234"/>
                <a:gd name="connsiteY31" fmla="*/ 54845 h 257534"/>
                <a:gd name="connsiteX32" fmla="*/ 103769 w 453234"/>
                <a:gd name="connsiteY32" fmla="*/ 30355 h 257534"/>
                <a:gd name="connsiteX33" fmla="*/ 83081 w 453234"/>
                <a:gd name="connsiteY33" fmla="*/ 18701 h 257534"/>
                <a:gd name="connsiteX34" fmla="*/ 83082 w 453234"/>
                <a:gd name="connsiteY34" fmla="*/ 18702 h 257534"/>
                <a:gd name="connsiteX35" fmla="*/ 330912 w 453234"/>
                <a:gd name="connsiteY35" fmla="*/ 36292 h 257534"/>
                <a:gd name="connsiteX36" fmla="*/ 298536 w 453234"/>
                <a:gd name="connsiteY36" fmla="*/ 52891 h 257534"/>
                <a:gd name="connsiteX37" fmla="*/ 306119 w 453234"/>
                <a:gd name="connsiteY37" fmla="*/ 90996 h 257534"/>
                <a:gd name="connsiteX38" fmla="*/ 259847 w 453234"/>
                <a:gd name="connsiteY38" fmla="*/ 102054 h 257534"/>
                <a:gd name="connsiteX39" fmla="*/ 225544 w 453234"/>
                <a:gd name="connsiteY39" fmla="*/ 110392 h 257534"/>
                <a:gd name="connsiteX40" fmla="*/ 299983 w 453234"/>
                <a:gd name="connsiteY40" fmla="*/ 102252 h 257534"/>
                <a:gd name="connsiteX41" fmla="*/ 281329 w 453234"/>
                <a:gd name="connsiteY41" fmla="*/ 114588 h 257534"/>
                <a:gd name="connsiteX42" fmla="*/ 243109 w 453234"/>
                <a:gd name="connsiteY42" fmla="*/ 123894 h 257534"/>
                <a:gd name="connsiteX43" fmla="*/ 243204 w 453234"/>
                <a:gd name="connsiteY43" fmla="*/ 164067 h 257534"/>
                <a:gd name="connsiteX44" fmla="*/ 222351 w 453234"/>
                <a:gd name="connsiteY44" fmla="*/ 199106 h 257534"/>
                <a:gd name="connsiteX45" fmla="*/ 227547 w 453234"/>
                <a:gd name="connsiteY45" fmla="*/ 207286 h 257534"/>
                <a:gd name="connsiteX46" fmla="*/ 257246 w 453234"/>
                <a:gd name="connsiteY46" fmla="*/ 176677 h 257534"/>
                <a:gd name="connsiteX47" fmla="*/ 281855 w 453234"/>
                <a:gd name="connsiteY47" fmla="*/ 161369 h 257534"/>
                <a:gd name="connsiteX48" fmla="*/ 294071 w 453234"/>
                <a:gd name="connsiteY48" fmla="*/ 196510 h 257534"/>
                <a:gd name="connsiteX49" fmla="*/ 307062 w 453234"/>
                <a:gd name="connsiteY49" fmla="*/ 202968 h 257534"/>
                <a:gd name="connsiteX50" fmla="*/ 321658 w 453234"/>
                <a:gd name="connsiteY50" fmla="*/ 185458 h 257534"/>
                <a:gd name="connsiteX51" fmla="*/ 307653 w 453234"/>
                <a:gd name="connsiteY51" fmla="*/ 226326 h 257534"/>
                <a:gd name="connsiteX52" fmla="*/ 306444 w 453234"/>
                <a:gd name="connsiteY52" fmla="*/ 240993 h 257534"/>
                <a:gd name="connsiteX53" fmla="*/ 326532 w 453234"/>
                <a:gd name="connsiteY53" fmla="*/ 190669 h 257534"/>
                <a:gd name="connsiteX54" fmla="*/ 332748 w 453234"/>
                <a:gd name="connsiteY54" fmla="*/ 213139 h 257534"/>
                <a:gd name="connsiteX55" fmla="*/ 361707 w 453234"/>
                <a:gd name="connsiteY55" fmla="*/ 177927 h 257534"/>
                <a:gd name="connsiteX56" fmla="*/ 371779 w 453234"/>
                <a:gd name="connsiteY56" fmla="*/ 178246 h 257534"/>
                <a:gd name="connsiteX57" fmla="*/ 397572 w 453234"/>
                <a:gd name="connsiteY57" fmla="*/ 176647 h 257534"/>
                <a:gd name="connsiteX58" fmla="*/ 405468 w 453234"/>
                <a:gd name="connsiteY58" fmla="*/ 188903 h 257534"/>
                <a:gd name="connsiteX59" fmla="*/ 410433 w 453234"/>
                <a:gd name="connsiteY59" fmla="*/ 170801 h 257534"/>
                <a:gd name="connsiteX60" fmla="*/ 411008 w 453234"/>
                <a:gd name="connsiteY60" fmla="*/ 138236 h 257534"/>
                <a:gd name="connsiteX61" fmla="*/ 396020 w 453234"/>
                <a:gd name="connsiteY61" fmla="*/ 128544 h 257534"/>
                <a:gd name="connsiteX62" fmla="*/ 352385 w 453234"/>
                <a:gd name="connsiteY62" fmla="*/ 125246 h 257534"/>
                <a:gd name="connsiteX63" fmla="*/ 336275 w 453234"/>
                <a:gd name="connsiteY63" fmla="*/ 96011 h 257534"/>
                <a:gd name="connsiteX64" fmla="*/ 380432 w 453234"/>
                <a:gd name="connsiteY64" fmla="*/ 88198 h 257534"/>
                <a:gd name="connsiteX65" fmla="*/ 429471 w 453234"/>
                <a:gd name="connsiteY65" fmla="*/ 78569 h 257534"/>
                <a:gd name="connsiteX66" fmla="*/ 445207 w 453234"/>
                <a:gd name="connsiteY66" fmla="*/ 70571 h 257534"/>
                <a:gd name="connsiteX67" fmla="*/ 385975 w 453234"/>
                <a:gd name="connsiteY67" fmla="*/ 81088 h 257534"/>
                <a:gd name="connsiteX68" fmla="*/ 344217 w 453234"/>
                <a:gd name="connsiteY68" fmla="*/ 71517 h 257534"/>
                <a:gd name="connsiteX69" fmla="*/ 335176 w 453234"/>
                <a:gd name="connsiteY69" fmla="*/ 42394 h 257534"/>
                <a:gd name="connsiteX70" fmla="*/ 330913 w 453234"/>
                <a:gd name="connsiteY70" fmla="*/ 36300 h 257534"/>
                <a:gd name="connsiteX71" fmla="*/ 83602 w 453234"/>
                <a:gd name="connsiteY71" fmla="*/ 51315 h 257534"/>
                <a:gd name="connsiteX72" fmla="*/ 83602 w 453234"/>
                <a:gd name="connsiteY72" fmla="*/ 51315 h 257534"/>
                <a:gd name="connsiteX73" fmla="*/ 76217 w 453234"/>
                <a:gd name="connsiteY73" fmla="*/ 53795 h 257534"/>
                <a:gd name="connsiteX74" fmla="*/ 76217 w 453234"/>
                <a:gd name="connsiteY74" fmla="*/ 53795 h 257534"/>
                <a:gd name="connsiteX75" fmla="*/ 334581 w 453234"/>
                <a:gd name="connsiteY75" fmla="*/ 71199 h 257534"/>
                <a:gd name="connsiteX76" fmla="*/ 352981 w 453234"/>
                <a:gd name="connsiteY76" fmla="*/ 88785 h 257534"/>
                <a:gd name="connsiteX77" fmla="*/ 332211 w 453234"/>
                <a:gd name="connsiteY77" fmla="*/ 77821 h 257534"/>
                <a:gd name="connsiteX78" fmla="*/ 334581 w 453234"/>
                <a:gd name="connsiteY78" fmla="*/ 71199 h 257534"/>
                <a:gd name="connsiteX79" fmla="*/ 327631 w 453234"/>
                <a:gd name="connsiteY79" fmla="*/ 112717 h 257534"/>
                <a:gd name="connsiteX80" fmla="*/ 338877 w 453234"/>
                <a:gd name="connsiteY80" fmla="*/ 130374 h 257534"/>
                <a:gd name="connsiteX81" fmla="*/ 319905 w 453234"/>
                <a:gd name="connsiteY81" fmla="*/ 118220 h 257534"/>
                <a:gd name="connsiteX82" fmla="*/ 327631 w 453234"/>
                <a:gd name="connsiteY82" fmla="*/ 112717 h 257534"/>
                <a:gd name="connsiteX83" fmla="*/ 69986 w 453234"/>
                <a:gd name="connsiteY83" fmla="*/ 186135 h 257534"/>
                <a:gd name="connsiteX84" fmla="*/ 68729 w 453234"/>
                <a:gd name="connsiteY84" fmla="*/ 188427 h 257534"/>
                <a:gd name="connsiteX85" fmla="*/ 69986 w 453234"/>
                <a:gd name="connsiteY85" fmla="*/ 186135 h 257534"/>
                <a:gd name="connsiteX86" fmla="*/ 68102 w 453234"/>
                <a:gd name="connsiteY86" fmla="*/ 189573 h 257534"/>
                <a:gd name="connsiteX87" fmla="*/ 66829 w 453234"/>
                <a:gd name="connsiteY87" fmla="*/ 191975 h 257534"/>
                <a:gd name="connsiteX88" fmla="*/ 68102 w 453234"/>
                <a:gd name="connsiteY88" fmla="*/ 189573 h 257534"/>
                <a:gd name="connsiteX89" fmla="*/ 332476 w 453234"/>
                <a:gd name="connsiteY89" fmla="*/ 214906 h 257534"/>
                <a:gd name="connsiteX90" fmla="*/ 332476 w 453234"/>
                <a:gd name="connsiteY90" fmla="*/ 214906 h 257534"/>
                <a:gd name="connsiteX91" fmla="*/ 330168 w 453234"/>
                <a:gd name="connsiteY91" fmla="*/ 221105 h 257534"/>
                <a:gd name="connsiteX92" fmla="*/ 330168 w 453234"/>
                <a:gd name="connsiteY92" fmla="*/ 221105 h 257534"/>
                <a:gd name="connsiteX93" fmla="*/ 326535 w 453234"/>
                <a:gd name="connsiteY93" fmla="*/ 225628 h 257534"/>
                <a:gd name="connsiteX94" fmla="*/ 312225 w 453234"/>
                <a:gd name="connsiteY94" fmla="*/ 256976 h 257534"/>
                <a:gd name="connsiteX95" fmla="*/ 326535 w 453234"/>
                <a:gd name="connsiteY95" fmla="*/ 225628 h 257534"/>
                <a:gd name="connsiteX96" fmla="*/ 300467 w 453234"/>
                <a:gd name="connsiteY96" fmla="*/ 250425 h 257534"/>
                <a:gd name="connsiteX97" fmla="*/ 300467 w 453234"/>
                <a:gd name="connsiteY97" fmla="*/ 250425 h 257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453234" h="257534">
                  <a:moveTo>
                    <a:pt x="327090" y="-558"/>
                  </a:moveTo>
                  <a:cubicBezTo>
                    <a:pt x="323579" y="8175"/>
                    <a:pt x="330152" y="18210"/>
                    <a:pt x="316154" y="21125"/>
                  </a:cubicBezTo>
                  <a:cubicBezTo>
                    <a:pt x="306668" y="36737"/>
                    <a:pt x="331240" y="17674"/>
                    <a:pt x="331862" y="27336"/>
                  </a:cubicBezTo>
                  <a:cubicBezTo>
                    <a:pt x="329458" y="18592"/>
                    <a:pt x="362230" y="28700"/>
                    <a:pt x="361416" y="21112"/>
                  </a:cubicBezTo>
                  <a:cubicBezTo>
                    <a:pt x="348590" y="16673"/>
                    <a:pt x="333307" y="19439"/>
                    <a:pt x="330578" y="2409"/>
                  </a:cubicBezTo>
                  <a:cubicBezTo>
                    <a:pt x="329051" y="1848"/>
                    <a:pt x="328655" y="-101"/>
                    <a:pt x="327090" y="-558"/>
                  </a:cubicBezTo>
                  <a:close/>
                  <a:moveTo>
                    <a:pt x="329094" y="26072"/>
                  </a:moveTo>
                  <a:cubicBezTo>
                    <a:pt x="323006" y="25883"/>
                    <a:pt x="319702" y="27035"/>
                    <a:pt x="329094" y="26072"/>
                  </a:cubicBezTo>
                  <a:close/>
                  <a:moveTo>
                    <a:pt x="83082" y="18702"/>
                  </a:moveTo>
                  <a:cubicBezTo>
                    <a:pt x="73861" y="23389"/>
                    <a:pt x="66695" y="26727"/>
                    <a:pt x="71466" y="38261"/>
                  </a:cubicBezTo>
                  <a:lnTo>
                    <a:pt x="61235" y="68209"/>
                  </a:lnTo>
                  <a:cubicBezTo>
                    <a:pt x="62206" y="76948"/>
                    <a:pt x="57162" y="71747"/>
                    <a:pt x="53773" y="66044"/>
                  </a:cubicBezTo>
                  <a:cubicBezTo>
                    <a:pt x="36104" y="76437"/>
                    <a:pt x="56957" y="99670"/>
                    <a:pt x="50467" y="102967"/>
                  </a:cubicBezTo>
                  <a:cubicBezTo>
                    <a:pt x="37317" y="100901"/>
                    <a:pt x="24480" y="104281"/>
                    <a:pt x="26143" y="120188"/>
                  </a:cubicBezTo>
                  <a:cubicBezTo>
                    <a:pt x="21155" y="137968"/>
                    <a:pt x="12435" y="150214"/>
                    <a:pt x="372" y="163989"/>
                  </a:cubicBezTo>
                  <a:cubicBezTo>
                    <a:pt x="-1743" y="169746"/>
                    <a:pt x="7871" y="179385"/>
                    <a:pt x="6856" y="167529"/>
                  </a:cubicBezTo>
                  <a:cubicBezTo>
                    <a:pt x="15909" y="167658"/>
                    <a:pt x="31732" y="146106"/>
                    <a:pt x="25580" y="167106"/>
                  </a:cubicBezTo>
                  <a:cubicBezTo>
                    <a:pt x="18687" y="172178"/>
                    <a:pt x="2491" y="170305"/>
                    <a:pt x="7901" y="185312"/>
                  </a:cubicBezTo>
                  <a:cubicBezTo>
                    <a:pt x="17255" y="183289"/>
                    <a:pt x="23288" y="178971"/>
                    <a:pt x="29890" y="186551"/>
                  </a:cubicBezTo>
                  <a:cubicBezTo>
                    <a:pt x="37177" y="176433"/>
                    <a:pt x="32440" y="161946"/>
                    <a:pt x="38657" y="150864"/>
                  </a:cubicBezTo>
                  <a:cubicBezTo>
                    <a:pt x="48402" y="146616"/>
                    <a:pt x="51337" y="165847"/>
                    <a:pt x="61337" y="164194"/>
                  </a:cubicBezTo>
                  <a:cubicBezTo>
                    <a:pt x="71942" y="161412"/>
                    <a:pt x="87641" y="158312"/>
                    <a:pt x="75789" y="173555"/>
                  </a:cubicBezTo>
                  <a:cubicBezTo>
                    <a:pt x="72431" y="181201"/>
                    <a:pt x="67352" y="190712"/>
                    <a:pt x="76530" y="179573"/>
                  </a:cubicBezTo>
                  <a:cubicBezTo>
                    <a:pt x="81770" y="174645"/>
                    <a:pt x="93038" y="152691"/>
                    <a:pt x="90214" y="171624"/>
                  </a:cubicBezTo>
                  <a:cubicBezTo>
                    <a:pt x="88236" y="183372"/>
                    <a:pt x="66716" y="199509"/>
                    <a:pt x="83129" y="208610"/>
                  </a:cubicBezTo>
                  <a:cubicBezTo>
                    <a:pt x="92310" y="207725"/>
                    <a:pt x="93461" y="189125"/>
                    <a:pt x="102527" y="182445"/>
                  </a:cubicBezTo>
                  <a:cubicBezTo>
                    <a:pt x="108762" y="172399"/>
                    <a:pt x="122316" y="161333"/>
                    <a:pt x="129679" y="178483"/>
                  </a:cubicBezTo>
                  <a:cubicBezTo>
                    <a:pt x="131902" y="181547"/>
                    <a:pt x="138871" y="188218"/>
                    <a:pt x="142017" y="176993"/>
                  </a:cubicBezTo>
                  <a:cubicBezTo>
                    <a:pt x="146439" y="163616"/>
                    <a:pt x="140072" y="149809"/>
                    <a:pt x="141920" y="136700"/>
                  </a:cubicBezTo>
                  <a:cubicBezTo>
                    <a:pt x="147523" y="119872"/>
                    <a:pt x="124410" y="131250"/>
                    <a:pt x="115683" y="124672"/>
                  </a:cubicBezTo>
                  <a:cubicBezTo>
                    <a:pt x="98703" y="126156"/>
                    <a:pt x="113899" y="109805"/>
                    <a:pt x="100133" y="104690"/>
                  </a:cubicBezTo>
                  <a:cubicBezTo>
                    <a:pt x="99755" y="88661"/>
                    <a:pt x="110238" y="71419"/>
                    <a:pt x="100626" y="54845"/>
                  </a:cubicBezTo>
                  <a:cubicBezTo>
                    <a:pt x="93443" y="45625"/>
                    <a:pt x="113753" y="42782"/>
                    <a:pt x="103769" y="30355"/>
                  </a:cubicBezTo>
                  <a:cubicBezTo>
                    <a:pt x="106931" y="17063"/>
                    <a:pt x="89505" y="24370"/>
                    <a:pt x="83081" y="18701"/>
                  </a:cubicBezTo>
                  <a:lnTo>
                    <a:pt x="83082" y="18702"/>
                  </a:lnTo>
                  <a:close/>
                  <a:moveTo>
                    <a:pt x="330912" y="36292"/>
                  </a:moveTo>
                  <a:cubicBezTo>
                    <a:pt x="322658" y="45132"/>
                    <a:pt x="296229" y="35818"/>
                    <a:pt x="298536" y="52891"/>
                  </a:cubicBezTo>
                  <a:cubicBezTo>
                    <a:pt x="293304" y="68217"/>
                    <a:pt x="311925" y="75918"/>
                    <a:pt x="306119" y="90996"/>
                  </a:cubicBezTo>
                  <a:cubicBezTo>
                    <a:pt x="293747" y="100709"/>
                    <a:pt x="274505" y="96091"/>
                    <a:pt x="259847" y="102054"/>
                  </a:cubicBezTo>
                  <a:cubicBezTo>
                    <a:pt x="250647" y="103311"/>
                    <a:pt x="222045" y="109121"/>
                    <a:pt x="225544" y="110392"/>
                  </a:cubicBezTo>
                  <a:cubicBezTo>
                    <a:pt x="250573" y="110841"/>
                    <a:pt x="275275" y="106105"/>
                    <a:pt x="299983" y="102252"/>
                  </a:cubicBezTo>
                  <a:cubicBezTo>
                    <a:pt x="292685" y="111207"/>
                    <a:pt x="294754" y="127117"/>
                    <a:pt x="281329" y="114588"/>
                  </a:cubicBezTo>
                  <a:cubicBezTo>
                    <a:pt x="264632" y="104764"/>
                    <a:pt x="256333" y="120284"/>
                    <a:pt x="243109" y="123894"/>
                  </a:cubicBezTo>
                  <a:cubicBezTo>
                    <a:pt x="248609" y="136390"/>
                    <a:pt x="246395" y="151127"/>
                    <a:pt x="243204" y="164067"/>
                  </a:cubicBezTo>
                  <a:cubicBezTo>
                    <a:pt x="243187" y="177938"/>
                    <a:pt x="233235" y="190952"/>
                    <a:pt x="222351" y="199106"/>
                  </a:cubicBezTo>
                  <a:cubicBezTo>
                    <a:pt x="211298" y="203955"/>
                    <a:pt x="217831" y="221509"/>
                    <a:pt x="227547" y="207286"/>
                  </a:cubicBezTo>
                  <a:cubicBezTo>
                    <a:pt x="229080" y="190734"/>
                    <a:pt x="248018" y="187529"/>
                    <a:pt x="257246" y="176677"/>
                  </a:cubicBezTo>
                  <a:cubicBezTo>
                    <a:pt x="259205" y="163918"/>
                    <a:pt x="268155" y="149161"/>
                    <a:pt x="281855" y="161369"/>
                  </a:cubicBezTo>
                  <a:cubicBezTo>
                    <a:pt x="286828" y="176438"/>
                    <a:pt x="309758" y="181151"/>
                    <a:pt x="294071" y="196510"/>
                  </a:cubicBezTo>
                  <a:cubicBezTo>
                    <a:pt x="286502" y="205747"/>
                    <a:pt x="304901" y="216184"/>
                    <a:pt x="307062" y="202968"/>
                  </a:cubicBezTo>
                  <a:cubicBezTo>
                    <a:pt x="312302" y="198773"/>
                    <a:pt x="316681" y="176747"/>
                    <a:pt x="321658" y="185458"/>
                  </a:cubicBezTo>
                  <a:cubicBezTo>
                    <a:pt x="315382" y="198061"/>
                    <a:pt x="313972" y="212918"/>
                    <a:pt x="307653" y="226326"/>
                  </a:cubicBezTo>
                  <a:cubicBezTo>
                    <a:pt x="298180" y="231547"/>
                    <a:pt x="299804" y="262018"/>
                    <a:pt x="306444" y="240993"/>
                  </a:cubicBezTo>
                  <a:cubicBezTo>
                    <a:pt x="309891" y="222631"/>
                    <a:pt x="325911" y="209807"/>
                    <a:pt x="326532" y="190669"/>
                  </a:cubicBezTo>
                  <a:cubicBezTo>
                    <a:pt x="333013" y="187279"/>
                    <a:pt x="333484" y="210280"/>
                    <a:pt x="332748" y="213139"/>
                  </a:cubicBezTo>
                  <a:cubicBezTo>
                    <a:pt x="335467" y="196586"/>
                    <a:pt x="341670" y="177970"/>
                    <a:pt x="361707" y="177927"/>
                  </a:cubicBezTo>
                  <a:cubicBezTo>
                    <a:pt x="364139" y="175226"/>
                    <a:pt x="378682" y="169397"/>
                    <a:pt x="371779" y="178246"/>
                  </a:cubicBezTo>
                  <a:cubicBezTo>
                    <a:pt x="383269" y="186310"/>
                    <a:pt x="394552" y="155942"/>
                    <a:pt x="397572" y="176647"/>
                  </a:cubicBezTo>
                  <a:cubicBezTo>
                    <a:pt x="395150" y="187726"/>
                    <a:pt x="395299" y="188644"/>
                    <a:pt x="405468" y="188903"/>
                  </a:cubicBezTo>
                  <a:cubicBezTo>
                    <a:pt x="417441" y="204840"/>
                    <a:pt x="408903" y="178312"/>
                    <a:pt x="410433" y="170801"/>
                  </a:cubicBezTo>
                  <a:cubicBezTo>
                    <a:pt x="412058" y="159979"/>
                    <a:pt x="418159" y="147914"/>
                    <a:pt x="411008" y="138236"/>
                  </a:cubicBezTo>
                  <a:cubicBezTo>
                    <a:pt x="414546" y="125708"/>
                    <a:pt x="398987" y="108416"/>
                    <a:pt x="396020" y="128544"/>
                  </a:cubicBezTo>
                  <a:cubicBezTo>
                    <a:pt x="383037" y="124688"/>
                    <a:pt x="363040" y="132428"/>
                    <a:pt x="352385" y="125246"/>
                  </a:cubicBezTo>
                  <a:cubicBezTo>
                    <a:pt x="356084" y="109118"/>
                    <a:pt x="327754" y="108729"/>
                    <a:pt x="336275" y="96011"/>
                  </a:cubicBezTo>
                  <a:cubicBezTo>
                    <a:pt x="353008" y="94263"/>
                    <a:pt x="365497" y="89745"/>
                    <a:pt x="380432" y="88198"/>
                  </a:cubicBezTo>
                  <a:cubicBezTo>
                    <a:pt x="396957" y="83768"/>
                    <a:pt x="417901" y="80432"/>
                    <a:pt x="429471" y="78569"/>
                  </a:cubicBezTo>
                  <a:cubicBezTo>
                    <a:pt x="437155" y="80384"/>
                    <a:pt x="467635" y="69320"/>
                    <a:pt x="445207" y="70571"/>
                  </a:cubicBezTo>
                  <a:cubicBezTo>
                    <a:pt x="425279" y="73326"/>
                    <a:pt x="405789" y="77910"/>
                    <a:pt x="385975" y="81088"/>
                  </a:cubicBezTo>
                  <a:cubicBezTo>
                    <a:pt x="368694" y="91120"/>
                    <a:pt x="357180" y="80622"/>
                    <a:pt x="344217" y="71517"/>
                  </a:cubicBezTo>
                  <a:cubicBezTo>
                    <a:pt x="330829" y="66575"/>
                    <a:pt x="340509" y="53375"/>
                    <a:pt x="335176" y="42394"/>
                  </a:cubicBezTo>
                  <a:cubicBezTo>
                    <a:pt x="331615" y="40937"/>
                    <a:pt x="330639" y="38711"/>
                    <a:pt x="330913" y="36300"/>
                  </a:cubicBezTo>
                  <a:close/>
                  <a:moveTo>
                    <a:pt x="83602" y="51315"/>
                  </a:moveTo>
                  <a:cubicBezTo>
                    <a:pt x="78682" y="54590"/>
                    <a:pt x="74909" y="51073"/>
                    <a:pt x="83602" y="51315"/>
                  </a:cubicBezTo>
                  <a:close/>
                  <a:moveTo>
                    <a:pt x="76217" y="53795"/>
                  </a:moveTo>
                  <a:cubicBezTo>
                    <a:pt x="72505" y="61002"/>
                    <a:pt x="64357" y="61102"/>
                    <a:pt x="76217" y="53795"/>
                  </a:cubicBezTo>
                  <a:close/>
                  <a:moveTo>
                    <a:pt x="334581" y="71199"/>
                  </a:moveTo>
                  <a:cubicBezTo>
                    <a:pt x="335393" y="81499"/>
                    <a:pt x="352129" y="87477"/>
                    <a:pt x="352981" y="88785"/>
                  </a:cubicBezTo>
                  <a:cubicBezTo>
                    <a:pt x="341878" y="89698"/>
                    <a:pt x="322937" y="96308"/>
                    <a:pt x="332211" y="77821"/>
                  </a:cubicBezTo>
                  <a:cubicBezTo>
                    <a:pt x="332762" y="75576"/>
                    <a:pt x="333123" y="73097"/>
                    <a:pt x="334581" y="71199"/>
                  </a:cubicBezTo>
                  <a:close/>
                  <a:moveTo>
                    <a:pt x="327631" y="112717"/>
                  </a:moveTo>
                  <a:cubicBezTo>
                    <a:pt x="332258" y="117144"/>
                    <a:pt x="359217" y="133207"/>
                    <a:pt x="338877" y="130374"/>
                  </a:cubicBezTo>
                  <a:cubicBezTo>
                    <a:pt x="329419" y="130003"/>
                    <a:pt x="310631" y="131978"/>
                    <a:pt x="319905" y="118220"/>
                  </a:cubicBezTo>
                  <a:cubicBezTo>
                    <a:pt x="317830" y="113900"/>
                    <a:pt x="324657" y="112502"/>
                    <a:pt x="327631" y="112717"/>
                  </a:cubicBezTo>
                  <a:close/>
                  <a:moveTo>
                    <a:pt x="69986" y="186135"/>
                  </a:moveTo>
                  <a:lnTo>
                    <a:pt x="68729" y="188427"/>
                  </a:lnTo>
                  <a:lnTo>
                    <a:pt x="69986" y="186135"/>
                  </a:lnTo>
                  <a:close/>
                  <a:moveTo>
                    <a:pt x="68102" y="189573"/>
                  </a:moveTo>
                  <a:lnTo>
                    <a:pt x="66829" y="191975"/>
                  </a:lnTo>
                  <a:lnTo>
                    <a:pt x="68102" y="189573"/>
                  </a:lnTo>
                  <a:close/>
                  <a:moveTo>
                    <a:pt x="332476" y="214906"/>
                  </a:moveTo>
                  <a:cubicBezTo>
                    <a:pt x="328379" y="224621"/>
                    <a:pt x="331041" y="221313"/>
                    <a:pt x="332476" y="214906"/>
                  </a:cubicBezTo>
                  <a:close/>
                  <a:moveTo>
                    <a:pt x="330168" y="221105"/>
                  </a:moveTo>
                  <a:cubicBezTo>
                    <a:pt x="325365" y="226226"/>
                    <a:pt x="327779" y="226209"/>
                    <a:pt x="330168" y="221105"/>
                  </a:cubicBezTo>
                  <a:close/>
                  <a:moveTo>
                    <a:pt x="326535" y="225628"/>
                  </a:moveTo>
                  <a:cubicBezTo>
                    <a:pt x="316366" y="232499"/>
                    <a:pt x="313772" y="246220"/>
                    <a:pt x="312225" y="256976"/>
                  </a:cubicBezTo>
                  <a:cubicBezTo>
                    <a:pt x="322336" y="252900"/>
                    <a:pt x="315186" y="232302"/>
                    <a:pt x="326535" y="225628"/>
                  </a:cubicBezTo>
                  <a:close/>
                  <a:moveTo>
                    <a:pt x="300467" y="250425"/>
                  </a:moveTo>
                  <a:cubicBezTo>
                    <a:pt x="299714" y="251700"/>
                    <a:pt x="300998" y="251963"/>
                    <a:pt x="300467" y="250425"/>
                  </a:cubicBezTo>
                  <a:close/>
                </a:path>
              </a:pathLst>
            </a:custGeom>
            <a:solidFill>
              <a:srgbClr val="6FD06D"/>
            </a:soli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0" name="任意多边形: 形状 289">
              <a:extLst>
                <a:ext uri="{FF2B5EF4-FFF2-40B4-BE49-F238E27FC236}">
                  <a16:creationId xmlns:a16="http://schemas.microsoft.com/office/drawing/2014/main" id="{7089F972-6E6D-2800-C2DC-6F0736B79290}"/>
                </a:ext>
              </a:extLst>
            </p:cNvPr>
            <p:cNvSpPr/>
            <p:nvPr/>
          </p:nvSpPr>
          <p:spPr>
            <a:xfrm>
              <a:off x="3555859" y="6622971"/>
              <a:ext cx="2748610" cy="350024"/>
            </a:xfrm>
            <a:custGeom>
              <a:avLst/>
              <a:gdLst>
                <a:gd name="connsiteX0" fmla="*/ 1174021 w 2748610"/>
                <a:gd name="connsiteY0" fmla="*/ -317 h 350024"/>
                <a:gd name="connsiteX1" fmla="*/ 1154109 w 2748610"/>
                <a:gd name="connsiteY1" fmla="*/ 6801 h 350024"/>
                <a:gd name="connsiteX2" fmla="*/ 1119719 w 2748610"/>
                <a:gd name="connsiteY2" fmla="*/ 8930 h 350024"/>
                <a:gd name="connsiteX3" fmla="*/ 1004118 w 2748610"/>
                <a:gd name="connsiteY3" fmla="*/ 13046 h 350024"/>
                <a:gd name="connsiteX4" fmla="*/ 980414 w 2748610"/>
                <a:gd name="connsiteY4" fmla="*/ 14917 h 350024"/>
                <a:gd name="connsiteX5" fmla="*/ 968432 w 2748610"/>
                <a:gd name="connsiteY5" fmla="*/ 21239 h 350024"/>
                <a:gd name="connsiteX6" fmla="*/ 947151 w 2748610"/>
                <a:gd name="connsiteY6" fmla="*/ 17817 h 350024"/>
                <a:gd name="connsiteX7" fmla="*/ 927206 w 2748610"/>
                <a:gd name="connsiteY7" fmla="*/ 20431 h 350024"/>
                <a:gd name="connsiteX8" fmla="*/ 912752 w 2748610"/>
                <a:gd name="connsiteY8" fmla="*/ 22152 h 350024"/>
                <a:gd name="connsiteX9" fmla="*/ 870891 w 2748610"/>
                <a:gd name="connsiteY9" fmla="*/ 23665 h 350024"/>
                <a:gd name="connsiteX10" fmla="*/ 849102 w 2748610"/>
                <a:gd name="connsiteY10" fmla="*/ 28202 h 350024"/>
                <a:gd name="connsiteX11" fmla="*/ 826702 w 2748610"/>
                <a:gd name="connsiteY11" fmla="*/ 27168 h 350024"/>
                <a:gd name="connsiteX12" fmla="*/ 804337 w 2748610"/>
                <a:gd name="connsiteY12" fmla="*/ 31479 h 350024"/>
                <a:gd name="connsiteX13" fmla="*/ 786284 w 2748610"/>
                <a:gd name="connsiteY13" fmla="*/ 30936 h 350024"/>
                <a:gd name="connsiteX14" fmla="*/ 763311 w 2748610"/>
                <a:gd name="connsiteY14" fmla="*/ 36011 h 350024"/>
                <a:gd name="connsiteX15" fmla="*/ 734281 w 2748610"/>
                <a:gd name="connsiteY15" fmla="*/ 40098 h 350024"/>
                <a:gd name="connsiteX16" fmla="*/ 575123 w 2748610"/>
                <a:gd name="connsiteY16" fmla="*/ 64360 h 350024"/>
                <a:gd name="connsiteX17" fmla="*/ 346157 w 2748610"/>
                <a:gd name="connsiteY17" fmla="*/ 115816 h 350024"/>
                <a:gd name="connsiteX18" fmla="*/ 190838 w 2748610"/>
                <a:gd name="connsiteY18" fmla="*/ 166564 h 350024"/>
                <a:gd name="connsiteX19" fmla="*/ 2729 w 2748610"/>
                <a:gd name="connsiteY19" fmla="*/ 248920 h 350024"/>
                <a:gd name="connsiteX20" fmla="*/ 10004 w 2748610"/>
                <a:gd name="connsiteY20" fmla="*/ 265895 h 350024"/>
                <a:gd name="connsiteX21" fmla="*/ 247388 w 2748610"/>
                <a:gd name="connsiteY21" fmla="*/ 347539 h 350024"/>
                <a:gd name="connsiteX22" fmla="*/ 309105 w 2748610"/>
                <a:gd name="connsiteY22" fmla="*/ 336303 h 350024"/>
                <a:gd name="connsiteX23" fmla="*/ 505599 w 2748610"/>
                <a:gd name="connsiteY23" fmla="*/ 271694 h 350024"/>
                <a:gd name="connsiteX24" fmla="*/ 666919 w 2748610"/>
                <a:gd name="connsiteY24" fmla="*/ 224670 h 350024"/>
                <a:gd name="connsiteX25" fmla="*/ 801374 w 2748610"/>
                <a:gd name="connsiteY25" fmla="*/ 195570 h 350024"/>
                <a:gd name="connsiteX26" fmla="*/ 831609 w 2748610"/>
                <a:gd name="connsiteY26" fmla="*/ 180991 h 350024"/>
                <a:gd name="connsiteX27" fmla="*/ 904478 w 2748610"/>
                <a:gd name="connsiteY27" fmla="*/ 163446 h 350024"/>
                <a:gd name="connsiteX28" fmla="*/ 1022949 w 2748610"/>
                <a:gd name="connsiteY28" fmla="*/ 140331 h 350024"/>
                <a:gd name="connsiteX29" fmla="*/ 1138992 w 2748610"/>
                <a:gd name="connsiteY29" fmla="*/ 124974 h 350024"/>
                <a:gd name="connsiteX30" fmla="*/ 1167633 w 2748610"/>
                <a:gd name="connsiteY30" fmla="*/ 116421 h 350024"/>
                <a:gd name="connsiteX31" fmla="*/ 1196115 w 2748610"/>
                <a:gd name="connsiteY31" fmla="*/ 116085 h 350024"/>
                <a:gd name="connsiteX32" fmla="*/ 1216594 w 2748610"/>
                <a:gd name="connsiteY32" fmla="*/ 114199 h 350024"/>
                <a:gd name="connsiteX33" fmla="*/ 1242461 w 2748610"/>
                <a:gd name="connsiteY33" fmla="*/ 103960 h 350024"/>
                <a:gd name="connsiteX34" fmla="*/ 1295146 w 2748610"/>
                <a:gd name="connsiteY34" fmla="*/ 101143 h 350024"/>
                <a:gd name="connsiteX35" fmla="*/ 1419383 w 2748610"/>
                <a:gd name="connsiteY35" fmla="*/ 90497 h 350024"/>
                <a:gd name="connsiteX36" fmla="*/ 1474988 w 2748610"/>
                <a:gd name="connsiteY36" fmla="*/ 87436 h 350024"/>
                <a:gd name="connsiteX37" fmla="*/ 1538032 w 2748610"/>
                <a:gd name="connsiteY37" fmla="*/ 84543 h 350024"/>
                <a:gd name="connsiteX38" fmla="*/ 1623262 w 2748610"/>
                <a:gd name="connsiteY38" fmla="*/ 84293 h 350024"/>
                <a:gd name="connsiteX39" fmla="*/ 1884886 w 2748610"/>
                <a:gd name="connsiteY39" fmla="*/ 90216 h 350024"/>
                <a:gd name="connsiteX40" fmla="*/ 2198625 w 2748610"/>
                <a:gd name="connsiteY40" fmla="*/ 113951 h 350024"/>
                <a:gd name="connsiteX41" fmla="*/ 2426101 w 2748610"/>
                <a:gd name="connsiteY41" fmla="*/ 139200 h 350024"/>
                <a:gd name="connsiteX42" fmla="*/ 2748677 w 2748610"/>
                <a:gd name="connsiteY42" fmla="*/ 184528 h 350024"/>
                <a:gd name="connsiteX43" fmla="*/ 2333082 w 2748610"/>
                <a:gd name="connsiteY43" fmla="*/ 85164 h 350024"/>
                <a:gd name="connsiteX44" fmla="*/ 2020705 w 2748610"/>
                <a:gd name="connsiteY44" fmla="*/ 44721 h 350024"/>
                <a:gd name="connsiteX45" fmla="*/ 1728205 w 2748610"/>
                <a:gd name="connsiteY45" fmla="*/ 20617 h 350024"/>
                <a:gd name="connsiteX46" fmla="*/ 1577385 w 2748610"/>
                <a:gd name="connsiteY46" fmla="*/ 11541 h 350024"/>
                <a:gd name="connsiteX47" fmla="*/ 1538315 w 2748610"/>
                <a:gd name="connsiteY47" fmla="*/ 12352 h 350024"/>
                <a:gd name="connsiteX48" fmla="*/ 1518390 w 2748610"/>
                <a:gd name="connsiteY48" fmla="*/ 6969 h 350024"/>
                <a:gd name="connsiteX49" fmla="*/ 1494583 w 2748610"/>
                <a:gd name="connsiteY49" fmla="*/ 9252 h 350024"/>
                <a:gd name="connsiteX50" fmla="*/ 1471492 w 2748610"/>
                <a:gd name="connsiteY50" fmla="*/ 9925 h 350024"/>
                <a:gd name="connsiteX51" fmla="*/ 1447996 w 2748610"/>
                <a:gd name="connsiteY51" fmla="*/ 7002 h 350024"/>
                <a:gd name="connsiteX52" fmla="*/ 1430448 w 2748610"/>
                <a:gd name="connsiteY52" fmla="*/ 1302 h 350024"/>
                <a:gd name="connsiteX53" fmla="*/ 1407618 w 2748610"/>
                <a:gd name="connsiteY53" fmla="*/ 4719 h 350024"/>
                <a:gd name="connsiteX54" fmla="*/ 1387154 w 2748610"/>
                <a:gd name="connsiteY54" fmla="*/ 3458 h 350024"/>
                <a:gd name="connsiteX55" fmla="*/ 1367061 w 2748610"/>
                <a:gd name="connsiteY55" fmla="*/ 6065 h 350024"/>
                <a:gd name="connsiteX56" fmla="*/ 1343504 w 2748610"/>
                <a:gd name="connsiteY56" fmla="*/ 224 h 350024"/>
                <a:gd name="connsiteX57" fmla="*/ 1325784 w 2748610"/>
                <a:gd name="connsiteY57" fmla="*/ 7126 h 350024"/>
                <a:gd name="connsiteX58" fmla="*/ 1306589 w 2748610"/>
                <a:gd name="connsiteY58" fmla="*/ 8307 h 350024"/>
                <a:gd name="connsiteX59" fmla="*/ 1284225 w 2748610"/>
                <a:gd name="connsiteY59" fmla="*/ 2918 h 350024"/>
                <a:gd name="connsiteX60" fmla="*/ 1262400 w 2748610"/>
                <a:gd name="connsiteY60" fmla="*/ 6691 h 350024"/>
                <a:gd name="connsiteX61" fmla="*/ 1244886 w 2748610"/>
                <a:gd name="connsiteY61" fmla="*/ 5073 h 350024"/>
                <a:gd name="connsiteX62" fmla="*/ 1228612 w 2748610"/>
                <a:gd name="connsiteY62" fmla="*/ 3459 h 350024"/>
                <a:gd name="connsiteX63" fmla="*/ 1206893 w 2748610"/>
                <a:gd name="connsiteY63" fmla="*/ 8038 h 350024"/>
                <a:gd name="connsiteX64" fmla="*/ 1177524 w 2748610"/>
                <a:gd name="connsiteY64" fmla="*/ -46 h 350024"/>
                <a:gd name="connsiteX65" fmla="*/ 1174021 w 2748610"/>
                <a:gd name="connsiteY65" fmla="*/ -313 h 350024"/>
                <a:gd name="connsiteX66" fmla="*/ 1549093 w 2748610"/>
                <a:gd name="connsiteY66" fmla="*/ 81058 h 350024"/>
                <a:gd name="connsiteX67" fmla="*/ 1549093 w 2748610"/>
                <a:gd name="connsiteY67" fmla="*/ 81058 h 350024"/>
                <a:gd name="connsiteX68" fmla="*/ 1486581 w 2748610"/>
                <a:gd name="connsiteY68" fmla="*/ 84829 h 350024"/>
                <a:gd name="connsiteX69" fmla="*/ 1486581 w 2748610"/>
                <a:gd name="connsiteY69" fmla="*/ 84829 h 350024"/>
                <a:gd name="connsiteX70" fmla="*/ 1571996 w 2748610"/>
                <a:gd name="connsiteY70" fmla="*/ 89140 h 350024"/>
                <a:gd name="connsiteX71" fmla="*/ 1571996 w 2748610"/>
                <a:gd name="connsiteY71" fmla="*/ 89140 h 350024"/>
                <a:gd name="connsiteX72" fmla="*/ 1530231 w 2748610"/>
                <a:gd name="connsiteY72" fmla="*/ 89408 h 350024"/>
                <a:gd name="connsiteX73" fmla="*/ 1530231 w 2748610"/>
                <a:gd name="connsiteY73" fmla="*/ 89408 h 350024"/>
                <a:gd name="connsiteX74" fmla="*/ 1532118 w 2748610"/>
                <a:gd name="connsiteY74" fmla="*/ 90755 h 350024"/>
                <a:gd name="connsiteX75" fmla="*/ 1532118 w 2748610"/>
                <a:gd name="connsiteY75" fmla="*/ 90755 h 350024"/>
                <a:gd name="connsiteX76" fmla="*/ 1353204 w 2748610"/>
                <a:gd name="connsiteY76" fmla="*/ 96413 h 350024"/>
                <a:gd name="connsiteX77" fmla="*/ 1354282 w 2748610"/>
                <a:gd name="connsiteY77" fmla="*/ 95603 h 350024"/>
                <a:gd name="connsiteX78" fmla="*/ 1353204 w 2748610"/>
                <a:gd name="connsiteY78" fmla="*/ 96413 h 350024"/>
                <a:gd name="connsiteX79" fmla="*/ 1283417 w 2748610"/>
                <a:gd name="connsiteY79" fmla="*/ 101533 h 350024"/>
                <a:gd name="connsiteX80" fmla="*/ 1283417 w 2748610"/>
                <a:gd name="connsiteY80" fmla="*/ 101533 h 350024"/>
                <a:gd name="connsiteX81" fmla="*/ 1276681 w 2748610"/>
                <a:gd name="connsiteY81" fmla="*/ 101266 h 350024"/>
                <a:gd name="connsiteX82" fmla="*/ 1276681 w 2748610"/>
                <a:gd name="connsiteY82" fmla="*/ 101266 h 350024"/>
                <a:gd name="connsiteX83" fmla="*/ 1246772 w 2748610"/>
                <a:gd name="connsiteY83" fmla="*/ 105847 h 350024"/>
                <a:gd name="connsiteX84" fmla="*/ 1246772 w 2748610"/>
                <a:gd name="connsiteY84" fmla="*/ 105847 h 350024"/>
                <a:gd name="connsiteX85" fmla="*/ 1219827 w 2748610"/>
                <a:gd name="connsiteY85" fmla="*/ 108272 h 350024"/>
                <a:gd name="connsiteX86" fmla="*/ 1219827 w 2748610"/>
                <a:gd name="connsiteY86" fmla="*/ 108272 h 350024"/>
                <a:gd name="connsiteX87" fmla="*/ 1268328 w 2748610"/>
                <a:gd name="connsiteY87" fmla="*/ 109082 h 350024"/>
                <a:gd name="connsiteX88" fmla="*/ 1268328 w 2748610"/>
                <a:gd name="connsiteY88" fmla="*/ 109082 h 350024"/>
                <a:gd name="connsiteX89" fmla="*/ 1224946 w 2748610"/>
                <a:gd name="connsiteY89" fmla="*/ 119860 h 350024"/>
                <a:gd name="connsiteX90" fmla="*/ 1224946 w 2748610"/>
                <a:gd name="connsiteY90" fmla="*/ 119860 h 350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2748610" h="350024">
                  <a:moveTo>
                    <a:pt x="1174021" y="-317"/>
                  </a:moveTo>
                  <a:cubicBezTo>
                    <a:pt x="1171704" y="8499"/>
                    <a:pt x="1161198" y="7755"/>
                    <a:pt x="1154109" y="6801"/>
                  </a:cubicBezTo>
                  <a:cubicBezTo>
                    <a:pt x="1142870" y="9371"/>
                    <a:pt x="1131143" y="7145"/>
                    <a:pt x="1119719" y="8930"/>
                  </a:cubicBezTo>
                  <a:cubicBezTo>
                    <a:pt x="1081312" y="12215"/>
                    <a:pt x="1042659" y="15731"/>
                    <a:pt x="1004118" y="13046"/>
                  </a:cubicBezTo>
                  <a:cubicBezTo>
                    <a:pt x="996278" y="11725"/>
                    <a:pt x="986767" y="11139"/>
                    <a:pt x="980414" y="14917"/>
                  </a:cubicBezTo>
                  <a:cubicBezTo>
                    <a:pt x="977162" y="18207"/>
                    <a:pt x="969988" y="14262"/>
                    <a:pt x="968432" y="21239"/>
                  </a:cubicBezTo>
                  <a:cubicBezTo>
                    <a:pt x="960643" y="19877"/>
                    <a:pt x="954980" y="18664"/>
                    <a:pt x="947151" y="17817"/>
                  </a:cubicBezTo>
                  <a:cubicBezTo>
                    <a:pt x="939470" y="16141"/>
                    <a:pt x="933973" y="23399"/>
                    <a:pt x="927206" y="20431"/>
                  </a:cubicBezTo>
                  <a:cubicBezTo>
                    <a:pt x="920401" y="18199"/>
                    <a:pt x="920777" y="23374"/>
                    <a:pt x="912752" y="22152"/>
                  </a:cubicBezTo>
                  <a:lnTo>
                    <a:pt x="870891" y="23665"/>
                  </a:lnTo>
                  <a:cubicBezTo>
                    <a:pt x="864271" y="25113"/>
                    <a:pt x="855606" y="31813"/>
                    <a:pt x="849102" y="28202"/>
                  </a:cubicBezTo>
                  <a:cubicBezTo>
                    <a:pt x="841085" y="27512"/>
                    <a:pt x="833976" y="23764"/>
                    <a:pt x="826702" y="27168"/>
                  </a:cubicBezTo>
                  <a:cubicBezTo>
                    <a:pt x="818699" y="25611"/>
                    <a:pt x="811562" y="28642"/>
                    <a:pt x="804337" y="31479"/>
                  </a:cubicBezTo>
                  <a:cubicBezTo>
                    <a:pt x="798510" y="33324"/>
                    <a:pt x="791894" y="33677"/>
                    <a:pt x="786284" y="30936"/>
                  </a:cubicBezTo>
                  <a:cubicBezTo>
                    <a:pt x="778531" y="31298"/>
                    <a:pt x="771090" y="34898"/>
                    <a:pt x="763311" y="36011"/>
                  </a:cubicBezTo>
                  <a:cubicBezTo>
                    <a:pt x="753568" y="36913"/>
                    <a:pt x="743844" y="37797"/>
                    <a:pt x="734281" y="40098"/>
                  </a:cubicBezTo>
                  <a:cubicBezTo>
                    <a:pt x="681159" y="47710"/>
                    <a:pt x="628109" y="55834"/>
                    <a:pt x="575123" y="64360"/>
                  </a:cubicBezTo>
                  <a:cubicBezTo>
                    <a:pt x="497961" y="77420"/>
                    <a:pt x="421373" y="94140"/>
                    <a:pt x="346157" y="115816"/>
                  </a:cubicBezTo>
                  <a:cubicBezTo>
                    <a:pt x="293720" y="130616"/>
                    <a:pt x="241692" y="146950"/>
                    <a:pt x="190838" y="166564"/>
                  </a:cubicBezTo>
                  <a:cubicBezTo>
                    <a:pt x="126672" y="190540"/>
                    <a:pt x="64877" y="220250"/>
                    <a:pt x="2729" y="248920"/>
                  </a:cubicBezTo>
                  <a:cubicBezTo>
                    <a:pt x="-3547" y="254388"/>
                    <a:pt x="2250" y="265772"/>
                    <a:pt x="10004" y="265895"/>
                  </a:cubicBezTo>
                  <a:cubicBezTo>
                    <a:pt x="90433" y="289142"/>
                    <a:pt x="169437" y="317050"/>
                    <a:pt x="247388" y="347539"/>
                  </a:cubicBezTo>
                  <a:cubicBezTo>
                    <a:pt x="268675" y="354052"/>
                    <a:pt x="289255" y="342484"/>
                    <a:pt x="309105" y="336303"/>
                  </a:cubicBezTo>
                  <a:cubicBezTo>
                    <a:pt x="374439" y="314269"/>
                    <a:pt x="439785" y="292262"/>
                    <a:pt x="505599" y="271694"/>
                  </a:cubicBezTo>
                  <a:cubicBezTo>
                    <a:pt x="558941" y="254599"/>
                    <a:pt x="612824" y="239190"/>
                    <a:pt x="666919" y="224670"/>
                  </a:cubicBezTo>
                  <a:cubicBezTo>
                    <a:pt x="711278" y="212981"/>
                    <a:pt x="756128" y="203147"/>
                    <a:pt x="801374" y="195570"/>
                  </a:cubicBezTo>
                  <a:cubicBezTo>
                    <a:pt x="811320" y="190520"/>
                    <a:pt x="819655" y="180692"/>
                    <a:pt x="831609" y="180991"/>
                  </a:cubicBezTo>
                  <a:cubicBezTo>
                    <a:pt x="856078" y="175872"/>
                    <a:pt x="879686" y="167149"/>
                    <a:pt x="904478" y="163446"/>
                  </a:cubicBezTo>
                  <a:cubicBezTo>
                    <a:pt x="943911" y="155468"/>
                    <a:pt x="983347" y="147400"/>
                    <a:pt x="1022949" y="140331"/>
                  </a:cubicBezTo>
                  <a:cubicBezTo>
                    <a:pt x="1061568" y="134765"/>
                    <a:pt x="1100021" y="127595"/>
                    <a:pt x="1138992" y="124974"/>
                  </a:cubicBezTo>
                  <a:cubicBezTo>
                    <a:pt x="1149160" y="124371"/>
                    <a:pt x="1158239" y="119703"/>
                    <a:pt x="1167633" y="116421"/>
                  </a:cubicBezTo>
                  <a:cubicBezTo>
                    <a:pt x="1176936" y="113411"/>
                    <a:pt x="1186739" y="115998"/>
                    <a:pt x="1196115" y="116085"/>
                  </a:cubicBezTo>
                  <a:cubicBezTo>
                    <a:pt x="1202893" y="115265"/>
                    <a:pt x="1209800" y="111519"/>
                    <a:pt x="1216594" y="114199"/>
                  </a:cubicBezTo>
                  <a:cubicBezTo>
                    <a:pt x="1226570" y="114518"/>
                    <a:pt x="1232036" y="102100"/>
                    <a:pt x="1242461" y="103960"/>
                  </a:cubicBezTo>
                  <a:cubicBezTo>
                    <a:pt x="1260003" y="107146"/>
                    <a:pt x="1277909" y="105176"/>
                    <a:pt x="1295146" y="101143"/>
                  </a:cubicBezTo>
                  <a:cubicBezTo>
                    <a:pt x="1335871" y="91847"/>
                    <a:pt x="1377954" y="93380"/>
                    <a:pt x="1419383" y="90497"/>
                  </a:cubicBezTo>
                  <a:cubicBezTo>
                    <a:pt x="1437851" y="88392"/>
                    <a:pt x="1456388" y="87087"/>
                    <a:pt x="1474988" y="87436"/>
                  </a:cubicBezTo>
                  <a:cubicBezTo>
                    <a:pt x="1496039" y="87264"/>
                    <a:pt x="1516933" y="81646"/>
                    <a:pt x="1538032" y="84543"/>
                  </a:cubicBezTo>
                  <a:cubicBezTo>
                    <a:pt x="1566413" y="86686"/>
                    <a:pt x="1594843" y="83452"/>
                    <a:pt x="1623262" y="84293"/>
                  </a:cubicBezTo>
                  <a:cubicBezTo>
                    <a:pt x="1710507" y="84043"/>
                    <a:pt x="1797720" y="86742"/>
                    <a:pt x="1884886" y="90216"/>
                  </a:cubicBezTo>
                  <a:cubicBezTo>
                    <a:pt x="1989756" y="93749"/>
                    <a:pt x="2094144" y="104864"/>
                    <a:pt x="2198625" y="113951"/>
                  </a:cubicBezTo>
                  <a:cubicBezTo>
                    <a:pt x="2274533" y="121604"/>
                    <a:pt x="2350495" y="128890"/>
                    <a:pt x="2426101" y="139200"/>
                  </a:cubicBezTo>
                  <a:cubicBezTo>
                    <a:pt x="2533838" y="152761"/>
                    <a:pt x="2641194" y="169123"/>
                    <a:pt x="2748677" y="184528"/>
                  </a:cubicBezTo>
                  <a:cubicBezTo>
                    <a:pt x="2610963" y="148204"/>
                    <a:pt x="2473662" y="109074"/>
                    <a:pt x="2333082" y="85164"/>
                  </a:cubicBezTo>
                  <a:cubicBezTo>
                    <a:pt x="2229640" y="66913"/>
                    <a:pt x="2125172" y="55258"/>
                    <a:pt x="2020705" y="44721"/>
                  </a:cubicBezTo>
                  <a:cubicBezTo>
                    <a:pt x="1923338" y="35183"/>
                    <a:pt x="1825795" y="27481"/>
                    <a:pt x="1728205" y="20617"/>
                  </a:cubicBezTo>
                  <a:cubicBezTo>
                    <a:pt x="1677941" y="17444"/>
                    <a:pt x="1627665" y="14456"/>
                    <a:pt x="1577385" y="11541"/>
                  </a:cubicBezTo>
                  <a:cubicBezTo>
                    <a:pt x="1564384" y="8222"/>
                    <a:pt x="1551278" y="16489"/>
                    <a:pt x="1538315" y="12352"/>
                  </a:cubicBezTo>
                  <a:cubicBezTo>
                    <a:pt x="1530971" y="13495"/>
                    <a:pt x="1523610" y="12438"/>
                    <a:pt x="1518390" y="6969"/>
                  </a:cubicBezTo>
                  <a:cubicBezTo>
                    <a:pt x="1510423" y="3813"/>
                    <a:pt x="1502782" y="11520"/>
                    <a:pt x="1494583" y="9252"/>
                  </a:cubicBezTo>
                  <a:cubicBezTo>
                    <a:pt x="1486648" y="6388"/>
                    <a:pt x="1479146" y="10561"/>
                    <a:pt x="1471492" y="9925"/>
                  </a:cubicBezTo>
                  <a:cubicBezTo>
                    <a:pt x="1463913" y="6975"/>
                    <a:pt x="1456178" y="3265"/>
                    <a:pt x="1447996" y="7002"/>
                  </a:cubicBezTo>
                  <a:cubicBezTo>
                    <a:pt x="1439187" y="12159"/>
                    <a:pt x="1438810" y="-159"/>
                    <a:pt x="1430448" y="1302"/>
                  </a:cubicBezTo>
                  <a:cubicBezTo>
                    <a:pt x="1422952" y="3658"/>
                    <a:pt x="1415192" y="2456"/>
                    <a:pt x="1407618" y="4719"/>
                  </a:cubicBezTo>
                  <a:cubicBezTo>
                    <a:pt x="1401154" y="9692"/>
                    <a:pt x="1393927" y="5047"/>
                    <a:pt x="1387154" y="3458"/>
                  </a:cubicBezTo>
                  <a:cubicBezTo>
                    <a:pt x="1380259" y="2433"/>
                    <a:pt x="1374169" y="8289"/>
                    <a:pt x="1367061" y="6065"/>
                  </a:cubicBezTo>
                  <a:cubicBezTo>
                    <a:pt x="1358855" y="5729"/>
                    <a:pt x="1351378" y="1717"/>
                    <a:pt x="1343504" y="224"/>
                  </a:cubicBezTo>
                  <a:cubicBezTo>
                    <a:pt x="1337167" y="1736"/>
                    <a:pt x="1333064" y="12071"/>
                    <a:pt x="1325784" y="7126"/>
                  </a:cubicBezTo>
                  <a:cubicBezTo>
                    <a:pt x="1319724" y="867"/>
                    <a:pt x="1313164" y="12037"/>
                    <a:pt x="1306589" y="8307"/>
                  </a:cubicBezTo>
                  <a:cubicBezTo>
                    <a:pt x="1299726" y="5322"/>
                    <a:pt x="1291932" y="-1890"/>
                    <a:pt x="1284225" y="2918"/>
                  </a:cubicBezTo>
                  <a:cubicBezTo>
                    <a:pt x="1278846" y="10133"/>
                    <a:pt x="1269270" y="3228"/>
                    <a:pt x="1262400" y="6691"/>
                  </a:cubicBezTo>
                  <a:cubicBezTo>
                    <a:pt x="1256687" y="6070"/>
                    <a:pt x="1249054" y="-2832"/>
                    <a:pt x="1244886" y="5073"/>
                  </a:cubicBezTo>
                  <a:cubicBezTo>
                    <a:pt x="1239053" y="11048"/>
                    <a:pt x="1234229" y="-6500"/>
                    <a:pt x="1228612" y="3459"/>
                  </a:cubicBezTo>
                  <a:cubicBezTo>
                    <a:pt x="1222559" y="7665"/>
                    <a:pt x="1214050" y="12590"/>
                    <a:pt x="1206893" y="8038"/>
                  </a:cubicBezTo>
                  <a:cubicBezTo>
                    <a:pt x="1197077" y="5278"/>
                    <a:pt x="1186248" y="5915"/>
                    <a:pt x="1177524" y="-46"/>
                  </a:cubicBezTo>
                  <a:cubicBezTo>
                    <a:pt x="1176326" y="325"/>
                    <a:pt x="1175129" y="-1110"/>
                    <a:pt x="1174021" y="-313"/>
                  </a:cubicBezTo>
                  <a:close/>
                  <a:moveTo>
                    <a:pt x="1549093" y="81058"/>
                  </a:moveTo>
                  <a:cubicBezTo>
                    <a:pt x="1549779" y="82538"/>
                    <a:pt x="1547612" y="80368"/>
                    <a:pt x="1549093" y="81058"/>
                  </a:cubicBezTo>
                  <a:close/>
                  <a:moveTo>
                    <a:pt x="1486581" y="84829"/>
                  </a:moveTo>
                  <a:cubicBezTo>
                    <a:pt x="1489871" y="87081"/>
                    <a:pt x="1481721" y="84433"/>
                    <a:pt x="1486581" y="84829"/>
                  </a:cubicBezTo>
                  <a:close/>
                  <a:moveTo>
                    <a:pt x="1571996" y="89140"/>
                  </a:moveTo>
                  <a:cubicBezTo>
                    <a:pt x="1572000" y="91899"/>
                    <a:pt x="1573153" y="87009"/>
                    <a:pt x="1571996" y="89140"/>
                  </a:cubicBezTo>
                  <a:close/>
                  <a:moveTo>
                    <a:pt x="1530231" y="89408"/>
                  </a:moveTo>
                  <a:cubicBezTo>
                    <a:pt x="1530951" y="91394"/>
                    <a:pt x="1531496" y="88084"/>
                    <a:pt x="1530231" y="89408"/>
                  </a:cubicBezTo>
                  <a:close/>
                  <a:moveTo>
                    <a:pt x="1532118" y="90755"/>
                  </a:moveTo>
                  <a:cubicBezTo>
                    <a:pt x="1530400" y="94682"/>
                    <a:pt x="1535196" y="89237"/>
                    <a:pt x="1532118" y="90755"/>
                  </a:cubicBezTo>
                  <a:close/>
                  <a:moveTo>
                    <a:pt x="1353204" y="96413"/>
                  </a:moveTo>
                  <a:lnTo>
                    <a:pt x="1354282" y="95603"/>
                  </a:lnTo>
                  <a:lnTo>
                    <a:pt x="1353204" y="96413"/>
                  </a:lnTo>
                  <a:close/>
                  <a:moveTo>
                    <a:pt x="1283417" y="101533"/>
                  </a:moveTo>
                  <a:cubicBezTo>
                    <a:pt x="1284062" y="103496"/>
                    <a:pt x="1280888" y="99797"/>
                    <a:pt x="1283417" y="101533"/>
                  </a:cubicBezTo>
                  <a:close/>
                  <a:moveTo>
                    <a:pt x="1276681" y="101266"/>
                  </a:moveTo>
                  <a:cubicBezTo>
                    <a:pt x="1278626" y="102646"/>
                    <a:pt x="1274676" y="101154"/>
                    <a:pt x="1276681" y="101266"/>
                  </a:cubicBezTo>
                  <a:close/>
                  <a:moveTo>
                    <a:pt x="1246772" y="105847"/>
                  </a:moveTo>
                  <a:cubicBezTo>
                    <a:pt x="1245813" y="108473"/>
                    <a:pt x="1248829" y="104472"/>
                    <a:pt x="1246772" y="105847"/>
                  </a:cubicBezTo>
                  <a:close/>
                  <a:moveTo>
                    <a:pt x="1219827" y="108272"/>
                  </a:moveTo>
                  <a:cubicBezTo>
                    <a:pt x="1222155" y="110889"/>
                    <a:pt x="1217824" y="107970"/>
                    <a:pt x="1219827" y="108272"/>
                  </a:cubicBezTo>
                  <a:close/>
                  <a:moveTo>
                    <a:pt x="1268328" y="109082"/>
                  </a:moveTo>
                  <a:cubicBezTo>
                    <a:pt x="1269744" y="109168"/>
                    <a:pt x="1268224" y="106439"/>
                    <a:pt x="1268328" y="109082"/>
                  </a:cubicBezTo>
                  <a:close/>
                  <a:moveTo>
                    <a:pt x="1224946" y="119860"/>
                  </a:moveTo>
                  <a:cubicBezTo>
                    <a:pt x="1225888" y="120953"/>
                    <a:pt x="1225860" y="117433"/>
                    <a:pt x="1224946" y="119860"/>
                  </a:cubicBezTo>
                  <a:close/>
                </a:path>
              </a:pathLst>
            </a:custGeom>
            <a:solidFill>
              <a:srgbClr val="EBE7AC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91" name="任意多边形: 形状 290">
              <a:extLst>
                <a:ext uri="{FF2B5EF4-FFF2-40B4-BE49-F238E27FC236}">
                  <a16:creationId xmlns:a16="http://schemas.microsoft.com/office/drawing/2014/main" id="{398E48ED-77E8-44E8-C7E4-102920194FE8}"/>
                </a:ext>
              </a:extLst>
            </p:cNvPr>
            <p:cNvSpPr/>
            <p:nvPr/>
          </p:nvSpPr>
          <p:spPr>
            <a:xfrm>
              <a:off x="3832948" y="6698993"/>
              <a:ext cx="2936051" cy="619106"/>
            </a:xfrm>
            <a:custGeom>
              <a:avLst/>
              <a:gdLst>
                <a:gd name="connsiteX0" fmla="*/ 69 w 2936051"/>
                <a:gd name="connsiteY0" fmla="*/ 279585 h 619106"/>
                <a:gd name="connsiteX1" fmla="*/ 704239 w 2936051"/>
                <a:gd name="connsiteY1" fmla="*/ 59594 h 619106"/>
                <a:gd name="connsiteX2" fmla="*/ 868080 w 2936051"/>
                <a:gd name="connsiteY2" fmla="*/ 18484 h 619106"/>
                <a:gd name="connsiteX3" fmla="*/ 1045019 w 2936051"/>
                <a:gd name="connsiteY3" fmla="*/ 21389 h 619106"/>
                <a:gd name="connsiteX4" fmla="*/ 1661405 w 2936051"/>
                <a:gd name="connsiteY4" fmla="*/ 8360 h 619106"/>
                <a:gd name="connsiteX5" fmla="*/ 1976621 w 2936051"/>
                <a:gd name="connsiteY5" fmla="*/ 28080 h 619106"/>
                <a:gd name="connsiteX6" fmla="*/ 2453670 w 2936051"/>
                <a:gd name="connsiteY6" fmla="*/ 112588 h 619106"/>
                <a:gd name="connsiteX7" fmla="*/ 2517368 w 2936051"/>
                <a:gd name="connsiteY7" fmla="*/ 129489 h 619106"/>
                <a:gd name="connsiteX8" fmla="*/ 2467825 w 2936051"/>
                <a:gd name="connsiteY8" fmla="*/ 125088 h 619106"/>
                <a:gd name="connsiteX9" fmla="*/ 2389020 w 2936051"/>
                <a:gd name="connsiteY9" fmla="*/ 111795 h 619106"/>
                <a:gd name="connsiteX10" fmla="*/ 2579376 w 2936051"/>
                <a:gd name="connsiteY10" fmla="*/ 159860 h 619106"/>
                <a:gd name="connsiteX11" fmla="*/ 2749978 w 2936051"/>
                <a:gd name="connsiteY11" fmla="*/ 228435 h 619106"/>
                <a:gd name="connsiteX12" fmla="*/ 2865646 w 2936051"/>
                <a:gd name="connsiteY12" fmla="*/ 277556 h 619106"/>
                <a:gd name="connsiteX13" fmla="*/ 2936106 w 2936051"/>
                <a:gd name="connsiteY13" fmla="*/ 296394 h 619106"/>
                <a:gd name="connsiteX14" fmla="*/ 2690188 w 2936051"/>
                <a:gd name="connsiteY14" fmla="*/ 363913 h 619106"/>
                <a:gd name="connsiteX15" fmla="*/ 2401270 w 2936051"/>
                <a:gd name="connsiteY15" fmla="*/ 501594 h 619106"/>
                <a:gd name="connsiteX16" fmla="*/ 2176054 w 2936051"/>
                <a:gd name="connsiteY16" fmla="*/ 615591 h 619106"/>
                <a:gd name="connsiteX17" fmla="*/ 1861683 w 2936051"/>
                <a:gd name="connsiteY17" fmla="*/ 541293 h 619106"/>
                <a:gd name="connsiteX18" fmla="*/ 1112514 w 2936051"/>
                <a:gd name="connsiteY18" fmla="*/ 424038 h 619106"/>
                <a:gd name="connsiteX19" fmla="*/ 467398 w 2936051"/>
                <a:gd name="connsiteY19" fmla="*/ 334245 h 619106"/>
                <a:gd name="connsiteX20" fmla="*/ 67 w 2936051"/>
                <a:gd name="connsiteY20" fmla="*/ 279579 h 61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936051" h="619106">
                  <a:moveTo>
                    <a:pt x="69" y="279585"/>
                  </a:moveTo>
                  <a:cubicBezTo>
                    <a:pt x="210540" y="166718"/>
                    <a:pt x="486878" y="110966"/>
                    <a:pt x="704239" y="59594"/>
                  </a:cubicBezTo>
                  <a:cubicBezTo>
                    <a:pt x="761154" y="46144"/>
                    <a:pt x="807267" y="24446"/>
                    <a:pt x="868080" y="18484"/>
                  </a:cubicBezTo>
                  <a:cubicBezTo>
                    <a:pt x="925853" y="12819"/>
                    <a:pt x="987215" y="25849"/>
                    <a:pt x="1045019" y="21389"/>
                  </a:cubicBezTo>
                  <a:cubicBezTo>
                    <a:pt x="1253905" y="5271"/>
                    <a:pt x="1452132" y="-11234"/>
                    <a:pt x="1661405" y="8360"/>
                  </a:cubicBezTo>
                  <a:cubicBezTo>
                    <a:pt x="1765485" y="18106"/>
                    <a:pt x="1873627" y="6429"/>
                    <a:pt x="1976621" y="28080"/>
                  </a:cubicBezTo>
                  <a:cubicBezTo>
                    <a:pt x="2135324" y="61440"/>
                    <a:pt x="2297812" y="80116"/>
                    <a:pt x="2453670" y="112588"/>
                  </a:cubicBezTo>
                  <a:cubicBezTo>
                    <a:pt x="2475176" y="117068"/>
                    <a:pt x="2500493" y="143552"/>
                    <a:pt x="2517368" y="129489"/>
                  </a:cubicBezTo>
                  <a:cubicBezTo>
                    <a:pt x="2530105" y="118875"/>
                    <a:pt x="2484128" y="128108"/>
                    <a:pt x="2467825" y="125088"/>
                  </a:cubicBezTo>
                  <a:cubicBezTo>
                    <a:pt x="2452171" y="122189"/>
                    <a:pt x="2384061" y="106535"/>
                    <a:pt x="2389020" y="111795"/>
                  </a:cubicBezTo>
                  <a:cubicBezTo>
                    <a:pt x="2416912" y="141377"/>
                    <a:pt x="2540360" y="149341"/>
                    <a:pt x="2579376" y="159860"/>
                  </a:cubicBezTo>
                  <a:cubicBezTo>
                    <a:pt x="2638554" y="175815"/>
                    <a:pt x="2693406" y="204863"/>
                    <a:pt x="2749978" y="228435"/>
                  </a:cubicBezTo>
                  <a:cubicBezTo>
                    <a:pt x="2788495" y="244484"/>
                    <a:pt x="2828899" y="257371"/>
                    <a:pt x="2865646" y="277556"/>
                  </a:cubicBezTo>
                  <a:cubicBezTo>
                    <a:pt x="2873477" y="281857"/>
                    <a:pt x="2937165" y="295216"/>
                    <a:pt x="2936106" y="296394"/>
                  </a:cubicBezTo>
                  <a:cubicBezTo>
                    <a:pt x="2908971" y="326544"/>
                    <a:pt x="2743457" y="334543"/>
                    <a:pt x="2690188" y="363913"/>
                  </a:cubicBezTo>
                  <a:cubicBezTo>
                    <a:pt x="2596834" y="415376"/>
                    <a:pt x="2497772" y="454362"/>
                    <a:pt x="2401270" y="501594"/>
                  </a:cubicBezTo>
                  <a:cubicBezTo>
                    <a:pt x="2329441" y="536750"/>
                    <a:pt x="2255311" y="598466"/>
                    <a:pt x="2176054" y="615591"/>
                  </a:cubicBezTo>
                  <a:cubicBezTo>
                    <a:pt x="2087710" y="634677"/>
                    <a:pt x="1951114" y="555691"/>
                    <a:pt x="1861683" y="541293"/>
                  </a:cubicBezTo>
                  <a:cubicBezTo>
                    <a:pt x="1607135" y="500316"/>
                    <a:pt x="1369158" y="452363"/>
                    <a:pt x="1112514" y="424038"/>
                  </a:cubicBezTo>
                  <a:cubicBezTo>
                    <a:pt x="887729" y="399234"/>
                    <a:pt x="691588" y="362790"/>
                    <a:pt x="467398" y="334245"/>
                  </a:cubicBezTo>
                  <a:cubicBezTo>
                    <a:pt x="373208" y="322253"/>
                    <a:pt x="61751" y="354843"/>
                    <a:pt x="67" y="279579"/>
                  </a:cubicBezTo>
                  <a:close/>
                </a:path>
              </a:pathLst>
            </a:custGeom>
            <a:gradFill>
              <a:gsLst>
                <a:gs pos="0">
                  <a:srgbClr val="71C837"/>
                </a:gs>
                <a:gs pos="50000">
                  <a:srgbClr val="71C837">
                    <a:alpha val="49804"/>
                  </a:srgbClr>
                </a:gs>
                <a:gs pos="100000">
                  <a:srgbClr val="71C837">
                    <a:alpha val="0"/>
                  </a:srgbClr>
                </a:gs>
              </a:gsLst>
              <a:lin ang="5205722" scaled="1"/>
            </a:gra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92" name="任意多边形: 形状 291">
              <a:extLst>
                <a:ext uri="{FF2B5EF4-FFF2-40B4-BE49-F238E27FC236}">
                  <a16:creationId xmlns:a16="http://schemas.microsoft.com/office/drawing/2014/main" id="{FE47A8A0-A8FF-82D1-EB7C-11C418DF15F8}"/>
                </a:ext>
              </a:extLst>
            </p:cNvPr>
            <p:cNvSpPr/>
            <p:nvPr/>
          </p:nvSpPr>
          <p:spPr>
            <a:xfrm>
              <a:off x="6647628" y="6477892"/>
              <a:ext cx="903818" cy="491123"/>
            </a:xfrm>
            <a:custGeom>
              <a:avLst/>
              <a:gdLst>
                <a:gd name="connsiteX0" fmla="*/ 67 w 903818"/>
                <a:gd name="connsiteY0" fmla="*/ 464299 h 491123"/>
                <a:gd name="connsiteX1" fmla="*/ 560735 w 903818"/>
                <a:gd name="connsiteY1" fmla="*/ 92684 h 491123"/>
                <a:gd name="connsiteX2" fmla="*/ 893877 w 903818"/>
                <a:gd name="connsiteY2" fmla="*/ -558 h 491123"/>
                <a:gd name="connsiteX3" fmla="*/ 903886 w 903818"/>
                <a:gd name="connsiteY3" fmla="*/ 12888 h 491123"/>
                <a:gd name="connsiteX4" fmla="*/ 75062 w 903818"/>
                <a:gd name="connsiteY4" fmla="*/ 490566 h 491123"/>
                <a:gd name="connsiteX5" fmla="*/ 67 w 903818"/>
                <a:gd name="connsiteY5" fmla="*/ 464298 h 491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3818" h="491123">
                  <a:moveTo>
                    <a:pt x="67" y="464299"/>
                  </a:moveTo>
                  <a:cubicBezTo>
                    <a:pt x="67" y="464299"/>
                    <a:pt x="334553" y="186556"/>
                    <a:pt x="560735" y="92684"/>
                  </a:cubicBezTo>
                  <a:cubicBezTo>
                    <a:pt x="786916" y="-1187"/>
                    <a:pt x="893877" y="-558"/>
                    <a:pt x="893877" y="-558"/>
                  </a:cubicBezTo>
                  <a:lnTo>
                    <a:pt x="903886" y="12888"/>
                  </a:lnTo>
                  <a:cubicBezTo>
                    <a:pt x="903886" y="12888"/>
                    <a:pt x="369662" y="150449"/>
                    <a:pt x="75062" y="490566"/>
                  </a:cubicBezTo>
                  <a:cubicBezTo>
                    <a:pt x="31290" y="469651"/>
                    <a:pt x="67" y="464298"/>
                    <a:pt x="67" y="464298"/>
                  </a:cubicBezTo>
                  <a:close/>
                </a:path>
              </a:pathLst>
            </a:custGeom>
            <a:solidFill>
              <a:srgbClr val="EBE7AC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99" name="任意多边形: 形状 298">
              <a:extLst>
                <a:ext uri="{FF2B5EF4-FFF2-40B4-BE49-F238E27FC236}">
                  <a16:creationId xmlns:a16="http://schemas.microsoft.com/office/drawing/2014/main" id="{7A6225D4-8688-BD49-96D8-BAA1CC0F5535}"/>
                </a:ext>
              </a:extLst>
            </p:cNvPr>
            <p:cNvSpPr/>
            <p:nvPr/>
          </p:nvSpPr>
          <p:spPr>
            <a:xfrm>
              <a:off x="8779403" y="6104226"/>
              <a:ext cx="1018486" cy="299079"/>
            </a:xfrm>
            <a:custGeom>
              <a:avLst/>
              <a:gdLst>
                <a:gd name="connsiteX0" fmla="*/ 212758 w 1018486"/>
                <a:gd name="connsiteY0" fmla="*/ 271043 h 299079"/>
                <a:gd name="connsiteX1" fmla="*/ 193744 w 1018486"/>
                <a:gd name="connsiteY1" fmla="*/ 272980 h 299079"/>
                <a:gd name="connsiteX2" fmla="*/ 130362 w 1018486"/>
                <a:gd name="connsiteY2" fmla="*/ 267346 h 299079"/>
                <a:gd name="connsiteX3" fmla="*/ 98038 w 1018486"/>
                <a:gd name="connsiteY3" fmla="*/ 262240 h 299079"/>
                <a:gd name="connsiteX4" fmla="*/ 430 w 1018486"/>
                <a:gd name="connsiteY4" fmla="*/ 280726 h 299079"/>
                <a:gd name="connsiteX5" fmla="*/ 109235 w 1018486"/>
                <a:gd name="connsiteY5" fmla="*/ 190935 h 299079"/>
                <a:gd name="connsiteX6" fmla="*/ 143462 w 1018486"/>
                <a:gd name="connsiteY6" fmla="*/ 148857 h 299079"/>
                <a:gd name="connsiteX7" fmla="*/ 138602 w 1018486"/>
                <a:gd name="connsiteY7" fmla="*/ 122096 h 299079"/>
                <a:gd name="connsiteX8" fmla="*/ 145785 w 1018486"/>
                <a:gd name="connsiteY8" fmla="*/ 94279 h 299079"/>
                <a:gd name="connsiteX9" fmla="*/ 166067 w 1018486"/>
                <a:gd name="connsiteY9" fmla="*/ 6777 h 299079"/>
                <a:gd name="connsiteX10" fmla="*/ 165860 w 1018486"/>
                <a:gd name="connsiteY10" fmla="*/ 791 h 299079"/>
                <a:gd name="connsiteX11" fmla="*/ 210228 w 1018486"/>
                <a:gd name="connsiteY11" fmla="*/ 66461 h 299079"/>
                <a:gd name="connsiteX12" fmla="*/ 276566 w 1018486"/>
                <a:gd name="connsiteY12" fmla="*/ 68398 h 299079"/>
                <a:gd name="connsiteX13" fmla="*/ 301919 w 1018486"/>
                <a:gd name="connsiteY13" fmla="*/ 83011 h 299079"/>
                <a:gd name="connsiteX14" fmla="*/ 337836 w 1018486"/>
                <a:gd name="connsiteY14" fmla="*/ 75617 h 299079"/>
                <a:gd name="connsiteX15" fmla="*/ 369103 w 1018486"/>
                <a:gd name="connsiteY15" fmla="*/ 81602 h 299079"/>
                <a:gd name="connsiteX16" fmla="*/ 392133 w 1018486"/>
                <a:gd name="connsiteY16" fmla="*/ 43925 h 299079"/>
                <a:gd name="connsiteX17" fmla="*/ 428260 w 1018486"/>
                <a:gd name="connsiteY17" fmla="*/ 74736 h 299079"/>
                <a:gd name="connsiteX18" fmla="*/ 520586 w 1018486"/>
                <a:gd name="connsiteY18" fmla="*/ 112941 h 299079"/>
                <a:gd name="connsiteX19" fmla="*/ 563897 w 1018486"/>
                <a:gd name="connsiteY19" fmla="*/ 101497 h 299079"/>
                <a:gd name="connsiteX20" fmla="*/ 586292 w 1018486"/>
                <a:gd name="connsiteY20" fmla="*/ 90229 h 299079"/>
                <a:gd name="connsiteX21" fmla="*/ 613545 w 1018486"/>
                <a:gd name="connsiteY21" fmla="*/ 90582 h 299079"/>
                <a:gd name="connsiteX22" fmla="*/ 652841 w 1018486"/>
                <a:gd name="connsiteY22" fmla="*/ 64877 h 299079"/>
                <a:gd name="connsiteX23" fmla="*/ 694039 w 1018486"/>
                <a:gd name="connsiteY23" fmla="*/ 86180 h 299079"/>
                <a:gd name="connsiteX24" fmla="*/ 732280 w 1018486"/>
                <a:gd name="connsiteY24" fmla="*/ 67166 h 299079"/>
                <a:gd name="connsiteX25" fmla="*/ 790803 w 1018486"/>
                <a:gd name="connsiteY25" fmla="*/ 60124 h 299079"/>
                <a:gd name="connsiteX26" fmla="*/ 858198 w 1018486"/>
                <a:gd name="connsiteY26" fmla="*/ 82483 h 299079"/>
                <a:gd name="connsiteX27" fmla="*/ 943129 w 1018486"/>
                <a:gd name="connsiteY27" fmla="*/ 85653 h 299079"/>
                <a:gd name="connsiteX28" fmla="*/ 1001018 w 1018486"/>
                <a:gd name="connsiteY28" fmla="*/ 97801 h 299079"/>
                <a:gd name="connsiteX29" fmla="*/ 1007356 w 1018486"/>
                <a:gd name="connsiteY29" fmla="*/ 110301 h 299079"/>
                <a:gd name="connsiteX30" fmla="*/ 1018553 w 1018486"/>
                <a:gd name="connsiteY30" fmla="*/ 128083 h 299079"/>
                <a:gd name="connsiteX31" fmla="*/ 1009469 w 1018486"/>
                <a:gd name="connsiteY31" fmla="*/ 149386 h 299079"/>
                <a:gd name="connsiteX32" fmla="*/ 1004186 w 1018486"/>
                <a:gd name="connsiteY32" fmla="*/ 159070 h 299079"/>
                <a:gd name="connsiteX33" fmla="*/ 973764 w 1018486"/>
                <a:gd name="connsiteY33" fmla="*/ 161711 h 299079"/>
                <a:gd name="connsiteX34" fmla="*/ 779393 w 1018486"/>
                <a:gd name="connsiteY34" fmla="*/ 183014 h 299079"/>
                <a:gd name="connsiteX35" fmla="*/ 716224 w 1018486"/>
                <a:gd name="connsiteY35" fmla="*/ 184246 h 299079"/>
                <a:gd name="connsiteX36" fmla="*/ 638475 w 1018486"/>
                <a:gd name="connsiteY36" fmla="*/ 202732 h 299079"/>
                <a:gd name="connsiteX37" fmla="*/ 522699 w 1018486"/>
                <a:gd name="connsiteY37" fmla="*/ 222275 h 299079"/>
                <a:gd name="connsiteX38" fmla="*/ 372695 w 1018486"/>
                <a:gd name="connsiteY38" fmla="*/ 235128 h 299079"/>
                <a:gd name="connsiteX39" fmla="*/ 338047 w 1018486"/>
                <a:gd name="connsiteY39" fmla="*/ 244107 h 299079"/>
                <a:gd name="connsiteX40" fmla="*/ 212763 w 1018486"/>
                <a:gd name="connsiteY40" fmla="*/ 271044 h 299079"/>
                <a:gd name="connsiteX41" fmla="*/ 212758 w 1018486"/>
                <a:gd name="connsiteY41" fmla="*/ 271043 h 299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018486" h="299079">
                  <a:moveTo>
                    <a:pt x="212758" y="271043"/>
                  </a:moveTo>
                  <a:cubicBezTo>
                    <a:pt x="206468" y="272125"/>
                    <a:pt x="200085" y="272358"/>
                    <a:pt x="193744" y="272980"/>
                  </a:cubicBezTo>
                  <a:cubicBezTo>
                    <a:pt x="114127" y="280784"/>
                    <a:pt x="104770" y="297995"/>
                    <a:pt x="130362" y="267346"/>
                  </a:cubicBezTo>
                  <a:cubicBezTo>
                    <a:pt x="183316" y="203929"/>
                    <a:pt x="101875" y="259705"/>
                    <a:pt x="98038" y="262240"/>
                  </a:cubicBezTo>
                  <a:cubicBezTo>
                    <a:pt x="-2902" y="328871"/>
                    <a:pt x="5927" y="283970"/>
                    <a:pt x="430" y="280726"/>
                  </a:cubicBezTo>
                  <a:cubicBezTo>
                    <a:pt x="-7300" y="276164"/>
                    <a:pt x="110866" y="204526"/>
                    <a:pt x="109235" y="190935"/>
                  </a:cubicBezTo>
                  <a:cubicBezTo>
                    <a:pt x="106497" y="168114"/>
                    <a:pt x="137503" y="158788"/>
                    <a:pt x="143462" y="148857"/>
                  </a:cubicBezTo>
                  <a:cubicBezTo>
                    <a:pt x="147903" y="141454"/>
                    <a:pt x="139380" y="129227"/>
                    <a:pt x="138602" y="122096"/>
                  </a:cubicBezTo>
                  <a:cubicBezTo>
                    <a:pt x="137618" y="113077"/>
                    <a:pt x="144725" y="103114"/>
                    <a:pt x="145785" y="94279"/>
                  </a:cubicBezTo>
                  <a:cubicBezTo>
                    <a:pt x="149793" y="60879"/>
                    <a:pt x="144690" y="33498"/>
                    <a:pt x="166067" y="6777"/>
                  </a:cubicBezTo>
                  <a:cubicBezTo>
                    <a:pt x="167315" y="5218"/>
                    <a:pt x="164141" y="1812"/>
                    <a:pt x="165860" y="791"/>
                  </a:cubicBezTo>
                  <a:cubicBezTo>
                    <a:pt x="185532" y="-10918"/>
                    <a:pt x="171321" y="57197"/>
                    <a:pt x="210228" y="66461"/>
                  </a:cubicBezTo>
                  <a:cubicBezTo>
                    <a:pt x="230736" y="71344"/>
                    <a:pt x="255106" y="64820"/>
                    <a:pt x="276566" y="68398"/>
                  </a:cubicBezTo>
                  <a:cubicBezTo>
                    <a:pt x="285364" y="69864"/>
                    <a:pt x="292483" y="80728"/>
                    <a:pt x="301919" y="83011"/>
                  </a:cubicBezTo>
                  <a:cubicBezTo>
                    <a:pt x="315026" y="86182"/>
                    <a:pt x="323804" y="76347"/>
                    <a:pt x="337836" y="75617"/>
                  </a:cubicBezTo>
                  <a:cubicBezTo>
                    <a:pt x="348389" y="75065"/>
                    <a:pt x="358393" y="84081"/>
                    <a:pt x="369103" y="81602"/>
                  </a:cubicBezTo>
                  <a:cubicBezTo>
                    <a:pt x="397560" y="75016"/>
                    <a:pt x="356694" y="38019"/>
                    <a:pt x="392133" y="43925"/>
                  </a:cubicBezTo>
                  <a:cubicBezTo>
                    <a:pt x="408416" y="46639"/>
                    <a:pt x="413999" y="65228"/>
                    <a:pt x="428260" y="74736"/>
                  </a:cubicBezTo>
                  <a:cubicBezTo>
                    <a:pt x="439554" y="82265"/>
                    <a:pt x="512332" y="115889"/>
                    <a:pt x="520586" y="112941"/>
                  </a:cubicBezTo>
                  <a:cubicBezTo>
                    <a:pt x="534122" y="108106"/>
                    <a:pt x="549920" y="106350"/>
                    <a:pt x="563897" y="101497"/>
                  </a:cubicBezTo>
                  <a:cubicBezTo>
                    <a:pt x="570803" y="99099"/>
                    <a:pt x="580046" y="91052"/>
                    <a:pt x="586292" y="90229"/>
                  </a:cubicBezTo>
                  <a:cubicBezTo>
                    <a:pt x="594654" y="89129"/>
                    <a:pt x="606044" y="92367"/>
                    <a:pt x="613545" y="90582"/>
                  </a:cubicBezTo>
                  <a:cubicBezTo>
                    <a:pt x="628193" y="87095"/>
                    <a:pt x="635169" y="66010"/>
                    <a:pt x="652841" y="64877"/>
                  </a:cubicBezTo>
                  <a:cubicBezTo>
                    <a:pt x="690233" y="62481"/>
                    <a:pt x="661963" y="88853"/>
                    <a:pt x="694039" y="86180"/>
                  </a:cubicBezTo>
                  <a:cubicBezTo>
                    <a:pt x="708416" y="84983"/>
                    <a:pt x="718633" y="71904"/>
                    <a:pt x="732280" y="67166"/>
                  </a:cubicBezTo>
                  <a:cubicBezTo>
                    <a:pt x="745278" y="62653"/>
                    <a:pt x="776681" y="60124"/>
                    <a:pt x="790803" y="60124"/>
                  </a:cubicBezTo>
                  <a:cubicBezTo>
                    <a:pt x="819507" y="60124"/>
                    <a:pt x="832236" y="76302"/>
                    <a:pt x="858198" y="82483"/>
                  </a:cubicBezTo>
                  <a:cubicBezTo>
                    <a:pt x="887527" y="89466"/>
                    <a:pt x="914713" y="79513"/>
                    <a:pt x="943129" y="85653"/>
                  </a:cubicBezTo>
                  <a:cubicBezTo>
                    <a:pt x="963008" y="89947"/>
                    <a:pt x="984372" y="81156"/>
                    <a:pt x="1001018" y="97801"/>
                  </a:cubicBezTo>
                  <a:cubicBezTo>
                    <a:pt x="1002563" y="99346"/>
                    <a:pt x="1004744" y="107035"/>
                    <a:pt x="1007356" y="110301"/>
                  </a:cubicBezTo>
                  <a:cubicBezTo>
                    <a:pt x="1011612" y="115620"/>
                    <a:pt x="1018553" y="120830"/>
                    <a:pt x="1018553" y="128083"/>
                  </a:cubicBezTo>
                  <a:cubicBezTo>
                    <a:pt x="1018553" y="139157"/>
                    <a:pt x="1016170" y="140610"/>
                    <a:pt x="1009469" y="149386"/>
                  </a:cubicBezTo>
                  <a:cubicBezTo>
                    <a:pt x="1008158" y="151102"/>
                    <a:pt x="1024392" y="158038"/>
                    <a:pt x="1004186" y="159070"/>
                  </a:cubicBezTo>
                  <a:cubicBezTo>
                    <a:pt x="994043" y="159587"/>
                    <a:pt x="983915" y="161534"/>
                    <a:pt x="973764" y="161711"/>
                  </a:cubicBezTo>
                  <a:cubicBezTo>
                    <a:pt x="907962" y="162853"/>
                    <a:pt x="844455" y="174798"/>
                    <a:pt x="779393" y="183014"/>
                  </a:cubicBezTo>
                  <a:cubicBezTo>
                    <a:pt x="758253" y="185683"/>
                    <a:pt x="736634" y="181658"/>
                    <a:pt x="716224" y="184246"/>
                  </a:cubicBezTo>
                  <a:cubicBezTo>
                    <a:pt x="690256" y="187539"/>
                    <a:pt x="664295" y="197669"/>
                    <a:pt x="638475" y="202732"/>
                  </a:cubicBezTo>
                  <a:cubicBezTo>
                    <a:pt x="600223" y="210233"/>
                    <a:pt x="561180" y="215861"/>
                    <a:pt x="522699" y="222275"/>
                  </a:cubicBezTo>
                  <a:cubicBezTo>
                    <a:pt x="473367" y="230497"/>
                    <a:pt x="422297" y="232696"/>
                    <a:pt x="372695" y="235128"/>
                  </a:cubicBezTo>
                  <a:cubicBezTo>
                    <a:pt x="361155" y="235696"/>
                    <a:pt x="349368" y="241672"/>
                    <a:pt x="338047" y="244107"/>
                  </a:cubicBezTo>
                  <a:cubicBezTo>
                    <a:pt x="308452" y="250471"/>
                    <a:pt x="274317" y="252211"/>
                    <a:pt x="212763" y="271044"/>
                  </a:cubicBezTo>
                  <a:lnTo>
                    <a:pt x="212758" y="271043"/>
                  </a:lnTo>
                  <a:close/>
                </a:path>
              </a:pathLst>
            </a:custGeom>
            <a:gradFill>
              <a:gsLst>
                <a:gs pos="0">
                  <a:srgbClr val="71C837"/>
                </a:gs>
                <a:gs pos="50000">
                  <a:srgbClr val="71C837">
                    <a:alpha val="49804"/>
                  </a:srgbClr>
                </a:gs>
                <a:gs pos="100000">
                  <a:srgbClr val="71C837">
                    <a:alpha val="0"/>
                  </a:srgbClr>
                </a:gs>
              </a:gsLst>
              <a:lin ang="0" scaled="1"/>
            </a:gra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0" name="任意多边形: 形状 299">
              <a:extLst>
                <a:ext uri="{FF2B5EF4-FFF2-40B4-BE49-F238E27FC236}">
                  <a16:creationId xmlns:a16="http://schemas.microsoft.com/office/drawing/2014/main" id="{4F988F06-3396-94C2-9809-02ADE07D8E0D}"/>
                </a:ext>
              </a:extLst>
            </p:cNvPr>
            <p:cNvSpPr/>
            <p:nvPr/>
          </p:nvSpPr>
          <p:spPr>
            <a:xfrm>
              <a:off x="9154981" y="6161866"/>
              <a:ext cx="602361" cy="177345"/>
            </a:xfrm>
            <a:custGeom>
              <a:avLst/>
              <a:gdLst>
                <a:gd name="connsiteX0" fmla="*/ 52890 w 602361"/>
                <a:gd name="connsiteY0" fmla="*/ 176430 h 177345"/>
                <a:gd name="connsiteX1" fmla="*/ 5353 w 602361"/>
                <a:gd name="connsiteY1" fmla="*/ 132591 h 177345"/>
                <a:gd name="connsiteX2" fmla="*/ 71 w 602361"/>
                <a:gd name="connsiteY2" fmla="*/ 124669 h 177345"/>
                <a:gd name="connsiteX3" fmla="*/ 40424 w 602361"/>
                <a:gd name="connsiteY3" fmla="*/ 88224 h 177345"/>
                <a:gd name="connsiteX4" fmla="*/ 30283 w 602361"/>
                <a:gd name="connsiteY4" fmla="*/ 68329 h 177345"/>
                <a:gd name="connsiteX5" fmla="*/ 46340 w 602361"/>
                <a:gd name="connsiteY5" fmla="*/ 31533 h 177345"/>
                <a:gd name="connsiteX6" fmla="*/ 42959 w 602361"/>
                <a:gd name="connsiteY6" fmla="*/ 3539 h 177345"/>
                <a:gd name="connsiteX7" fmla="*/ 41692 w 602361"/>
                <a:gd name="connsiteY7" fmla="*/ -334 h 177345"/>
                <a:gd name="connsiteX8" fmla="*/ 85002 w 602361"/>
                <a:gd name="connsiteY8" fmla="*/ 40688 h 177345"/>
                <a:gd name="connsiteX9" fmla="*/ 119017 w 602361"/>
                <a:gd name="connsiteY9" fmla="*/ 39456 h 177345"/>
                <a:gd name="connsiteX10" fmla="*/ 160215 w 602361"/>
                <a:gd name="connsiteY10" fmla="*/ 65689 h 177345"/>
                <a:gd name="connsiteX11" fmla="*/ 166131 w 602361"/>
                <a:gd name="connsiteY11" fmla="*/ 58998 h 177345"/>
                <a:gd name="connsiteX12" fmla="*/ 186201 w 602361"/>
                <a:gd name="connsiteY12" fmla="*/ 62519 h 177345"/>
                <a:gd name="connsiteX13" fmla="*/ 225286 w 602361"/>
                <a:gd name="connsiteY13" fmla="*/ 36286 h 177345"/>
                <a:gd name="connsiteX14" fmla="*/ 252330 w 602361"/>
                <a:gd name="connsiteY14" fmla="*/ 28716 h 177345"/>
                <a:gd name="connsiteX15" fmla="*/ 257611 w 602361"/>
                <a:gd name="connsiteY15" fmla="*/ 11814 h 177345"/>
                <a:gd name="connsiteX16" fmla="*/ 284231 w 602361"/>
                <a:gd name="connsiteY16" fmla="*/ 30829 h 177345"/>
                <a:gd name="connsiteX17" fmla="*/ 344866 w 602361"/>
                <a:gd name="connsiteY17" fmla="*/ 44914 h 177345"/>
                <a:gd name="connsiteX18" fmla="*/ 414798 w 602361"/>
                <a:gd name="connsiteY18" fmla="*/ 65337 h 177345"/>
                <a:gd name="connsiteX19" fmla="*/ 435502 w 602361"/>
                <a:gd name="connsiteY19" fmla="*/ 58998 h 177345"/>
                <a:gd name="connsiteX20" fmla="*/ 472052 w 602361"/>
                <a:gd name="connsiteY20" fmla="*/ 65689 h 177345"/>
                <a:gd name="connsiteX21" fmla="*/ 503320 w 602361"/>
                <a:gd name="connsiteY21" fmla="*/ 67625 h 177345"/>
                <a:gd name="connsiteX22" fmla="*/ 593110 w 602361"/>
                <a:gd name="connsiteY22" fmla="*/ 67625 h 177345"/>
                <a:gd name="connsiteX23" fmla="*/ 594801 w 602361"/>
                <a:gd name="connsiteY23" fmla="*/ 75019 h 177345"/>
                <a:gd name="connsiteX24" fmla="*/ 602407 w 602361"/>
                <a:gd name="connsiteY24" fmla="*/ 83647 h 177345"/>
                <a:gd name="connsiteX25" fmla="*/ 569025 w 602361"/>
                <a:gd name="connsiteY25" fmla="*/ 96851 h 177345"/>
                <a:gd name="connsiteX26" fmla="*/ 409938 w 602361"/>
                <a:gd name="connsiteY26" fmla="*/ 119387 h 177345"/>
                <a:gd name="connsiteX27" fmla="*/ 363670 w 602361"/>
                <a:gd name="connsiteY27" fmla="*/ 112168 h 177345"/>
                <a:gd name="connsiteX28" fmla="*/ 273246 w 602361"/>
                <a:gd name="connsiteY28" fmla="*/ 130478 h 177345"/>
                <a:gd name="connsiteX29" fmla="*/ 183877 w 602361"/>
                <a:gd name="connsiteY29" fmla="*/ 147204 h 177345"/>
                <a:gd name="connsiteX30" fmla="*/ 131694 w 602361"/>
                <a:gd name="connsiteY30" fmla="*/ 170444 h 177345"/>
                <a:gd name="connsiteX31" fmla="*/ 52890 w 602361"/>
                <a:gd name="connsiteY31" fmla="*/ 176430 h 177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02361" h="177345">
                  <a:moveTo>
                    <a:pt x="52890" y="176430"/>
                  </a:moveTo>
                  <a:cubicBezTo>
                    <a:pt x="26265" y="162334"/>
                    <a:pt x="13134" y="160381"/>
                    <a:pt x="5353" y="132591"/>
                  </a:cubicBezTo>
                  <a:cubicBezTo>
                    <a:pt x="4965" y="131195"/>
                    <a:pt x="-107" y="125333"/>
                    <a:pt x="71" y="124669"/>
                  </a:cubicBezTo>
                  <a:cubicBezTo>
                    <a:pt x="3053" y="113487"/>
                    <a:pt x="35019" y="97233"/>
                    <a:pt x="40424" y="88224"/>
                  </a:cubicBezTo>
                  <a:cubicBezTo>
                    <a:pt x="40510" y="88121"/>
                    <a:pt x="30519" y="70882"/>
                    <a:pt x="30283" y="68329"/>
                  </a:cubicBezTo>
                  <a:cubicBezTo>
                    <a:pt x="28995" y="54378"/>
                    <a:pt x="42077" y="43374"/>
                    <a:pt x="46340" y="31533"/>
                  </a:cubicBezTo>
                  <a:cubicBezTo>
                    <a:pt x="49154" y="23714"/>
                    <a:pt x="43904" y="11413"/>
                    <a:pt x="42959" y="3539"/>
                  </a:cubicBezTo>
                  <a:cubicBezTo>
                    <a:pt x="42795" y="2191"/>
                    <a:pt x="40992" y="-1499"/>
                    <a:pt x="41692" y="-334"/>
                  </a:cubicBezTo>
                  <a:cubicBezTo>
                    <a:pt x="45813" y="6535"/>
                    <a:pt x="77900" y="39137"/>
                    <a:pt x="85002" y="40688"/>
                  </a:cubicBezTo>
                  <a:cubicBezTo>
                    <a:pt x="95314" y="42938"/>
                    <a:pt x="109322" y="35416"/>
                    <a:pt x="119017" y="39456"/>
                  </a:cubicBezTo>
                  <a:cubicBezTo>
                    <a:pt x="125861" y="42307"/>
                    <a:pt x="150511" y="69364"/>
                    <a:pt x="160215" y="65689"/>
                  </a:cubicBezTo>
                  <a:cubicBezTo>
                    <a:pt x="163066" y="64609"/>
                    <a:pt x="163774" y="59840"/>
                    <a:pt x="166131" y="58998"/>
                  </a:cubicBezTo>
                  <a:cubicBezTo>
                    <a:pt x="173260" y="56452"/>
                    <a:pt x="178079" y="65058"/>
                    <a:pt x="186201" y="62519"/>
                  </a:cubicBezTo>
                  <a:cubicBezTo>
                    <a:pt x="199745" y="58287"/>
                    <a:pt x="212712" y="43907"/>
                    <a:pt x="225286" y="36286"/>
                  </a:cubicBezTo>
                  <a:cubicBezTo>
                    <a:pt x="232916" y="31663"/>
                    <a:pt x="243934" y="33526"/>
                    <a:pt x="252330" y="28716"/>
                  </a:cubicBezTo>
                  <a:cubicBezTo>
                    <a:pt x="255990" y="26619"/>
                    <a:pt x="253011" y="11814"/>
                    <a:pt x="257611" y="11814"/>
                  </a:cubicBezTo>
                  <a:cubicBezTo>
                    <a:pt x="282236" y="11814"/>
                    <a:pt x="270335" y="23108"/>
                    <a:pt x="284231" y="30829"/>
                  </a:cubicBezTo>
                  <a:cubicBezTo>
                    <a:pt x="302445" y="40947"/>
                    <a:pt x="326535" y="36581"/>
                    <a:pt x="344866" y="44914"/>
                  </a:cubicBezTo>
                  <a:cubicBezTo>
                    <a:pt x="362349" y="52860"/>
                    <a:pt x="395970" y="64160"/>
                    <a:pt x="414798" y="65337"/>
                  </a:cubicBezTo>
                  <a:cubicBezTo>
                    <a:pt x="424248" y="65932"/>
                    <a:pt x="429148" y="59961"/>
                    <a:pt x="435502" y="58998"/>
                  </a:cubicBezTo>
                  <a:cubicBezTo>
                    <a:pt x="449228" y="56918"/>
                    <a:pt x="459758" y="62637"/>
                    <a:pt x="472052" y="65689"/>
                  </a:cubicBezTo>
                  <a:cubicBezTo>
                    <a:pt x="476942" y="66902"/>
                    <a:pt x="502040" y="65318"/>
                    <a:pt x="503320" y="67625"/>
                  </a:cubicBezTo>
                  <a:cubicBezTo>
                    <a:pt x="510704" y="80959"/>
                    <a:pt x="573612" y="67625"/>
                    <a:pt x="593110" y="67625"/>
                  </a:cubicBezTo>
                  <a:cubicBezTo>
                    <a:pt x="595640" y="67625"/>
                    <a:pt x="593197" y="73084"/>
                    <a:pt x="594801" y="75019"/>
                  </a:cubicBezTo>
                  <a:cubicBezTo>
                    <a:pt x="595302" y="75614"/>
                    <a:pt x="602878" y="83254"/>
                    <a:pt x="602407" y="83647"/>
                  </a:cubicBezTo>
                  <a:cubicBezTo>
                    <a:pt x="594098" y="90571"/>
                    <a:pt x="579169" y="93301"/>
                    <a:pt x="569025" y="96851"/>
                  </a:cubicBezTo>
                  <a:cubicBezTo>
                    <a:pt x="518464" y="114548"/>
                    <a:pt x="463980" y="122662"/>
                    <a:pt x="409938" y="119387"/>
                  </a:cubicBezTo>
                  <a:cubicBezTo>
                    <a:pt x="394301" y="118439"/>
                    <a:pt x="379473" y="112644"/>
                    <a:pt x="363670" y="112168"/>
                  </a:cubicBezTo>
                  <a:cubicBezTo>
                    <a:pt x="336684" y="111357"/>
                    <a:pt x="296857" y="119087"/>
                    <a:pt x="273246" y="130478"/>
                  </a:cubicBezTo>
                  <a:cubicBezTo>
                    <a:pt x="245576" y="143828"/>
                    <a:pt x="212849" y="138847"/>
                    <a:pt x="183877" y="147204"/>
                  </a:cubicBezTo>
                  <a:cubicBezTo>
                    <a:pt x="165540" y="152494"/>
                    <a:pt x="149468" y="164684"/>
                    <a:pt x="131694" y="170444"/>
                  </a:cubicBezTo>
                  <a:cubicBezTo>
                    <a:pt x="119510" y="174392"/>
                    <a:pt x="94622" y="177946"/>
                    <a:pt x="52890" y="17643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E8F5C"/>
                </a:gs>
                <a:gs pos="100000">
                  <a:srgbClr val="61AE67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1FD904DF-3F50-9819-6A73-D43AFEF28D0D}"/>
                </a:ext>
              </a:extLst>
            </p:cNvPr>
            <p:cNvSpPr/>
            <p:nvPr/>
          </p:nvSpPr>
          <p:spPr>
            <a:xfrm>
              <a:off x="-1" y="6438446"/>
              <a:ext cx="5105535" cy="2315030"/>
            </a:xfrm>
            <a:custGeom>
              <a:avLst/>
              <a:gdLst>
                <a:gd name="connsiteX0" fmla="*/ 316722 w 5105535"/>
                <a:gd name="connsiteY0" fmla="*/ 0 h 2315030"/>
                <a:gd name="connsiteX1" fmla="*/ 5105535 w 5105535"/>
                <a:gd name="connsiteY1" fmla="*/ 1637298 h 2315030"/>
                <a:gd name="connsiteX2" fmla="*/ 4773367 w 5105535"/>
                <a:gd name="connsiteY2" fmla="*/ 2237655 h 2315030"/>
                <a:gd name="connsiteX3" fmla="*/ 4674379 w 5105535"/>
                <a:gd name="connsiteY3" fmla="*/ 2315030 h 2315030"/>
                <a:gd name="connsiteX4" fmla="*/ 0 w 5105535"/>
                <a:gd name="connsiteY4" fmla="*/ 2315030 h 2315030"/>
                <a:gd name="connsiteX5" fmla="*/ 0 w 5105535"/>
                <a:gd name="connsiteY5" fmla="*/ 5468 h 2315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05535" h="2315030">
                  <a:moveTo>
                    <a:pt x="316722" y="0"/>
                  </a:moveTo>
                  <a:cubicBezTo>
                    <a:pt x="2961510" y="0"/>
                    <a:pt x="5105535" y="733043"/>
                    <a:pt x="5105535" y="1637298"/>
                  </a:cubicBezTo>
                  <a:cubicBezTo>
                    <a:pt x="5105535" y="1849233"/>
                    <a:pt x="4987761" y="2051763"/>
                    <a:pt x="4773367" y="2237655"/>
                  </a:cubicBezTo>
                  <a:lnTo>
                    <a:pt x="4674379" y="2315030"/>
                  </a:lnTo>
                  <a:lnTo>
                    <a:pt x="0" y="2315030"/>
                  </a:lnTo>
                  <a:lnTo>
                    <a:pt x="0" y="546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2E8F5C"/>
                </a:gs>
                <a:gs pos="100000">
                  <a:srgbClr val="61AE67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25" name="任意多边形: 形状 324">
              <a:extLst>
                <a:ext uri="{FF2B5EF4-FFF2-40B4-BE49-F238E27FC236}">
                  <a16:creationId xmlns:a16="http://schemas.microsoft.com/office/drawing/2014/main" id="{CB7E78AD-DDDE-5853-A994-9B0353619681}"/>
                </a:ext>
              </a:extLst>
            </p:cNvPr>
            <p:cNvSpPr/>
            <p:nvPr/>
          </p:nvSpPr>
          <p:spPr>
            <a:xfrm rot="21360458">
              <a:off x="6961447" y="6764336"/>
              <a:ext cx="2472161" cy="426899"/>
            </a:xfrm>
            <a:custGeom>
              <a:avLst/>
              <a:gdLst>
                <a:gd name="connsiteX0" fmla="*/ 1539034 w 2472161"/>
                <a:gd name="connsiteY0" fmla="*/ -398 h 426899"/>
                <a:gd name="connsiteX1" fmla="*/ 1279553 w 2472161"/>
                <a:gd name="connsiteY1" fmla="*/ 32475 h 426899"/>
                <a:gd name="connsiteX2" fmla="*/ 1154529 w 2472161"/>
                <a:gd name="connsiteY2" fmla="*/ 11458 h 426899"/>
                <a:gd name="connsiteX3" fmla="*/ 1081508 w 2472161"/>
                <a:gd name="connsiteY3" fmla="*/ 34630 h 426899"/>
                <a:gd name="connsiteX4" fmla="*/ 976695 w 2472161"/>
                <a:gd name="connsiteY4" fmla="*/ 21427 h 426899"/>
                <a:gd name="connsiteX5" fmla="*/ 958911 w 2472161"/>
                <a:gd name="connsiteY5" fmla="*/ 62383 h 426899"/>
                <a:gd name="connsiteX6" fmla="*/ 897188 w 2472161"/>
                <a:gd name="connsiteY6" fmla="*/ 88146 h 426899"/>
                <a:gd name="connsiteX7" fmla="*/ 801117 w 2472161"/>
                <a:gd name="connsiteY7" fmla="*/ 72942 h 426899"/>
                <a:gd name="connsiteX8" fmla="*/ 757901 w 2472161"/>
                <a:gd name="connsiteY8" fmla="*/ 56186 h 426899"/>
                <a:gd name="connsiteX9" fmla="*/ 734846 w 2472161"/>
                <a:gd name="connsiteY9" fmla="*/ 88239 h 426899"/>
                <a:gd name="connsiteX10" fmla="*/ 685149 w 2472161"/>
                <a:gd name="connsiteY10" fmla="*/ 87489 h 426899"/>
                <a:gd name="connsiteX11" fmla="*/ 590208 w 2472161"/>
                <a:gd name="connsiteY11" fmla="*/ 46718 h 426899"/>
                <a:gd name="connsiteX12" fmla="*/ 552311 w 2472161"/>
                <a:gd name="connsiteY12" fmla="*/ 27085 h 426899"/>
                <a:gd name="connsiteX13" fmla="*/ 521325 w 2472161"/>
                <a:gd name="connsiteY13" fmla="*/ 98219 h 426899"/>
                <a:gd name="connsiteX14" fmla="*/ 483189 w 2472161"/>
                <a:gd name="connsiteY14" fmla="*/ 129149 h 426899"/>
                <a:gd name="connsiteX15" fmla="*/ 429627 w 2472161"/>
                <a:gd name="connsiteY15" fmla="*/ 169004 h 426899"/>
                <a:gd name="connsiteX16" fmla="*/ 347749 w 2472161"/>
                <a:gd name="connsiteY16" fmla="*/ 156373 h 426899"/>
                <a:gd name="connsiteX17" fmla="*/ 266339 w 2472161"/>
                <a:gd name="connsiteY17" fmla="*/ 142138 h 426899"/>
                <a:gd name="connsiteX18" fmla="*/ 243970 w 2472161"/>
                <a:gd name="connsiteY18" fmla="*/ 164947 h 426899"/>
                <a:gd name="connsiteX19" fmla="*/ 228919 w 2472161"/>
                <a:gd name="connsiteY19" fmla="*/ 190925 h 426899"/>
                <a:gd name="connsiteX20" fmla="*/ 188697 w 2472161"/>
                <a:gd name="connsiteY20" fmla="*/ 209352 h 426899"/>
                <a:gd name="connsiteX21" fmla="*/ 85064 w 2472161"/>
                <a:gd name="connsiteY21" fmla="*/ 295335 h 426899"/>
                <a:gd name="connsiteX22" fmla="*/ 10977 w 2472161"/>
                <a:gd name="connsiteY22" fmla="*/ 334623 h 426899"/>
                <a:gd name="connsiteX23" fmla="*/ 27159 w 2472161"/>
                <a:gd name="connsiteY23" fmla="*/ 423709 h 426899"/>
                <a:gd name="connsiteX24" fmla="*/ 96485 w 2472161"/>
                <a:gd name="connsiteY24" fmla="*/ 408718 h 426899"/>
                <a:gd name="connsiteX25" fmla="*/ 530664 w 2472161"/>
                <a:gd name="connsiteY25" fmla="*/ 306716 h 426899"/>
                <a:gd name="connsiteX26" fmla="*/ 1095601 w 2472161"/>
                <a:gd name="connsiteY26" fmla="*/ 210396 h 426899"/>
                <a:gd name="connsiteX27" fmla="*/ 1461637 w 2472161"/>
                <a:gd name="connsiteY27" fmla="*/ 174383 h 426899"/>
                <a:gd name="connsiteX28" fmla="*/ 1830716 w 2472161"/>
                <a:gd name="connsiteY28" fmla="*/ 140750 h 426899"/>
                <a:gd name="connsiteX29" fmla="*/ 2185853 w 2472161"/>
                <a:gd name="connsiteY29" fmla="*/ 122961 h 426899"/>
                <a:gd name="connsiteX30" fmla="*/ 2468097 w 2472161"/>
                <a:gd name="connsiteY30" fmla="*/ 145370 h 426899"/>
                <a:gd name="connsiteX31" fmla="*/ 2461090 w 2472161"/>
                <a:gd name="connsiteY31" fmla="*/ 129203 h 426899"/>
                <a:gd name="connsiteX32" fmla="*/ 2215836 w 2472161"/>
                <a:gd name="connsiteY32" fmla="*/ 63165 h 426899"/>
                <a:gd name="connsiteX33" fmla="*/ 2009995 w 2472161"/>
                <a:gd name="connsiteY33" fmla="*/ 50241 h 426899"/>
                <a:gd name="connsiteX34" fmla="*/ 1856285 w 2472161"/>
                <a:gd name="connsiteY34" fmla="*/ 23146 h 426899"/>
                <a:gd name="connsiteX35" fmla="*/ 1665860 w 2472161"/>
                <a:gd name="connsiteY35" fmla="*/ 14735 h 426899"/>
                <a:gd name="connsiteX36" fmla="*/ 1539042 w 2472161"/>
                <a:gd name="connsiteY36" fmla="*/ -401 h 426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472161" h="426899">
                  <a:moveTo>
                    <a:pt x="1539034" y="-398"/>
                  </a:moveTo>
                  <a:cubicBezTo>
                    <a:pt x="1452129" y="7089"/>
                    <a:pt x="1367708" y="40634"/>
                    <a:pt x="1279553" y="32475"/>
                  </a:cubicBezTo>
                  <a:cubicBezTo>
                    <a:pt x="1237366" y="28858"/>
                    <a:pt x="1196251" y="18171"/>
                    <a:pt x="1154529" y="11458"/>
                  </a:cubicBezTo>
                  <a:cubicBezTo>
                    <a:pt x="1129504" y="17048"/>
                    <a:pt x="1108716" y="39832"/>
                    <a:pt x="1081508" y="34630"/>
                  </a:cubicBezTo>
                  <a:cubicBezTo>
                    <a:pt x="1046032" y="34449"/>
                    <a:pt x="1012462" y="11084"/>
                    <a:pt x="976695" y="21427"/>
                  </a:cubicBezTo>
                  <a:cubicBezTo>
                    <a:pt x="961591" y="28984"/>
                    <a:pt x="960938" y="47755"/>
                    <a:pt x="958911" y="62383"/>
                  </a:cubicBezTo>
                  <a:cubicBezTo>
                    <a:pt x="943284" y="80585"/>
                    <a:pt x="916345" y="76287"/>
                    <a:pt x="897188" y="88146"/>
                  </a:cubicBezTo>
                  <a:cubicBezTo>
                    <a:pt x="865412" y="99464"/>
                    <a:pt x="826549" y="97011"/>
                    <a:pt x="801117" y="72942"/>
                  </a:cubicBezTo>
                  <a:cubicBezTo>
                    <a:pt x="789486" y="63012"/>
                    <a:pt x="774423" y="48234"/>
                    <a:pt x="757901" y="56186"/>
                  </a:cubicBezTo>
                  <a:cubicBezTo>
                    <a:pt x="744589" y="61573"/>
                    <a:pt x="739904" y="76303"/>
                    <a:pt x="734846" y="88239"/>
                  </a:cubicBezTo>
                  <a:cubicBezTo>
                    <a:pt x="721956" y="103052"/>
                    <a:pt x="699306" y="97031"/>
                    <a:pt x="685149" y="87489"/>
                  </a:cubicBezTo>
                  <a:cubicBezTo>
                    <a:pt x="653172" y="75204"/>
                    <a:pt x="614098" y="74443"/>
                    <a:pt x="590208" y="46718"/>
                  </a:cubicBezTo>
                  <a:cubicBezTo>
                    <a:pt x="581553" y="35427"/>
                    <a:pt x="568137" y="20480"/>
                    <a:pt x="552311" y="27085"/>
                  </a:cubicBezTo>
                  <a:cubicBezTo>
                    <a:pt x="526769" y="39907"/>
                    <a:pt x="517296" y="71471"/>
                    <a:pt x="521325" y="98219"/>
                  </a:cubicBezTo>
                  <a:cubicBezTo>
                    <a:pt x="518928" y="117053"/>
                    <a:pt x="498210" y="123263"/>
                    <a:pt x="483189" y="129149"/>
                  </a:cubicBezTo>
                  <a:cubicBezTo>
                    <a:pt x="464152" y="140778"/>
                    <a:pt x="454477" y="167790"/>
                    <a:pt x="429627" y="169004"/>
                  </a:cubicBezTo>
                  <a:cubicBezTo>
                    <a:pt x="401837" y="168314"/>
                    <a:pt x="375637" y="156545"/>
                    <a:pt x="347749" y="156373"/>
                  </a:cubicBezTo>
                  <a:cubicBezTo>
                    <a:pt x="320184" y="154441"/>
                    <a:pt x="293337" y="147137"/>
                    <a:pt x="266339" y="142138"/>
                  </a:cubicBezTo>
                  <a:cubicBezTo>
                    <a:pt x="253708" y="140723"/>
                    <a:pt x="241153" y="151867"/>
                    <a:pt x="243970" y="164947"/>
                  </a:cubicBezTo>
                  <a:cubicBezTo>
                    <a:pt x="244410" y="175523"/>
                    <a:pt x="241775" y="189672"/>
                    <a:pt x="228919" y="190925"/>
                  </a:cubicBezTo>
                  <a:cubicBezTo>
                    <a:pt x="214605" y="194676"/>
                    <a:pt x="198450" y="197089"/>
                    <a:pt x="188697" y="209352"/>
                  </a:cubicBezTo>
                  <a:cubicBezTo>
                    <a:pt x="153864" y="237434"/>
                    <a:pt x="129070" y="279980"/>
                    <a:pt x="85064" y="295335"/>
                  </a:cubicBezTo>
                  <a:cubicBezTo>
                    <a:pt x="58504" y="303621"/>
                    <a:pt x="26689" y="308812"/>
                    <a:pt x="10977" y="334623"/>
                  </a:cubicBezTo>
                  <a:cubicBezTo>
                    <a:pt x="-7594" y="362201"/>
                    <a:pt x="-2622" y="405930"/>
                    <a:pt x="27159" y="423709"/>
                  </a:cubicBezTo>
                  <a:cubicBezTo>
                    <a:pt x="51464" y="433227"/>
                    <a:pt x="73746" y="414300"/>
                    <a:pt x="96485" y="408718"/>
                  </a:cubicBezTo>
                  <a:cubicBezTo>
                    <a:pt x="238677" y="364699"/>
                    <a:pt x="385205" y="337326"/>
                    <a:pt x="530664" y="306716"/>
                  </a:cubicBezTo>
                  <a:cubicBezTo>
                    <a:pt x="717743" y="267860"/>
                    <a:pt x="906288" y="236185"/>
                    <a:pt x="1095601" y="210396"/>
                  </a:cubicBezTo>
                  <a:cubicBezTo>
                    <a:pt x="1217149" y="194065"/>
                    <a:pt x="1339320" y="183012"/>
                    <a:pt x="1461637" y="174383"/>
                  </a:cubicBezTo>
                  <a:cubicBezTo>
                    <a:pt x="1584815" y="164944"/>
                    <a:pt x="1708037" y="155521"/>
                    <a:pt x="1830716" y="140750"/>
                  </a:cubicBezTo>
                  <a:cubicBezTo>
                    <a:pt x="1948479" y="127239"/>
                    <a:pt x="2067192" y="113575"/>
                    <a:pt x="2185853" y="122961"/>
                  </a:cubicBezTo>
                  <a:cubicBezTo>
                    <a:pt x="2280104" y="128358"/>
                    <a:pt x="2373389" y="148139"/>
                    <a:pt x="2468097" y="145370"/>
                  </a:cubicBezTo>
                  <a:cubicBezTo>
                    <a:pt x="2477017" y="141544"/>
                    <a:pt x="2470010" y="125958"/>
                    <a:pt x="2461090" y="129203"/>
                  </a:cubicBezTo>
                  <a:cubicBezTo>
                    <a:pt x="2378553" y="110307"/>
                    <a:pt x="2295955" y="90785"/>
                    <a:pt x="2215836" y="63165"/>
                  </a:cubicBezTo>
                  <a:cubicBezTo>
                    <a:pt x="2147910" y="49270"/>
                    <a:pt x="2076818" y="72186"/>
                    <a:pt x="2009995" y="50241"/>
                  </a:cubicBezTo>
                  <a:cubicBezTo>
                    <a:pt x="1960185" y="35367"/>
                    <a:pt x="1908984" y="18246"/>
                    <a:pt x="1856285" y="23146"/>
                  </a:cubicBezTo>
                  <a:cubicBezTo>
                    <a:pt x="1792872" y="19233"/>
                    <a:pt x="1729131" y="20553"/>
                    <a:pt x="1665860" y="14735"/>
                  </a:cubicBezTo>
                  <a:cubicBezTo>
                    <a:pt x="1623755" y="8573"/>
                    <a:pt x="1581891" y="-1969"/>
                    <a:pt x="1539042" y="-401"/>
                  </a:cubicBezTo>
                  <a:close/>
                </a:path>
              </a:pathLst>
            </a:custGeom>
            <a:gradFill>
              <a:gsLst>
                <a:gs pos="0">
                  <a:srgbClr val="71C837"/>
                </a:gs>
                <a:gs pos="50000">
                  <a:srgbClr val="71C837">
                    <a:alpha val="0"/>
                  </a:srgbClr>
                </a:gs>
                <a:gs pos="100000">
                  <a:srgbClr val="71C837">
                    <a:alpha val="0"/>
                  </a:srgbClr>
                </a:gs>
              </a:gsLst>
              <a:lin ang="4800000" scaled="0"/>
            </a:gra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C60263C1-EDDB-54F0-932C-328D532164C8}"/>
                </a:ext>
              </a:extLst>
            </p:cNvPr>
            <p:cNvSpPr/>
            <p:nvPr/>
          </p:nvSpPr>
          <p:spPr>
            <a:xfrm flipH="1">
              <a:off x="3534203" y="6796887"/>
              <a:ext cx="8657796" cy="1956589"/>
            </a:xfrm>
            <a:custGeom>
              <a:avLst/>
              <a:gdLst>
                <a:gd name="connsiteX0" fmla="*/ 2382639 w 8657796"/>
                <a:gd name="connsiteY0" fmla="*/ 0 h 1956589"/>
                <a:gd name="connsiteX1" fmla="*/ 100007 w 8657796"/>
                <a:gd name="connsiteY1" fmla="*/ 197613 h 1956589"/>
                <a:gd name="connsiteX2" fmla="*/ 0 w 8657796"/>
                <a:gd name="connsiteY2" fmla="*/ 218386 h 1956589"/>
                <a:gd name="connsiteX3" fmla="*/ 0 w 8657796"/>
                <a:gd name="connsiteY3" fmla="*/ 1956589 h 1956589"/>
                <a:gd name="connsiteX4" fmla="*/ 8657796 w 8657796"/>
                <a:gd name="connsiteY4" fmla="*/ 1956589 h 1956589"/>
                <a:gd name="connsiteX5" fmla="*/ 8628868 w 8657796"/>
                <a:gd name="connsiteY5" fmla="*/ 1935348 h 1956589"/>
                <a:gd name="connsiteX6" fmla="*/ 2382639 w 8657796"/>
                <a:gd name="connsiteY6" fmla="*/ 0 h 1956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657796" h="1956589">
                  <a:moveTo>
                    <a:pt x="2382639" y="0"/>
                  </a:moveTo>
                  <a:cubicBezTo>
                    <a:pt x="1556143" y="0"/>
                    <a:pt x="778549" y="71586"/>
                    <a:pt x="100007" y="197613"/>
                  </a:cubicBezTo>
                  <a:lnTo>
                    <a:pt x="0" y="218386"/>
                  </a:lnTo>
                  <a:lnTo>
                    <a:pt x="0" y="1956589"/>
                  </a:lnTo>
                  <a:lnTo>
                    <a:pt x="8657796" y="1956589"/>
                  </a:lnTo>
                  <a:lnTo>
                    <a:pt x="8628868" y="1935348"/>
                  </a:lnTo>
                  <a:cubicBezTo>
                    <a:pt x="6860214" y="710361"/>
                    <a:pt x="4407556" y="0"/>
                    <a:pt x="238263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E8F5C"/>
                </a:gs>
                <a:gs pos="100000">
                  <a:srgbClr val="61AE67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B08BAC13-9331-3A0E-4E51-681F2A99EB56}"/>
                </a:ext>
              </a:extLst>
            </p:cNvPr>
            <p:cNvSpPr/>
            <p:nvPr/>
          </p:nvSpPr>
          <p:spPr>
            <a:xfrm>
              <a:off x="0" y="6972270"/>
              <a:ext cx="9411502" cy="1781206"/>
            </a:xfrm>
            <a:custGeom>
              <a:avLst/>
              <a:gdLst>
                <a:gd name="connsiteX0" fmla="*/ 3400869 w 9411502"/>
                <a:gd name="connsiteY0" fmla="*/ 0 h 1781206"/>
                <a:gd name="connsiteX1" fmla="*/ 9258036 w 9411502"/>
                <a:gd name="connsiteY1" fmla="*/ 1680799 h 1781206"/>
                <a:gd name="connsiteX2" fmla="*/ 9411502 w 9411502"/>
                <a:gd name="connsiteY2" fmla="*/ 1781206 h 1781206"/>
                <a:gd name="connsiteX3" fmla="*/ 0 w 9411502"/>
                <a:gd name="connsiteY3" fmla="*/ 1781206 h 1781206"/>
                <a:gd name="connsiteX4" fmla="*/ 0 w 9411502"/>
                <a:gd name="connsiteY4" fmla="*/ 485071 h 1781206"/>
                <a:gd name="connsiteX5" fmla="*/ 14667 w 9411502"/>
                <a:gd name="connsiteY5" fmla="*/ 479554 h 1781206"/>
                <a:gd name="connsiteX6" fmla="*/ 3400869 w 9411502"/>
                <a:gd name="connsiteY6" fmla="*/ 0 h 1781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11502" h="1781206">
                  <a:moveTo>
                    <a:pt x="3400869" y="0"/>
                  </a:moveTo>
                  <a:cubicBezTo>
                    <a:pt x="5281149" y="0"/>
                    <a:pt x="7530247" y="612505"/>
                    <a:pt x="9258036" y="1680799"/>
                  </a:cubicBezTo>
                  <a:lnTo>
                    <a:pt x="9411502" y="1781206"/>
                  </a:lnTo>
                  <a:lnTo>
                    <a:pt x="0" y="1781206"/>
                  </a:lnTo>
                  <a:lnTo>
                    <a:pt x="0" y="485071"/>
                  </a:lnTo>
                  <a:lnTo>
                    <a:pt x="14667" y="479554"/>
                  </a:lnTo>
                  <a:cubicBezTo>
                    <a:pt x="881272" y="183261"/>
                    <a:pt x="2078475" y="0"/>
                    <a:pt x="340086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E8F5C"/>
                </a:gs>
                <a:gs pos="100000">
                  <a:srgbClr val="61AE67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9ED4539A-209D-9179-B18F-034CCF67564F}"/>
              </a:ext>
            </a:extLst>
          </p:cNvPr>
          <p:cNvSpPr/>
          <p:nvPr userDrawn="1"/>
        </p:nvSpPr>
        <p:spPr>
          <a:xfrm>
            <a:off x="2946226" y="182626"/>
            <a:ext cx="885297" cy="185674"/>
          </a:xfrm>
          <a:custGeom>
            <a:avLst/>
            <a:gdLst>
              <a:gd name="connsiteX0" fmla="*/ 442648 w 885297"/>
              <a:gd name="connsiteY0" fmla="*/ 0 h 185674"/>
              <a:gd name="connsiteX1" fmla="*/ 880881 w 885297"/>
              <a:gd name="connsiteY1" fmla="*/ 165392 h 185674"/>
              <a:gd name="connsiteX2" fmla="*/ 885297 w 885297"/>
              <a:gd name="connsiteY2" fmla="*/ 185674 h 185674"/>
              <a:gd name="connsiteX3" fmla="*/ 0 w 885297"/>
              <a:gd name="connsiteY3" fmla="*/ 185674 h 185674"/>
              <a:gd name="connsiteX4" fmla="*/ 4415 w 885297"/>
              <a:gd name="connsiteY4" fmla="*/ 165392 h 185674"/>
              <a:gd name="connsiteX5" fmla="*/ 442648 w 885297"/>
              <a:gd name="connsiteY5" fmla="*/ 0 h 185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5297" h="185674">
                <a:moveTo>
                  <a:pt x="442648" y="0"/>
                </a:moveTo>
                <a:cubicBezTo>
                  <a:pt x="658816" y="0"/>
                  <a:pt x="839170" y="71003"/>
                  <a:pt x="880881" y="165392"/>
                </a:cubicBezTo>
                <a:lnTo>
                  <a:pt x="885297" y="185674"/>
                </a:lnTo>
                <a:lnTo>
                  <a:pt x="0" y="185674"/>
                </a:lnTo>
                <a:lnTo>
                  <a:pt x="4415" y="165392"/>
                </a:lnTo>
                <a:cubicBezTo>
                  <a:pt x="46126" y="71003"/>
                  <a:pt x="226480" y="0"/>
                  <a:pt x="442648" y="0"/>
                </a:cubicBezTo>
                <a:close/>
              </a:path>
            </a:pathLst>
          </a:custGeom>
          <a:solidFill>
            <a:srgbClr val="236D52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D72C635-B795-30A2-B43A-B3F09DAA95AC}"/>
              </a:ext>
            </a:extLst>
          </p:cNvPr>
          <p:cNvSpPr/>
          <p:nvPr userDrawn="1"/>
        </p:nvSpPr>
        <p:spPr>
          <a:xfrm>
            <a:off x="368300" y="368300"/>
            <a:ext cx="11455400" cy="5448299"/>
          </a:xfrm>
          <a:prstGeom prst="roundRect">
            <a:avLst>
              <a:gd name="adj" fmla="val 1166"/>
            </a:avLst>
          </a:prstGeom>
          <a:gradFill>
            <a:gsLst>
              <a:gs pos="0">
                <a:schemeClr val="bg1">
                  <a:alpha val="7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25400" cap="flat">
            <a:gradFill flip="none" rotWithShape="1">
              <a:gsLst>
                <a:gs pos="0">
                  <a:srgbClr val="2E8F5C"/>
                </a:gs>
                <a:gs pos="66000">
                  <a:srgbClr val="AAD4BE">
                    <a:alpha val="0"/>
                  </a:srgbClr>
                </a:gs>
              </a:gsLst>
              <a:lin ang="5400000" scaled="1"/>
              <a:tileRect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472072E8-4780-045D-7BE5-30E13B2095B7}"/>
              </a:ext>
            </a:extLst>
          </p:cNvPr>
          <p:cNvSpPr/>
          <p:nvPr userDrawn="1"/>
        </p:nvSpPr>
        <p:spPr>
          <a:xfrm>
            <a:off x="8360476" y="182626"/>
            <a:ext cx="885297" cy="185674"/>
          </a:xfrm>
          <a:custGeom>
            <a:avLst/>
            <a:gdLst>
              <a:gd name="connsiteX0" fmla="*/ 442648 w 885297"/>
              <a:gd name="connsiteY0" fmla="*/ 0 h 185674"/>
              <a:gd name="connsiteX1" fmla="*/ 880881 w 885297"/>
              <a:gd name="connsiteY1" fmla="*/ 165392 h 185674"/>
              <a:gd name="connsiteX2" fmla="*/ 885297 w 885297"/>
              <a:gd name="connsiteY2" fmla="*/ 185674 h 185674"/>
              <a:gd name="connsiteX3" fmla="*/ 0 w 885297"/>
              <a:gd name="connsiteY3" fmla="*/ 185674 h 185674"/>
              <a:gd name="connsiteX4" fmla="*/ 4415 w 885297"/>
              <a:gd name="connsiteY4" fmla="*/ 165392 h 185674"/>
              <a:gd name="connsiteX5" fmla="*/ 442648 w 885297"/>
              <a:gd name="connsiteY5" fmla="*/ 0 h 185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5297" h="185674">
                <a:moveTo>
                  <a:pt x="442648" y="0"/>
                </a:moveTo>
                <a:cubicBezTo>
                  <a:pt x="658816" y="0"/>
                  <a:pt x="839170" y="71003"/>
                  <a:pt x="880881" y="165392"/>
                </a:cubicBezTo>
                <a:lnTo>
                  <a:pt x="885297" y="185674"/>
                </a:lnTo>
                <a:lnTo>
                  <a:pt x="0" y="185674"/>
                </a:lnTo>
                <a:lnTo>
                  <a:pt x="4415" y="165392"/>
                </a:lnTo>
                <a:cubicBezTo>
                  <a:pt x="46126" y="71003"/>
                  <a:pt x="226480" y="0"/>
                  <a:pt x="442648" y="0"/>
                </a:cubicBezTo>
                <a:close/>
              </a:path>
            </a:pathLst>
          </a:custGeom>
          <a:solidFill>
            <a:srgbClr val="236D52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00B85C54-21AB-11C7-592C-4C318E57168C}"/>
              </a:ext>
            </a:extLst>
          </p:cNvPr>
          <p:cNvSpPr/>
          <p:nvPr userDrawn="1"/>
        </p:nvSpPr>
        <p:spPr>
          <a:xfrm>
            <a:off x="3260198" y="195327"/>
            <a:ext cx="5671603" cy="642809"/>
          </a:xfrm>
          <a:custGeom>
            <a:avLst/>
            <a:gdLst>
              <a:gd name="connsiteX0" fmla="*/ 9463 w 5671603"/>
              <a:gd name="connsiteY0" fmla="*/ 0 h 642809"/>
              <a:gd name="connsiteX1" fmla="*/ 772663 w 5671603"/>
              <a:gd name="connsiteY1" fmla="*/ 0 h 642809"/>
              <a:gd name="connsiteX2" fmla="*/ 1678703 w 5671603"/>
              <a:gd name="connsiteY2" fmla="*/ 0 h 642809"/>
              <a:gd name="connsiteX3" fmla="*/ 1992767 w 5671603"/>
              <a:gd name="connsiteY3" fmla="*/ 0 h 642809"/>
              <a:gd name="connsiteX4" fmla="*/ 2565400 w 5671603"/>
              <a:gd name="connsiteY4" fmla="*/ 0 h 642809"/>
              <a:gd name="connsiteX5" fmla="*/ 2803588 w 5671603"/>
              <a:gd name="connsiteY5" fmla="*/ 0 h 642809"/>
              <a:gd name="connsiteX6" fmla="*/ 2868015 w 5671603"/>
              <a:gd name="connsiteY6" fmla="*/ 0 h 642809"/>
              <a:gd name="connsiteX7" fmla="*/ 3106203 w 5671603"/>
              <a:gd name="connsiteY7" fmla="*/ 0 h 642809"/>
              <a:gd name="connsiteX8" fmla="*/ 3678836 w 5671603"/>
              <a:gd name="connsiteY8" fmla="*/ 0 h 642809"/>
              <a:gd name="connsiteX9" fmla="*/ 3992900 w 5671603"/>
              <a:gd name="connsiteY9" fmla="*/ 0 h 642809"/>
              <a:gd name="connsiteX10" fmla="*/ 4898940 w 5671603"/>
              <a:gd name="connsiteY10" fmla="*/ 0 h 642809"/>
              <a:gd name="connsiteX11" fmla="*/ 5662140 w 5671603"/>
              <a:gd name="connsiteY11" fmla="*/ 0 h 642809"/>
              <a:gd name="connsiteX12" fmla="*/ 5300826 w 5671603"/>
              <a:gd name="connsiteY12" fmla="*/ 111760 h 642809"/>
              <a:gd name="connsiteX13" fmla="*/ 5173190 w 5671603"/>
              <a:gd name="connsiteY13" fmla="*/ 461024 h 642809"/>
              <a:gd name="connsiteX14" fmla="*/ 4898940 w 5671603"/>
              <a:gd name="connsiteY14" fmla="*/ 642809 h 642809"/>
              <a:gd name="connsiteX15" fmla="*/ 3992900 w 5671603"/>
              <a:gd name="connsiteY15" fmla="*/ 642809 h 642809"/>
              <a:gd name="connsiteX16" fmla="*/ 3106203 w 5671603"/>
              <a:gd name="connsiteY16" fmla="*/ 642809 h 642809"/>
              <a:gd name="connsiteX17" fmla="*/ 2565400 w 5671603"/>
              <a:gd name="connsiteY17" fmla="*/ 642809 h 642809"/>
              <a:gd name="connsiteX18" fmla="*/ 1678703 w 5671603"/>
              <a:gd name="connsiteY18" fmla="*/ 642809 h 642809"/>
              <a:gd name="connsiteX19" fmla="*/ 772663 w 5671603"/>
              <a:gd name="connsiteY19" fmla="*/ 642809 h 642809"/>
              <a:gd name="connsiteX20" fmla="*/ 498413 w 5671603"/>
              <a:gd name="connsiteY20" fmla="*/ 461024 h 642809"/>
              <a:gd name="connsiteX21" fmla="*/ 370777 w 5671603"/>
              <a:gd name="connsiteY21" fmla="*/ 111760 h 642809"/>
              <a:gd name="connsiteX22" fmla="*/ 9463 w 5671603"/>
              <a:gd name="connsiteY22" fmla="*/ 0 h 642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671603" h="642809">
                <a:moveTo>
                  <a:pt x="9463" y="0"/>
                </a:moveTo>
                <a:lnTo>
                  <a:pt x="772663" y="0"/>
                </a:lnTo>
                <a:lnTo>
                  <a:pt x="1678703" y="0"/>
                </a:lnTo>
                <a:lnTo>
                  <a:pt x="1992767" y="0"/>
                </a:lnTo>
                <a:lnTo>
                  <a:pt x="2565400" y="0"/>
                </a:lnTo>
                <a:lnTo>
                  <a:pt x="2803588" y="0"/>
                </a:lnTo>
                <a:lnTo>
                  <a:pt x="2868015" y="0"/>
                </a:lnTo>
                <a:lnTo>
                  <a:pt x="3106203" y="0"/>
                </a:lnTo>
                <a:lnTo>
                  <a:pt x="3678836" y="0"/>
                </a:lnTo>
                <a:lnTo>
                  <a:pt x="3992900" y="0"/>
                </a:lnTo>
                <a:lnTo>
                  <a:pt x="4898940" y="0"/>
                </a:lnTo>
                <a:lnTo>
                  <a:pt x="5662140" y="0"/>
                </a:lnTo>
                <a:cubicBezTo>
                  <a:pt x="5729121" y="18627"/>
                  <a:pt x="5422799" y="-41277"/>
                  <a:pt x="5300826" y="111760"/>
                </a:cubicBezTo>
                <a:lnTo>
                  <a:pt x="5173190" y="461024"/>
                </a:lnTo>
                <a:cubicBezTo>
                  <a:pt x="5128005" y="567851"/>
                  <a:pt x="5022226" y="642809"/>
                  <a:pt x="4898940" y="642809"/>
                </a:cubicBezTo>
                <a:lnTo>
                  <a:pt x="3992900" y="642809"/>
                </a:lnTo>
                <a:lnTo>
                  <a:pt x="3106203" y="642809"/>
                </a:lnTo>
                <a:lnTo>
                  <a:pt x="2565400" y="642809"/>
                </a:lnTo>
                <a:lnTo>
                  <a:pt x="1678703" y="642809"/>
                </a:lnTo>
                <a:lnTo>
                  <a:pt x="772663" y="642809"/>
                </a:lnTo>
                <a:cubicBezTo>
                  <a:pt x="649377" y="642809"/>
                  <a:pt x="543598" y="567851"/>
                  <a:pt x="498413" y="461024"/>
                </a:cubicBezTo>
                <a:lnTo>
                  <a:pt x="370777" y="111760"/>
                </a:lnTo>
                <a:cubicBezTo>
                  <a:pt x="248804" y="-41277"/>
                  <a:pt x="-57518" y="18627"/>
                  <a:pt x="9463" y="0"/>
                </a:cubicBezTo>
                <a:close/>
              </a:path>
            </a:pathLst>
          </a:custGeom>
          <a:solidFill>
            <a:srgbClr val="2E8F5C"/>
          </a:solidFill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9257082-7497-FACE-DD82-41B9272079D3}"/>
              </a:ext>
            </a:extLst>
          </p:cNvPr>
          <p:cNvSpPr/>
          <p:nvPr userDrawn="1"/>
        </p:nvSpPr>
        <p:spPr>
          <a:xfrm>
            <a:off x="-2033683" y="6877050"/>
            <a:ext cx="16259365" cy="3739627"/>
          </a:xfrm>
          <a:prstGeom prst="rect">
            <a:avLst/>
          </a:prstGeom>
          <a:solidFill>
            <a:srgbClr val="E4E6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6952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C740B0-E55D-A8F1-E716-FA8CEBCFB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24A070-C10D-C683-D8F6-C90F2B589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DDC292-D95A-EBD7-41F9-5EDB9B4D77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3E6E21-63C1-443F-9ABE-2D614FE1AB2D}" type="datetimeFigureOut">
              <a:rPr lang="zh-CN" altLang="en-US" smtClean="0"/>
              <a:t>2024/7/17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536440-2FFF-AA27-DA43-9364B87F1B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B64057-D6EF-62ED-209D-69B9E6086D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3197-9608-49ED-9DED-3993FE60AE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407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组合 301">
            <a:extLst>
              <a:ext uri="{FF2B5EF4-FFF2-40B4-BE49-F238E27FC236}">
                <a16:creationId xmlns:a16="http://schemas.microsoft.com/office/drawing/2014/main" id="{712A84B7-D730-937D-49D0-49FFBB00EE1D}"/>
              </a:ext>
            </a:extLst>
          </p:cNvPr>
          <p:cNvGrpSpPr/>
          <p:nvPr/>
        </p:nvGrpSpPr>
        <p:grpSpPr>
          <a:xfrm rot="20176069">
            <a:off x="7969016" y="4416608"/>
            <a:ext cx="548654" cy="152286"/>
            <a:chOff x="8382431" y="4562640"/>
            <a:chExt cx="548654" cy="152286"/>
          </a:xfrm>
        </p:grpSpPr>
        <p:sp>
          <p:nvSpPr>
            <p:cNvPr id="295" name="任意多边形: 形状 294">
              <a:extLst>
                <a:ext uri="{FF2B5EF4-FFF2-40B4-BE49-F238E27FC236}">
                  <a16:creationId xmlns:a16="http://schemas.microsoft.com/office/drawing/2014/main" id="{A3FFD26F-0793-273C-1EA5-FBCB3C240427}"/>
                </a:ext>
              </a:extLst>
            </p:cNvPr>
            <p:cNvSpPr/>
            <p:nvPr/>
          </p:nvSpPr>
          <p:spPr>
            <a:xfrm>
              <a:off x="8636511" y="4583434"/>
              <a:ext cx="294574" cy="127093"/>
            </a:xfrm>
            <a:custGeom>
              <a:avLst/>
              <a:gdLst>
                <a:gd name="connsiteX0" fmla="*/ 103113 w 294574"/>
                <a:gd name="connsiteY0" fmla="*/ 104542 h 127093"/>
                <a:gd name="connsiteX1" fmla="*/ 118756 w 294574"/>
                <a:gd name="connsiteY1" fmla="*/ 88668 h 127093"/>
                <a:gd name="connsiteX2" fmla="*/ 147252 w 294574"/>
                <a:gd name="connsiteY2" fmla="*/ 31753 h 127093"/>
                <a:gd name="connsiteX3" fmla="*/ 153911 w 294574"/>
                <a:gd name="connsiteY3" fmla="*/ 10330 h 127093"/>
                <a:gd name="connsiteX4" fmla="*/ 151588 w 294574"/>
                <a:gd name="connsiteY4" fmla="*/ 16266 h 127093"/>
                <a:gd name="connsiteX5" fmla="*/ 132538 w 294574"/>
                <a:gd name="connsiteY5" fmla="*/ 78472 h 127093"/>
                <a:gd name="connsiteX6" fmla="*/ 133468 w 294574"/>
                <a:gd name="connsiteY6" fmla="*/ 108414 h 127093"/>
                <a:gd name="connsiteX7" fmla="*/ 165835 w 294574"/>
                <a:gd name="connsiteY7" fmla="*/ 49950 h 127093"/>
                <a:gd name="connsiteX8" fmla="*/ 174353 w 294574"/>
                <a:gd name="connsiteY8" fmla="*/ 26333 h 127093"/>
                <a:gd name="connsiteX9" fmla="*/ 175593 w 294574"/>
                <a:gd name="connsiteY9" fmla="*/ 24268 h 127093"/>
                <a:gd name="connsiteX10" fmla="*/ 169088 w 294574"/>
                <a:gd name="connsiteY10" fmla="*/ 78085 h 127093"/>
                <a:gd name="connsiteX11" fmla="*/ 152207 w 294574"/>
                <a:gd name="connsiteY11" fmla="*/ 111770 h 127093"/>
                <a:gd name="connsiteX12" fmla="*/ 190306 w 294574"/>
                <a:gd name="connsiteY12" fmla="*/ 51370 h 127093"/>
                <a:gd name="connsiteX13" fmla="*/ 196965 w 294574"/>
                <a:gd name="connsiteY13" fmla="*/ 24655 h 127093"/>
                <a:gd name="connsiteX14" fmla="*/ 198359 w 294574"/>
                <a:gd name="connsiteY14" fmla="*/ 21299 h 127093"/>
                <a:gd name="connsiteX15" fmla="*/ 198825 w 294574"/>
                <a:gd name="connsiteY15" fmla="*/ 35108 h 127093"/>
                <a:gd name="connsiteX16" fmla="*/ 208271 w 294574"/>
                <a:gd name="connsiteY16" fmla="*/ 97185 h 127093"/>
                <a:gd name="connsiteX17" fmla="*/ 214930 w 294574"/>
                <a:gd name="connsiteY17" fmla="*/ 95121 h 127093"/>
                <a:gd name="connsiteX18" fmla="*/ 225772 w 294574"/>
                <a:gd name="connsiteY18" fmla="*/ 86087 h 127093"/>
                <a:gd name="connsiteX19" fmla="*/ 230882 w 294574"/>
                <a:gd name="connsiteY19" fmla="*/ 73310 h 127093"/>
                <a:gd name="connsiteX20" fmla="*/ 226546 w 294574"/>
                <a:gd name="connsiteY20" fmla="*/ 32656 h 127093"/>
                <a:gd name="connsiteX21" fmla="*/ 211833 w 294574"/>
                <a:gd name="connsiteY21" fmla="*/ 8652 h 127093"/>
                <a:gd name="connsiteX22" fmla="*/ 204865 w 294574"/>
                <a:gd name="connsiteY22" fmla="*/ -512 h 127093"/>
                <a:gd name="connsiteX23" fmla="*/ 249002 w 294574"/>
                <a:gd name="connsiteY23" fmla="*/ 33173 h 127093"/>
                <a:gd name="connsiteX24" fmla="*/ 254732 w 294574"/>
                <a:gd name="connsiteY24" fmla="*/ 46079 h 127093"/>
                <a:gd name="connsiteX25" fmla="*/ 267742 w 294574"/>
                <a:gd name="connsiteY25" fmla="*/ 75633 h 127093"/>
                <a:gd name="connsiteX26" fmla="*/ 287254 w 294574"/>
                <a:gd name="connsiteY26" fmla="*/ 28526 h 127093"/>
                <a:gd name="connsiteX27" fmla="*/ 280905 w 294574"/>
                <a:gd name="connsiteY27" fmla="*/ 45305 h 127093"/>
                <a:gd name="connsiteX28" fmla="*/ 292830 w 294574"/>
                <a:gd name="connsiteY28" fmla="*/ 73826 h 127093"/>
                <a:gd name="connsiteX29" fmla="*/ 274711 w 294574"/>
                <a:gd name="connsiteY29" fmla="*/ 90604 h 127093"/>
                <a:gd name="connsiteX30" fmla="*/ 181324 w 294574"/>
                <a:gd name="connsiteY30" fmla="*/ 115899 h 127093"/>
                <a:gd name="connsiteX31" fmla="*/ 124022 w 294574"/>
                <a:gd name="connsiteY31" fmla="*/ 119384 h 127093"/>
                <a:gd name="connsiteX32" fmla="*/ 106212 w 294574"/>
                <a:gd name="connsiteY32" fmla="*/ 126481 h 127093"/>
                <a:gd name="connsiteX33" fmla="*/ 80039 w 294574"/>
                <a:gd name="connsiteY33" fmla="*/ 119126 h 127093"/>
                <a:gd name="connsiteX34" fmla="*/ 56653 w 294574"/>
                <a:gd name="connsiteY34" fmla="*/ 123643 h 127093"/>
                <a:gd name="connsiteX35" fmla="*/ 32493 w 294574"/>
                <a:gd name="connsiteY35" fmla="*/ 118868 h 127093"/>
                <a:gd name="connsiteX36" fmla="*/ 8489 w 294574"/>
                <a:gd name="connsiteY36" fmla="*/ 80278 h 127093"/>
                <a:gd name="connsiteX37" fmla="*/ 1984 w 294574"/>
                <a:gd name="connsiteY37" fmla="*/ 63114 h 127093"/>
                <a:gd name="connsiteX38" fmla="*/ 281 w 294574"/>
                <a:gd name="connsiteY38" fmla="*/ 60533 h 127093"/>
                <a:gd name="connsiteX39" fmla="*/ 103114 w 294574"/>
                <a:gd name="connsiteY39" fmla="*/ 104542 h 127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94574" h="127093">
                  <a:moveTo>
                    <a:pt x="103113" y="104542"/>
                  </a:moveTo>
                  <a:cubicBezTo>
                    <a:pt x="109247" y="100172"/>
                    <a:pt x="114145" y="94547"/>
                    <a:pt x="118756" y="88668"/>
                  </a:cubicBezTo>
                  <a:cubicBezTo>
                    <a:pt x="132743" y="70826"/>
                    <a:pt x="138588" y="52208"/>
                    <a:pt x="147252" y="31753"/>
                  </a:cubicBezTo>
                  <a:cubicBezTo>
                    <a:pt x="147571" y="31003"/>
                    <a:pt x="154872" y="10169"/>
                    <a:pt x="153911" y="10330"/>
                  </a:cubicBezTo>
                  <a:cubicBezTo>
                    <a:pt x="153600" y="10416"/>
                    <a:pt x="151782" y="15761"/>
                    <a:pt x="151588" y="16266"/>
                  </a:cubicBezTo>
                  <a:cubicBezTo>
                    <a:pt x="144159" y="35612"/>
                    <a:pt x="139002" y="58467"/>
                    <a:pt x="132538" y="78472"/>
                  </a:cubicBezTo>
                  <a:cubicBezTo>
                    <a:pt x="131118" y="82870"/>
                    <a:pt x="128626" y="111692"/>
                    <a:pt x="133468" y="108414"/>
                  </a:cubicBezTo>
                  <a:cubicBezTo>
                    <a:pt x="149062" y="97855"/>
                    <a:pt x="162686" y="67802"/>
                    <a:pt x="165835" y="49950"/>
                  </a:cubicBezTo>
                  <a:cubicBezTo>
                    <a:pt x="167232" y="42039"/>
                    <a:pt x="171618" y="33932"/>
                    <a:pt x="174353" y="26333"/>
                  </a:cubicBezTo>
                  <a:cubicBezTo>
                    <a:pt x="174543" y="25798"/>
                    <a:pt x="175865" y="23927"/>
                    <a:pt x="175593" y="24268"/>
                  </a:cubicBezTo>
                  <a:cubicBezTo>
                    <a:pt x="170765" y="30302"/>
                    <a:pt x="170030" y="68141"/>
                    <a:pt x="169088" y="78085"/>
                  </a:cubicBezTo>
                  <a:cubicBezTo>
                    <a:pt x="168872" y="80367"/>
                    <a:pt x="148818" y="112083"/>
                    <a:pt x="152207" y="111770"/>
                  </a:cubicBezTo>
                  <a:cubicBezTo>
                    <a:pt x="163249" y="110747"/>
                    <a:pt x="187299" y="62305"/>
                    <a:pt x="190306" y="51370"/>
                  </a:cubicBezTo>
                  <a:cubicBezTo>
                    <a:pt x="192729" y="42559"/>
                    <a:pt x="195131" y="33061"/>
                    <a:pt x="196965" y="24655"/>
                  </a:cubicBezTo>
                  <a:cubicBezTo>
                    <a:pt x="197223" y="23472"/>
                    <a:pt x="199476" y="20833"/>
                    <a:pt x="198359" y="21299"/>
                  </a:cubicBezTo>
                  <a:cubicBezTo>
                    <a:pt x="194107" y="23071"/>
                    <a:pt x="198713" y="30504"/>
                    <a:pt x="198825" y="35108"/>
                  </a:cubicBezTo>
                  <a:cubicBezTo>
                    <a:pt x="199049" y="44105"/>
                    <a:pt x="192257" y="98668"/>
                    <a:pt x="208271" y="97185"/>
                  </a:cubicBezTo>
                  <a:cubicBezTo>
                    <a:pt x="209887" y="97039"/>
                    <a:pt x="213894" y="96331"/>
                    <a:pt x="214930" y="95121"/>
                  </a:cubicBezTo>
                  <a:cubicBezTo>
                    <a:pt x="217992" y="91549"/>
                    <a:pt x="226566" y="90723"/>
                    <a:pt x="225772" y="86087"/>
                  </a:cubicBezTo>
                  <a:cubicBezTo>
                    <a:pt x="225031" y="81770"/>
                    <a:pt x="230215" y="78044"/>
                    <a:pt x="230882" y="73310"/>
                  </a:cubicBezTo>
                  <a:cubicBezTo>
                    <a:pt x="232962" y="58578"/>
                    <a:pt x="229931" y="46764"/>
                    <a:pt x="226546" y="32656"/>
                  </a:cubicBezTo>
                  <a:cubicBezTo>
                    <a:pt x="224341" y="23473"/>
                    <a:pt x="217882" y="15582"/>
                    <a:pt x="211833" y="8652"/>
                  </a:cubicBezTo>
                  <a:cubicBezTo>
                    <a:pt x="209310" y="5760"/>
                    <a:pt x="201108" y="272"/>
                    <a:pt x="204865" y="-512"/>
                  </a:cubicBezTo>
                  <a:cubicBezTo>
                    <a:pt x="211229" y="-1837"/>
                    <a:pt x="244159" y="25998"/>
                    <a:pt x="249002" y="33173"/>
                  </a:cubicBezTo>
                  <a:cubicBezTo>
                    <a:pt x="251610" y="37035"/>
                    <a:pt x="252096" y="41999"/>
                    <a:pt x="254732" y="46079"/>
                  </a:cubicBezTo>
                  <a:cubicBezTo>
                    <a:pt x="255951" y="47965"/>
                    <a:pt x="266350" y="76792"/>
                    <a:pt x="267742" y="75633"/>
                  </a:cubicBezTo>
                  <a:cubicBezTo>
                    <a:pt x="272848" y="71376"/>
                    <a:pt x="271921" y="28526"/>
                    <a:pt x="287254" y="28526"/>
                  </a:cubicBezTo>
                  <a:cubicBezTo>
                    <a:pt x="287341" y="28526"/>
                    <a:pt x="282221" y="36971"/>
                    <a:pt x="280905" y="45305"/>
                  </a:cubicBezTo>
                  <a:cubicBezTo>
                    <a:pt x="279381" y="54954"/>
                    <a:pt x="285062" y="68529"/>
                    <a:pt x="292830" y="73826"/>
                  </a:cubicBezTo>
                  <a:cubicBezTo>
                    <a:pt x="301136" y="79489"/>
                    <a:pt x="278394" y="89273"/>
                    <a:pt x="274711" y="90604"/>
                  </a:cubicBezTo>
                  <a:cubicBezTo>
                    <a:pt x="251613" y="98945"/>
                    <a:pt x="205574" y="117396"/>
                    <a:pt x="181324" y="115899"/>
                  </a:cubicBezTo>
                  <a:cubicBezTo>
                    <a:pt x="163719" y="114812"/>
                    <a:pt x="140877" y="114116"/>
                    <a:pt x="124022" y="119384"/>
                  </a:cubicBezTo>
                  <a:cubicBezTo>
                    <a:pt x="118237" y="121191"/>
                    <a:pt x="112408" y="125909"/>
                    <a:pt x="106212" y="126481"/>
                  </a:cubicBezTo>
                  <a:cubicBezTo>
                    <a:pt x="97743" y="127266"/>
                    <a:pt x="82369" y="119261"/>
                    <a:pt x="80039" y="119126"/>
                  </a:cubicBezTo>
                  <a:cubicBezTo>
                    <a:pt x="72113" y="118668"/>
                    <a:pt x="64462" y="122211"/>
                    <a:pt x="56653" y="123643"/>
                  </a:cubicBezTo>
                  <a:cubicBezTo>
                    <a:pt x="48756" y="125091"/>
                    <a:pt x="39997" y="120952"/>
                    <a:pt x="32493" y="118868"/>
                  </a:cubicBezTo>
                  <a:cubicBezTo>
                    <a:pt x="13957" y="113718"/>
                    <a:pt x="15802" y="94682"/>
                    <a:pt x="8489" y="80278"/>
                  </a:cubicBezTo>
                  <a:cubicBezTo>
                    <a:pt x="5636" y="74660"/>
                    <a:pt x="5750" y="68345"/>
                    <a:pt x="1984" y="63114"/>
                  </a:cubicBezTo>
                  <a:cubicBezTo>
                    <a:pt x="1380" y="62277"/>
                    <a:pt x="-577" y="59961"/>
                    <a:pt x="281" y="60533"/>
                  </a:cubicBezTo>
                  <a:cubicBezTo>
                    <a:pt x="27774" y="78862"/>
                    <a:pt x="53576" y="99308"/>
                    <a:pt x="103114" y="104542"/>
                  </a:cubicBezTo>
                  <a:close/>
                </a:path>
              </a:pathLst>
            </a:custGeom>
            <a:solidFill>
              <a:srgbClr val="49D34E">
                <a:alpha val="48000"/>
              </a:srgbClr>
            </a:soli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6" name="任意多边形: 形状 295">
              <a:extLst>
                <a:ext uri="{FF2B5EF4-FFF2-40B4-BE49-F238E27FC236}">
                  <a16:creationId xmlns:a16="http://schemas.microsoft.com/office/drawing/2014/main" id="{81E61B45-32AE-2C15-3102-2BE611DEF07A}"/>
                </a:ext>
              </a:extLst>
            </p:cNvPr>
            <p:cNvSpPr/>
            <p:nvPr/>
          </p:nvSpPr>
          <p:spPr>
            <a:xfrm>
              <a:off x="8604011" y="4623725"/>
              <a:ext cx="239005" cy="91201"/>
            </a:xfrm>
            <a:custGeom>
              <a:avLst/>
              <a:gdLst>
                <a:gd name="connsiteX0" fmla="*/ 33553 w 239005"/>
                <a:gd name="connsiteY0" fmla="*/ 60251 h 91201"/>
                <a:gd name="connsiteX1" fmla="*/ 8156 w 239005"/>
                <a:gd name="connsiteY1" fmla="*/ 41150 h 91201"/>
                <a:gd name="connsiteX2" fmla="*/ 2116 w 239005"/>
                <a:gd name="connsiteY2" fmla="*/ 19339 h 91201"/>
                <a:gd name="connsiteX3" fmla="*/ 102 w 239005"/>
                <a:gd name="connsiteY3" fmla="*/ 10563 h 91201"/>
                <a:gd name="connsiteX4" fmla="*/ 26120 w 239005"/>
                <a:gd name="connsiteY4" fmla="*/ 32762 h 91201"/>
                <a:gd name="connsiteX5" fmla="*/ 56320 w 239005"/>
                <a:gd name="connsiteY5" fmla="*/ 71091 h 91201"/>
                <a:gd name="connsiteX6" fmla="*/ 79860 w 239005"/>
                <a:gd name="connsiteY6" fmla="*/ 69543 h 91201"/>
                <a:gd name="connsiteX7" fmla="*/ 98444 w 239005"/>
                <a:gd name="connsiteY7" fmla="*/ 70833 h 91201"/>
                <a:gd name="connsiteX8" fmla="*/ 87448 w 239005"/>
                <a:gd name="connsiteY8" fmla="*/ 46570 h 91201"/>
                <a:gd name="connsiteX9" fmla="*/ 81099 w 239005"/>
                <a:gd name="connsiteY9" fmla="*/ 15983 h 91201"/>
                <a:gd name="connsiteX10" fmla="*/ 90391 w 239005"/>
                <a:gd name="connsiteY10" fmla="*/ 27083 h 91201"/>
                <a:gd name="connsiteX11" fmla="*/ 106653 w 239005"/>
                <a:gd name="connsiteY11" fmla="*/ 45538 h 91201"/>
                <a:gd name="connsiteX12" fmla="*/ 122604 w 239005"/>
                <a:gd name="connsiteY12" fmla="*/ 53927 h 91201"/>
                <a:gd name="connsiteX13" fmla="*/ 131587 w 239005"/>
                <a:gd name="connsiteY13" fmla="*/ 62445 h 91201"/>
                <a:gd name="connsiteX14" fmla="*/ 120900 w 239005"/>
                <a:gd name="connsiteY14" fmla="*/ 3206 h 91201"/>
                <a:gd name="connsiteX15" fmla="*/ 122914 w 239005"/>
                <a:gd name="connsiteY15" fmla="*/ 1271 h 91201"/>
                <a:gd name="connsiteX16" fmla="*/ 125857 w 239005"/>
                <a:gd name="connsiteY16" fmla="*/ 25534 h 91201"/>
                <a:gd name="connsiteX17" fmla="*/ 159309 w 239005"/>
                <a:gd name="connsiteY17" fmla="*/ 61928 h 91201"/>
                <a:gd name="connsiteX18" fmla="*/ 185946 w 239005"/>
                <a:gd name="connsiteY18" fmla="*/ 61540 h 91201"/>
                <a:gd name="connsiteX19" fmla="*/ 191057 w 239005"/>
                <a:gd name="connsiteY19" fmla="*/ 61023 h 91201"/>
                <a:gd name="connsiteX20" fmla="*/ 191678 w 239005"/>
                <a:gd name="connsiteY20" fmla="*/ 57539 h 91201"/>
                <a:gd name="connsiteX21" fmla="*/ 197407 w 239005"/>
                <a:gd name="connsiteY21" fmla="*/ 64507 h 91201"/>
                <a:gd name="connsiteX22" fmla="*/ 226523 w 239005"/>
                <a:gd name="connsiteY22" fmla="*/ 65927 h 91201"/>
                <a:gd name="connsiteX23" fmla="*/ 238448 w 239005"/>
                <a:gd name="connsiteY23" fmla="*/ 67347 h 91201"/>
                <a:gd name="connsiteX24" fmla="*/ 120128 w 239005"/>
                <a:gd name="connsiteY24" fmla="*/ 85028 h 91201"/>
                <a:gd name="connsiteX25" fmla="*/ 80326 w 239005"/>
                <a:gd name="connsiteY25" fmla="*/ 88383 h 91201"/>
                <a:gd name="connsiteX26" fmla="*/ 33555 w 239005"/>
                <a:gd name="connsiteY26" fmla="*/ 60248 h 9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9005" h="91201">
                  <a:moveTo>
                    <a:pt x="33553" y="60251"/>
                  </a:moveTo>
                  <a:cubicBezTo>
                    <a:pt x="25044" y="53923"/>
                    <a:pt x="14312" y="50386"/>
                    <a:pt x="8156" y="41150"/>
                  </a:cubicBezTo>
                  <a:cubicBezTo>
                    <a:pt x="3649" y="34390"/>
                    <a:pt x="2479" y="27225"/>
                    <a:pt x="2116" y="19339"/>
                  </a:cubicBezTo>
                  <a:cubicBezTo>
                    <a:pt x="1977" y="16341"/>
                    <a:pt x="2409" y="8642"/>
                    <a:pt x="102" y="10563"/>
                  </a:cubicBezTo>
                  <a:cubicBezTo>
                    <a:pt x="-1008" y="11488"/>
                    <a:pt x="24425" y="31276"/>
                    <a:pt x="26120" y="32762"/>
                  </a:cubicBezTo>
                  <a:cubicBezTo>
                    <a:pt x="35880" y="41312"/>
                    <a:pt x="49094" y="67094"/>
                    <a:pt x="56320" y="71091"/>
                  </a:cubicBezTo>
                  <a:cubicBezTo>
                    <a:pt x="63200" y="74899"/>
                    <a:pt x="72008" y="69976"/>
                    <a:pt x="79860" y="69543"/>
                  </a:cubicBezTo>
                  <a:cubicBezTo>
                    <a:pt x="81383" y="69456"/>
                    <a:pt x="98424" y="70914"/>
                    <a:pt x="98444" y="70833"/>
                  </a:cubicBezTo>
                  <a:cubicBezTo>
                    <a:pt x="99922" y="64676"/>
                    <a:pt x="89398" y="52345"/>
                    <a:pt x="87448" y="46570"/>
                  </a:cubicBezTo>
                  <a:cubicBezTo>
                    <a:pt x="84667" y="38329"/>
                    <a:pt x="85558" y="23417"/>
                    <a:pt x="81099" y="15983"/>
                  </a:cubicBezTo>
                  <a:cubicBezTo>
                    <a:pt x="78616" y="11846"/>
                    <a:pt x="87122" y="23534"/>
                    <a:pt x="90391" y="27083"/>
                  </a:cubicBezTo>
                  <a:cubicBezTo>
                    <a:pt x="95845" y="33004"/>
                    <a:pt x="100646" y="40239"/>
                    <a:pt x="106653" y="45538"/>
                  </a:cubicBezTo>
                  <a:cubicBezTo>
                    <a:pt x="111217" y="49566"/>
                    <a:pt x="117902" y="50254"/>
                    <a:pt x="122604" y="53927"/>
                  </a:cubicBezTo>
                  <a:cubicBezTo>
                    <a:pt x="123468" y="54599"/>
                    <a:pt x="130560" y="63129"/>
                    <a:pt x="131587" y="62445"/>
                  </a:cubicBezTo>
                  <a:cubicBezTo>
                    <a:pt x="132614" y="61761"/>
                    <a:pt x="121431" y="12921"/>
                    <a:pt x="120900" y="3206"/>
                  </a:cubicBezTo>
                  <a:cubicBezTo>
                    <a:pt x="120814" y="1622"/>
                    <a:pt x="121236" y="-3145"/>
                    <a:pt x="122914" y="1271"/>
                  </a:cubicBezTo>
                  <a:cubicBezTo>
                    <a:pt x="125720" y="8677"/>
                    <a:pt x="124268" y="17758"/>
                    <a:pt x="125857" y="25534"/>
                  </a:cubicBezTo>
                  <a:cubicBezTo>
                    <a:pt x="128876" y="40319"/>
                    <a:pt x="144136" y="58182"/>
                    <a:pt x="159309" y="61928"/>
                  </a:cubicBezTo>
                  <a:cubicBezTo>
                    <a:pt x="168586" y="64219"/>
                    <a:pt x="176598" y="62316"/>
                    <a:pt x="185946" y="61540"/>
                  </a:cubicBezTo>
                  <a:cubicBezTo>
                    <a:pt x="187252" y="61437"/>
                    <a:pt x="190918" y="61144"/>
                    <a:pt x="191057" y="61023"/>
                  </a:cubicBezTo>
                  <a:cubicBezTo>
                    <a:pt x="191963" y="60264"/>
                    <a:pt x="190885" y="56662"/>
                    <a:pt x="191678" y="57539"/>
                  </a:cubicBezTo>
                  <a:cubicBezTo>
                    <a:pt x="193450" y="59509"/>
                    <a:pt x="195140" y="62961"/>
                    <a:pt x="197407" y="64507"/>
                  </a:cubicBezTo>
                  <a:cubicBezTo>
                    <a:pt x="204565" y="69388"/>
                    <a:pt x="217964" y="64501"/>
                    <a:pt x="226523" y="65927"/>
                  </a:cubicBezTo>
                  <a:cubicBezTo>
                    <a:pt x="230471" y="66583"/>
                    <a:pt x="241843" y="65229"/>
                    <a:pt x="238448" y="67347"/>
                  </a:cubicBezTo>
                  <a:cubicBezTo>
                    <a:pt x="202284" y="89950"/>
                    <a:pt x="160362" y="83946"/>
                    <a:pt x="120128" y="85028"/>
                  </a:cubicBezTo>
                  <a:cubicBezTo>
                    <a:pt x="109458" y="85313"/>
                    <a:pt x="89898" y="94888"/>
                    <a:pt x="80326" y="88383"/>
                  </a:cubicBezTo>
                  <a:cubicBezTo>
                    <a:pt x="72170" y="82841"/>
                    <a:pt x="64322" y="76854"/>
                    <a:pt x="33555" y="60248"/>
                  </a:cubicBezTo>
                  <a:close/>
                </a:path>
              </a:pathLst>
            </a:custGeom>
            <a:solidFill>
              <a:srgbClr val="1B6F1E">
                <a:alpha val="48000"/>
              </a:srgbClr>
            </a:soli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7" name="任意多边形: 形状 296">
              <a:extLst>
                <a:ext uri="{FF2B5EF4-FFF2-40B4-BE49-F238E27FC236}">
                  <a16:creationId xmlns:a16="http://schemas.microsoft.com/office/drawing/2014/main" id="{51715D49-D583-F18C-A4E3-B5D616651DDF}"/>
                </a:ext>
              </a:extLst>
            </p:cNvPr>
            <p:cNvSpPr/>
            <p:nvPr/>
          </p:nvSpPr>
          <p:spPr>
            <a:xfrm>
              <a:off x="8413434" y="4582756"/>
              <a:ext cx="281057" cy="121476"/>
            </a:xfrm>
            <a:custGeom>
              <a:avLst/>
              <a:gdLst>
                <a:gd name="connsiteX0" fmla="*/ 82122 w 281057"/>
                <a:gd name="connsiteY0" fmla="*/ 75815 h 121476"/>
                <a:gd name="connsiteX1" fmla="*/ 102214 w 281057"/>
                <a:gd name="connsiteY1" fmla="*/ 66174 h 121476"/>
                <a:gd name="connsiteX2" fmla="*/ 148294 w 281057"/>
                <a:gd name="connsiteY2" fmla="*/ 22264 h 121476"/>
                <a:gd name="connsiteX3" fmla="*/ 161811 w 281057"/>
                <a:gd name="connsiteY3" fmla="*/ 4359 h 121476"/>
                <a:gd name="connsiteX4" fmla="*/ 157616 w 281057"/>
                <a:gd name="connsiteY4" fmla="*/ 9159 h 121476"/>
                <a:gd name="connsiteX5" fmla="*/ 118635 w 281057"/>
                <a:gd name="connsiteY5" fmla="*/ 61246 h 121476"/>
                <a:gd name="connsiteX6" fmla="*/ 109375 w 281057"/>
                <a:gd name="connsiteY6" fmla="*/ 89734 h 121476"/>
                <a:gd name="connsiteX7" fmla="*/ 159622 w 281057"/>
                <a:gd name="connsiteY7" fmla="*/ 45678 h 121476"/>
                <a:gd name="connsiteX8" fmla="*/ 175631 w 281057"/>
                <a:gd name="connsiteY8" fmla="*/ 26338 h 121476"/>
                <a:gd name="connsiteX9" fmla="*/ 177496 w 281057"/>
                <a:gd name="connsiteY9" fmla="*/ 24814 h 121476"/>
                <a:gd name="connsiteX10" fmla="*/ 153158 w 281057"/>
                <a:gd name="connsiteY10" fmla="*/ 73253 h 121476"/>
                <a:gd name="connsiteX11" fmla="*/ 125871 w 281057"/>
                <a:gd name="connsiteY11" fmla="*/ 99235 h 121476"/>
                <a:gd name="connsiteX12" fmla="*/ 182165 w 281057"/>
                <a:gd name="connsiteY12" fmla="*/ 55297 h 121476"/>
                <a:gd name="connsiteX13" fmla="*/ 197475 w 281057"/>
                <a:gd name="connsiteY13" fmla="*/ 32413 h 121476"/>
                <a:gd name="connsiteX14" fmla="*/ 199923 w 281057"/>
                <a:gd name="connsiteY14" fmla="*/ 29727 h 121476"/>
                <a:gd name="connsiteX15" fmla="*/ 195686 w 281057"/>
                <a:gd name="connsiteY15" fmla="*/ 42879 h 121476"/>
                <a:gd name="connsiteX16" fmla="*/ 183563 w 281057"/>
                <a:gd name="connsiteY16" fmla="*/ 104489 h 121476"/>
                <a:gd name="connsiteX17" fmla="*/ 190527 w 281057"/>
                <a:gd name="connsiteY17" fmla="*/ 104799 h 121476"/>
                <a:gd name="connsiteX18" fmla="*/ 203786 w 281057"/>
                <a:gd name="connsiteY18" fmla="*/ 99968 h 121476"/>
                <a:gd name="connsiteX19" fmla="*/ 212920 w 281057"/>
                <a:gd name="connsiteY19" fmla="*/ 89675 h 121476"/>
                <a:gd name="connsiteX20" fmla="*/ 222601 w 281057"/>
                <a:gd name="connsiteY20" fmla="*/ 49954 h 121476"/>
                <a:gd name="connsiteX21" fmla="*/ 216882 w 281057"/>
                <a:gd name="connsiteY21" fmla="*/ 22386 h 121476"/>
                <a:gd name="connsiteX22" fmla="*/ 213426 w 281057"/>
                <a:gd name="connsiteY22" fmla="*/ 11404 h 121476"/>
                <a:gd name="connsiteX23" fmla="*/ 243556 w 281057"/>
                <a:gd name="connsiteY23" fmla="*/ 58041 h 121476"/>
                <a:gd name="connsiteX24" fmla="*/ 244579 w 281057"/>
                <a:gd name="connsiteY24" fmla="*/ 72125 h 121476"/>
                <a:gd name="connsiteX25" fmla="*/ 246817 w 281057"/>
                <a:gd name="connsiteY25" fmla="*/ 104338 h 121476"/>
                <a:gd name="connsiteX26" fmla="*/ 281123 w 281057"/>
                <a:gd name="connsiteY26" fmla="*/ 66618 h 121476"/>
                <a:gd name="connsiteX27" fmla="*/ 269469 w 281057"/>
                <a:gd name="connsiteY27" fmla="*/ 80256 h 121476"/>
                <a:gd name="connsiteX28" fmla="*/ 271036 w 281057"/>
                <a:gd name="connsiteY28" fmla="*/ 111131 h 121476"/>
                <a:gd name="connsiteX29" fmla="*/ 248306 w 281057"/>
                <a:gd name="connsiteY29" fmla="*/ 120784 h 121476"/>
                <a:gd name="connsiteX30" fmla="*/ 151871 w 281057"/>
                <a:gd name="connsiteY30" fmla="*/ 112975 h 121476"/>
                <a:gd name="connsiteX31" fmla="*/ 96772 w 281057"/>
                <a:gd name="connsiteY31" fmla="*/ 96857 h 121476"/>
                <a:gd name="connsiteX32" fmla="*/ 77611 w 281057"/>
                <a:gd name="connsiteY32" fmla="*/ 97504 h 121476"/>
                <a:gd name="connsiteX33" fmla="*/ 55473 w 281057"/>
                <a:gd name="connsiteY33" fmla="*/ 81724 h 121476"/>
                <a:gd name="connsiteX34" fmla="*/ 31938 w 281057"/>
                <a:gd name="connsiteY34" fmla="*/ 78058 h 121476"/>
                <a:gd name="connsiteX35" fmla="*/ 10821 w 281057"/>
                <a:gd name="connsiteY35" fmla="*/ 65387 h 121476"/>
                <a:gd name="connsiteX36" fmla="*/ 1297 w 281057"/>
                <a:gd name="connsiteY36" fmla="*/ 20950 h 121476"/>
                <a:gd name="connsiteX37" fmla="*/ 986 w 281057"/>
                <a:gd name="connsiteY37" fmla="*/ 2597 h 121476"/>
                <a:gd name="connsiteX38" fmla="*/ 253 w 281057"/>
                <a:gd name="connsiteY38" fmla="*/ -408 h 121476"/>
                <a:gd name="connsiteX39" fmla="*/ 82119 w 281057"/>
                <a:gd name="connsiteY39" fmla="*/ 75811 h 12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81057" h="121476">
                  <a:moveTo>
                    <a:pt x="82122" y="75815"/>
                  </a:moveTo>
                  <a:cubicBezTo>
                    <a:pt x="89375" y="73781"/>
                    <a:pt x="95887" y="70145"/>
                    <a:pt x="102214" y="66174"/>
                  </a:cubicBezTo>
                  <a:cubicBezTo>
                    <a:pt x="121416" y="54120"/>
                    <a:pt x="133217" y="38580"/>
                    <a:pt x="148294" y="22264"/>
                  </a:cubicBezTo>
                  <a:cubicBezTo>
                    <a:pt x="148845" y="21670"/>
                    <a:pt x="162771" y="4535"/>
                    <a:pt x="161811" y="4359"/>
                  </a:cubicBezTo>
                  <a:cubicBezTo>
                    <a:pt x="161493" y="4359"/>
                    <a:pt x="157970" y="8750"/>
                    <a:pt x="157616" y="9159"/>
                  </a:cubicBezTo>
                  <a:cubicBezTo>
                    <a:pt x="144077" y="24848"/>
                    <a:pt x="131489" y="44609"/>
                    <a:pt x="118635" y="61246"/>
                  </a:cubicBezTo>
                  <a:cubicBezTo>
                    <a:pt x="115809" y="64902"/>
                    <a:pt x="103709" y="91180"/>
                    <a:pt x="109375" y="89734"/>
                  </a:cubicBezTo>
                  <a:cubicBezTo>
                    <a:pt x="127623" y="85077"/>
                    <a:pt x="150614" y="61409"/>
                    <a:pt x="159622" y="45678"/>
                  </a:cubicBezTo>
                  <a:cubicBezTo>
                    <a:pt x="163613" y="38707"/>
                    <a:pt x="170485" y="32562"/>
                    <a:pt x="175631" y="26338"/>
                  </a:cubicBezTo>
                  <a:cubicBezTo>
                    <a:pt x="175993" y="25898"/>
                    <a:pt x="177867" y="24586"/>
                    <a:pt x="177496" y="24814"/>
                  </a:cubicBezTo>
                  <a:cubicBezTo>
                    <a:pt x="170910" y="28859"/>
                    <a:pt x="157410" y="64216"/>
                    <a:pt x="153158" y="73253"/>
                  </a:cubicBezTo>
                  <a:cubicBezTo>
                    <a:pt x="152182" y="75327"/>
                    <a:pt x="122577" y="98383"/>
                    <a:pt x="125871" y="99235"/>
                  </a:cubicBezTo>
                  <a:cubicBezTo>
                    <a:pt x="136609" y="102011"/>
                    <a:pt x="175634" y="64568"/>
                    <a:pt x="182165" y="55297"/>
                  </a:cubicBezTo>
                  <a:cubicBezTo>
                    <a:pt x="187429" y="47826"/>
                    <a:pt x="192904" y="39701"/>
                    <a:pt x="197475" y="32413"/>
                  </a:cubicBezTo>
                  <a:cubicBezTo>
                    <a:pt x="198122" y="31387"/>
                    <a:pt x="201132" y="29667"/>
                    <a:pt x="199923" y="29727"/>
                  </a:cubicBezTo>
                  <a:cubicBezTo>
                    <a:pt x="195323" y="29951"/>
                    <a:pt x="197135" y="38507"/>
                    <a:pt x="195686" y="42879"/>
                  </a:cubicBezTo>
                  <a:cubicBezTo>
                    <a:pt x="192852" y="51420"/>
                    <a:pt x="167991" y="100463"/>
                    <a:pt x="183563" y="104489"/>
                  </a:cubicBezTo>
                  <a:cubicBezTo>
                    <a:pt x="185132" y="104894"/>
                    <a:pt x="189141" y="105588"/>
                    <a:pt x="190527" y="104799"/>
                  </a:cubicBezTo>
                  <a:cubicBezTo>
                    <a:pt x="194617" y="102475"/>
                    <a:pt x="202964" y="104601"/>
                    <a:pt x="203786" y="99968"/>
                  </a:cubicBezTo>
                  <a:cubicBezTo>
                    <a:pt x="204553" y="95656"/>
                    <a:pt x="210688" y="93904"/>
                    <a:pt x="212920" y="89675"/>
                  </a:cubicBezTo>
                  <a:cubicBezTo>
                    <a:pt x="219863" y="76517"/>
                    <a:pt x="221011" y="64375"/>
                    <a:pt x="222601" y="49954"/>
                  </a:cubicBezTo>
                  <a:cubicBezTo>
                    <a:pt x="223636" y="40566"/>
                    <a:pt x="220227" y="30955"/>
                    <a:pt x="216882" y="22386"/>
                  </a:cubicBezTo>
                  <a:cubicBezTo>
                    <a:pt x="215486" y="18811"/>
                    <a:pt x="209626" y="10870"/>
                    <a:pt x="213426" y="11404"/>
                  </a:cubicBezTo>
                  <a:cubicBezTo>
                    <a:pt x="219863" y="12312"/>
                    <a:pt x="241428" y="49651"/>
                    <a:pt x="243556" y="58041"/>
                  </a:cubicBezTo>
                  <a:cubicBezTo>
                    <a:pt x="244703" y="62559"/>
                    <a:pt x="243471" y="67394"/>
                    <a:pt x="244579" y="72125"/>
                  </a:cubicBezTo>
                  <a:cubicBezTo>
                    <a:pt x="245088" y="74313"/>
                    <a:pt x="245114" y="104958"/>
                    <a:pt x="246817" y="104338"/>
                  </a:cubicBezTo>
                  <a:cubicBezTo>
                    <a:pt x="253063" y="102062"/>
                    <a:pt x="266695" y="61427"/>
                    <a:pt x="281123" y="66618"/>
                  </a:cubicBezTo>
                  <a:cubicBezTo>
                    <a:pt x="281210" y="66618"/>
                    <a:pt x="273529" y="72860"/>
                    <a:pt x="269469" y="80256"/>
                  </a:cubicBezTo>
                  <a:cubicBezTo>
                    <a:pt x="264769" y="88820"/>
                    <a:pt x="265520" y="103517"/>
                    <a:pt x="271036" y="111131"/>
                  </a:cubicBezTo>
                  <a:cubicBezTo>
                    <a:pt x="276935" y="119270"/>
                    <a:pt x="252224" y="120779"/>
                    <a:pt x="248306" y="120784"/>
                  </a:cubicBezTo>
                  <a:cubicBezTo>
                    <a:pt x="223749" y="120784"/>
                    <a:pt x="174183" y="122592"/>
                    <a:pt x="151871" y="112975"/>
                  </a:cubicBezTo>
                  <a:cubicBezTo>
                    <a:pt x="135674" y="105993"/>
                    <a:pt x="114414" y="97606"/>
                    <a:pt x="96772" y="96857"/>
                  </a:cubicBezTo>
                  <a:cubicBezTo>
                    <a:pt x="90717" y="96599"/>
                    <a:pt x="83635" y="99066"/>
                    <a:pt x="77611" y="97504"/>
                  </a:cubicBezTo>
                  <a:cubicBezTo>
                    <a:pt x="69376" y="95376"/>
                    <a:pt x="57620" y="82639"/>
                    <a:pt x="55473" y="81724"/>
                  </a:cubicBezTo>
                  <a:cubicBezTo>
                    <a:pt x="48169" y="78611"/>
                    <a:pt x="39772" y="79354"/>
                    <a:pt x="31938" y="78058"/>
                  </a:cubicBezTo>
                  <a:cubicBezTo>
                    <a:pt x="24017" y="76747"/>
                    <a:pt x="17177" y="69887"/>
                    <a:pt x="10821" y="65387"/>
                  </a:cubicBezTo>
                  <a:cubicBezTo>
                    <a:pt x="-4877" y="54267"/>
                    <a:pt x="3301" y="36978"/>
                    <a:pt x="1297" y="20950"/>
                  </a:cubicBezTo>
                  <a:cubicBezTo>
                    <a:pt x="512" y="14697"/>
                    <a:pt x="2758" y="8794"/>
                    <a:pt x="986" y="2597"/>
                  </a:cubicBezTo>
                  <a:cubicBezTo>
                    <a:pt x="701" y="1605"/>
                    <a:pt x="-356" y="-1238"/>
                    <a:pt x="253" y="-408"/>
                  </a:cubicBezTo>
                  <a:cubicBezTo>
                    <a:pt x="19919" y="26145"/>
                    <a:pt x="37276" y="54118"/>
                    <a:pt x="82119" y="75811"/>
                  </a:cubicBezTo>
                  <a:close/>
                </a:path>
              </a:pathLst>
            </a:custGeom>
            <a:solidFill>
              <a:srgbClr val="49D34E">
                <a:alpha val="48000"/>
              </a:srgbClr>
            </a:soli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8" name="任意多边形: 形状 297">
              <a:extLst>
                <a:ext uri="{FF2B5EF4-FFF2-40B4-BE49-F238E27FC236}">
                  <a16:creationId xmlns:a16="http://schemas.microsoft.com/office/drawing/2014/main" id="{EA5666B8-27A0-F4E9-5926-9C7F3D2363E5}"/>
                </a:ext>
              </a:extLst>
            </p:cNvPr>
            <p:cNvSpPr/>
            <p:nvPr/>
          </p:nvSpPr>
          <p:spPr>
            <a:xfrm>
              <a:off x="8382431" y="4562640"/>
              <a:ext cx="209593" cy="136492"/>
            </a:xfrm>
            <a:custGeom>
              <a:avLst/>
              <a:gdLst>
                <a:gd name="connsiteX0" fmla="*/ 18445 w 209593"/>
                <a:gd name="connsiteY0" fmla="*/ 57621 h 136492"/>
                <a:gd name="connsiteX1" fmla="*/ 1011 w 209593"/>
                <a:gd name="connsiteY1" fmla="*/ 31050 h 136492"/>
                <a:gd name="connsiteX2" fmla="*/ 2711 w 209593"/>
                <a:gd name="connsiteY2" fmla="*/ 8482 h 136492"/>
                <a:gd name="connsiteX3" fmla="*/ 3787 w 209593"/>
                <a:gd name="connsiteY3" fmla="*/ -457 h 136492"/>
                <a:gd name="connsiteX4" fmla="*/ 20755 w 209593"/>
                <a:gd name="connsiteY4" fmla="*/ 29238 h 136492"/>
                <a:gd name="connsiteX5" fmla="*/ 36198 w 209593"/>
                <a:gd name="connsiteY5" fmla="*/ 75527 h 136492"/>
                <a:gd name="connsiteX6" fmla="*/ 58872 w 209593"/>
                <a:gd name="connsiteY6" fmla="*/ 82038 h 136492"/>
                <a:gd name="connsiteX7" fmla="*/ 75923 w 209593"/>
                <a:gd name="connsiteY7" fmla="*/ 89544 h 136492"/>
                <a:gd name="connsiteX8" fmla="*/ 73789 w 209593"/>
                <a:gd name="connsiteY8" fmla="*/ 62991 h 136492"/>
                <a:gd name="connsiteX9" fmla="*/ 78167 w 209593"/>
                <a:gd name="connsiteY9" fmla="*/ 32061 h 136492"/>
                <a:gd name="connsiteX10" fmla="*/ 83155 w 209593"/>
                <a:gd name="connsiteY10" fmla="*/ 45650 h 136492"/>
                <a:gd name="connsiteX11" fmla="*/ 92209 w 209593"/>
                <a:gd name="connsiteY11" fmla="*/ 68520 h 136492"/>
                <a:gd name="connsiteX12" fmla="*/ 104380 w 209593"/>
                <a:gd name="connsiteY12" fmla="*/ 81813 h 136492"/>
                <a:gd name="connsiteX13" fmla="*/ 109948 w 209593"/>
                <a:gd name="connsiteY13" fmla="*/ 92869 h 136492"/>
                <a:gd name="connsiteX14" fmla="*/ 119944 w 209593"/>
                <a:gd name="connsiteY14" fmla="*/ 33511 h 136492"/>
                <a:gd name="connsiteX15" fmla="*/ 122494 w 209593"/>
                <a:gd name="connsiteY15" fmla="*/ 32371 h 136492"/>
                <a:gd name="connsiteX16" fmla="*/ 117050 w 209593"/>
                <a:gd name="connsiteY16" fmla="*/ 56198 h 136492"/>
                <a:gd name="connsiteX17" fmla="*/ 136208 w 209593"/>
                <a:gd name="connsiteY17" fmla="*/ 101767 h 136492"/>
                <a:gd name="connsiteX18" fmla="*/ 161404 w 209593"/>
                <a:gd name="connsiteY18" fmla="*/ 110419 h 136492"/>
                <a:gd name="connsiteX19" fmla="*/ 166389 w 209593"/>
                <a:gd name="connsiteY19" fmla="*/ 111661 h 136492"/>
                <a:gd name="connsiteX20" fmla="*/ 168150 w 209593"/>
                <a:gd name="connsiteY20" fmla="*/ 108592 h 136492"/>
                <a:gd name="connsiteX21" fmla="*/ 171184 w 209593"/>
                <a:gd name="connsiteY21" fmla="*/ 117089 h 136492"/>
                <a:gd name="connsiteX22" fmla="*/ 198100 w 209593"/>
                <a:gd name="connsiteY22" fmla="*/ 128281 h 136492"/>
                <a:gd name="connsiteX23" fmla="*/ 208840 w 209593"/>
                <a:gd name="connsiteY23" fmla="*/ 133654 h 136492"/>
                <a:gd name="connsiteX24" fmla="*/ 91519 w 209593"/>
                <a:gd name="connsiteY24" fmla="*/ 110240 h 136492"/>
                <a:gd name="connsiteX25" fmla="*/ 52932 w 209593"/>
                <a:gd name="connsiteY25" fmla="*/ 99925 h 136492"/>
                <a:gd name="connsiteX26" fmla="*/ 18446 w 209593"/>
                <a:gd name="connsiteY26" fmla="*/ 57618 h 13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9593" h="136492">
                  <a:moveTo>
                    <a:pt x="18445" y="57621"/>
                  </a:moveTo>
                  <a:cubicBezTo>
                    <a:pt x="12580" y="48786"/>
                    <a:pt x="3679" y="41825"/>
                    <a:pt x="1011" y="31050"/>
                  </a:cubicBezTo>
                  <a:cubicBezTo>
                    <a:pt x="-941" y="23164"/>
                    <a:pt x="382" y="16026"/>
                    <a:pt x="2711" y="8482"/>
                  </a:cubicBezTo>
                  <a:cubicBezTo>
                    <a:pt x="3595" y="5614"/>
                    <a:pt x="6607" y="-1485"/>
                    <a:pt x="3787" y="-457"/>
                  </a:cubicBezTo>
                  <a:cubicBezTo>
                    <a:pt x="2431" y="35"/>
                    <a:pt x="19663" y="27266"/>
                    <a:pt x="20755" y="29238"/>
                  </a:cubicBezTo>
                  <a:cubicBezTo>
                    <a:pt x="27046" y="40588"/>
                    <a:pt x="30752" y="69320"/>
                    <a:pt x="36198" y="75527"/>
                  </a:cubicBezTo>
                  <a:cubicBezTo>
                    <a:pt x="41383" y="81439"/>
                    <a:pt x="51337" y="79789"/>
                    <a:pt x="58872" y="82038"/>
                  </a:cubicBezTo>
                  <a:cubicBezTo>
                    <a:pt x="60335" y="82469"/>
                    <a:pt x="75878" y="89614"/>
                    <a:pt x="75923" y="89544"/>
                  </a:cubicBezTo>
                  <a:cubicBezTo>
                    <a:pt x="79397" y="84250"/>
                    <a:pt x="73668" y="69085"/>
                    <a:pt x="73789" y="62991"/>
                  </a:cubicBezTo>
                  <a:cubicBezTo>
                    <a:pt x="73961" y="54294"/>
                    <a:pt x="79848" y="40564"/>
                    <a:pt x="78167" y="32061"/>
                  </a:cubicBezTo>
                  <a:cubicBezTo>
                    <a:pt x="77232" y="27327"/>
                    <a:pt x="81280" y="41204"/>
                    <a:pt x="83155" y="45650"/>
                  </a:cubicBezTo>
                  <a:cubicBezTo>
                    <a:pt x="86282" y="53067"/>
                    <a:pt x="88352" y="61501"/>
                    <a:pt x="92209" y="68520"/>
                  </a:cubicBezTo>
                  <a:cubicBezTo>
                    <a:pt x="95141" y="73856"/>
                    <a:pt x="101199" y="76766"/>
                    <a:pt x="104380" y="81813"/>
                  </a:cubicBezTo>
                  <a:cubicBezTo>
                    <a:pt x="104966" y="82738"/>
                    <a:pt x="108751" y="93165"/>
                    <a:pt x="109948" y="92869"/>
                  </a:cubicBezTo>
                  <a:cubicBezTo>
                    <a:pt x="111186" y="92567"/>
                    <a:pt x="117155" y="42831"/>
                    <a:pt x="119944" y="33511"/>
                  </a:cubicBezTo>
                  <a:cubicBezTo>
                    <a:pt x="120402" y="31990"/>
                    <a:pt x="122414" y="27649"/>
                    <a:pt x="122494" y="32371"/>
                  </a:cubicBezTo>
                  <a:cubicBezTo>
                    <a:pt x="122624" y="40290"/>
                    <a:pt x="118188" y="48342"/>
                    <a:pt x="117050" y="56198"/>
                  </a:cubicBezTo>
                  <a:cubicBezTo>
                    <a:pt x="114888" y="71132"/>
                    <a:pt x="123199" y="93106"/>
                    <a:pt x="136208" y="101767"/>
                  </a:cubicBezTo>
                  <a:cubicBezTo>
                    <a:pt x="144163" y="107063"/>
                    <a:pt x="152346" y="107984"/>
                    <a:pt x="161404" y="110419"/>
                  </a:cubicBezTo>
                  <a:cubicBezTo>
                    <a:pt x="162669" y="110764"/>
                    <a:pt x="166218" y="111728"/>
                    <a:pt x="166389" y="111661"/>
                  </a:cubicBezTo>
                  <a:cubicBezTo>
                    <a:pt x="167498" y="111256"/>
                    <a:pt x="167705" y="107500"/>
                    <a:pt x="168150" y="108592"/>
                  </a:cubicBezTo>
                  <a:cubicBezTo>
                    <a:pt x="169152" y="111046"/>
                    <a:pt x="169573" y="114867"/>
                    <a:pt x="171184" y="117089"/>
                  </a:cubicBezTo>
                  <a:cubicBezTo>
                    <a:pt x="176267" y="124104"/>
                    <a:pt x="190529" y="124042"/>
                    <a:pt x="198100" y="128281"/>
                  </a:cubicBezTo>
                  <a:cubicBezTo>
                    <a:pt x="201594" y="130234"/>
                    <a:pt x="212751" y="132809"/>
                    <a:pt x="208840" y="133654"/>
                  </a:cubicBezTo>
                  <a:cubicBezTo>
                    <a:pt x="167159" y="142681"/>
                    <a:pt x="129746" y="122841"/>
                    <a:pt x="91519" y="110240"/>
                  </a:cubicBezTo>
                  <a:cubicBezTo>
                    <a:pt x="81383" y="106896"/>
                    <a:pt x="59736" y="109285"/>
                    <a:pt x="52932" y="99925"/>
                  </a:cubicBezTo>
                  <a:cubicBezTo>
                    <a:pt x="47132" y="91948"/>
                    <a:pt x="41775" y="83658"/>
                    <a:pt x="18446" y="57618"/>
                  </a:cubicBezTo>
                  <a:close/>
                </a:path>
              </a:pathLst>
            </a:custGeom>
            <a:solidFill>
              <a:srgbClr val="1B6F1E">
                <a:alpha val="48000"/>
              </a:srgbClr>
            </a:soli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91" name="任意多边形: 形状 190">
            <a:extLst>
              <a:ext uri="{FF2B5EF4-FFF2-40B4-BE49-F238E27FC236}">
                <a16:creationId xmlns:a16="http://schemas.microsoft.com/office/drawing/2014/main" id="{52AF9171-335E-1298-A22F-6E005E8651EC}"/>
              </a:ext>
            </a:extLst>
          </p:cNvPr>
          <p:cNvSpPr/>
          <p:nvPr/>
        </p:nvSpPr>
        <p:spPr>
          <a:xfrm>
            <a:off x="8550444" y="4193410"/>
            <a:ext cx="2269852" cy="245116"/>
          </a:xfrm>
          <a:custGeom>
            <a:avLst/>
            <a:gdLst>
              <a:gd name="connsiteX0" fmla="*/ 60585 w 2269852"/>
              <a:gd name="connsiteY0" fmla="*/ 244559 h 245116"/>
              <a:gd name="connsiteX1" fmla="*/ 48755 w 2269852"/>
              <a:gd name="connsiteY1" fmla="*/ 243852 h 245116"/>
              <a:gd name="connsiteX2" fmla="*/ 6923 w 2269852"/>
              <a:gd name="connsiteY2" fmla="*/ 221491 h 245116"/>
              <a:gd name="connsiteX3" fmla="*/ 373 w 2269852"/>
              <a:gd name="connsiteY3" fmla="*/ 200541 h 245116"/>
              <a:gd name="connsiteX4" fmla="*/ 19388 w 2269852"/>
              <a:gd name="connsiteY4" fmla="*/ 200368 h 245116"/>
              <a:gd name="connsiteX5" fmla="*/ 44740 w 2269852"/>
              <a:gd name="connsiteY5" fmla="*/ 196671 h 245116"/>
              <a:gd name="connsiteX6" fmla="*/ 74318 w 2269852"/>
              <a:gd name="connsiteY6" fmla="*/ 208467 h 245116"/>
              <a:gd name="connsiteX7" fmla="*/ 118686 w 2269852"/>
              <a:gd name="connsiteY7" fmla="*/ 206530 h 245116"/>
              <a:gd name="connsiteX8" fmla="*/ 142348 w 2269852"/>
              <a:gd name="connsiteY8" fmla="*/ 197903 h 245116"/>
              <a:gd name="connsiteX9" fmla="*/ 145729 w 2269852"/>
              <a:gd name="connsiteY9" fmla="*/ 192797 h 245116"/>
              <a:gd name="connsiteX10" fmla="*/ 207842 w 2269852"/>
              <a:gd name="connsiteY10" fmla="*/ 189804 h 245116"/>
              <a:gd name="connsiteX11" fmla="*/ 220519 w 2269852"/>
              <a:gd name="connsiteY11" fmla="*/ 192445 h 245116"/>
              <a:gd name="connsiteX12" fmla="*/ 240378 w 2269852"/>
              <a:gd name="connsiteY12" fmla="*/ 178537 h 245116"/>
              <a:gd name="connsiteX13" fmla="*/ 290028 w 2269852"/>
              <a:gd name="connsiteY13" fmla="*/ 166564 h 245116"/>
              <a:gd name="connsiteX14" fmla="*/ 320873 w 2269852"/>
              <a:gd name="connsiteY14" fmla="*/ 164276 h 245116"/>
              <a:gd name="connsiteX15" fmla="*/ 327423 w 2269852"/>
              <a:gd name="connsiteY15" fmla="*/ 169206 h 245116"/>
              <a:gd name="connsiteX16" fmla="*/ 352352 w 2269852"/>
              <a:gd name="connsiteY16" fmla="*/ 166741 h 245116"/>
              <a:gd name="connsiteX17" fmla="*/ 391015 w 2269852"/>
              <a:gd name="connsiteY17" fmla="*/ 148078 h 245116"/>
              <a:gd name="connsiteX18" fmla="*/ 425030 w 2269852"/>
              <a:gd name="connsiteY18" fmla="*/ 150190 h 245116"/>
              <a:gd name="connsiteX19" fmla="*/ 466439 w 2269852"/>
              <a:gd name="connsiteY19" fmla="*/ 142620 h 245116"/>
              <a:gd name="connsiteX20" fmla="*/ 600174 w 2269852"/>
              <a:gd name="connsiteY20" fmla="*/ 105296 h 245116"/>
              <a:gd name="connsiteX21" fmla="*/ 669471 w 2269852"/>
              <a:gd name="connsiteY21" fmla="*/ 102303 h 245116"/>
              <a:gd name="connsiteX22" fmla="*/ 752290 w 2269852"/>
              <a:gd name="connsiteY22" fmla="*/ 86458 h 245116"/>
              <a:gd name="connsiteX23" fmla="*/ 950040 w 2269852"/>
              <a:gd name="connsiteY23" fmla="*/ 51598 h 245116"/>
              <a:gd name="connsiteX24" fmla="*/ 1065184 w 2269852"/>
              <a:gd name="connsiteY24" fmla="*/ 30646 h 245116"/>
              <a:gd name="connsiteX25" fmla="*/ 1215820 w 2269852"/>
              <a:gd name="connsiteY25" fmla="*/ 26773 h 245116"/>
              <a:gd name="connsiteX26" fmla="*/ 1446741 w 2269852"/>
              <a:gd name="connsiteY26" fmla="*/ 19731 h 245116"/>
              <a:gd name="connsiteX27" fmla="*/ 1535474 w 2269852"/>
              <a:gd name="connsiteY27" fmla="*/ 23251 h 245116"/>
              <a:gd name="connsiteX28" fmla="*/ 1633926 w 2269852"/>
              <a:gd name="connsiteY28" fmla="*/ 20963 h 245116"/>
              <a:gd name="connsiteX29" fmla="*/ 1711675 w 2269852"/>
              <a:gd name="connsiteY29" fmla="*/ 12512 h 245116"/>
              <a:gd name="connsiteX30" fmla="*/ 1814564 w 2269852"/>
              <a:gd name="connsiteY30" fmla="*/ 9872 h 245116"/>
              <a:gd name="connsiteX31" fmla="*/ 1870129 w 2269852"/>
              <a:gd name="connsiteY31" fmla="*/ -340 h 245116"/>
              <a:gd name="connsiteX32" fmla="*/ 1927806 w 2269852"/>
              <a:gd name="connsiteY32" fmla="*/ 3005 h 245116"/>
              <a:gd name="connsiteX33" fmla="*/ 1974286 w 2269852"/>
              <a:gd name="connsiteY33" fmla="*/ 2652 h 245116"/>
              <a:gd name="connsiteX34" fmla="*/ 1997104 w 2269852"/>
              <a:gd name="connsiteY34" fmla="*/ 9519 h 245116"/>
              <a:gd name="connsiteX35" fmla="*/ 2027738 w 2269852"/>
              <a:gd name="connsiteY35" fmla="*/ 4413 h 245116"/>
              <a:gd name="connsiteX36" fmla="*/ 2089217 w 2269852"/>
              <a:gd name="connsiteY36" fmla="*/ 7230 h 245116"/>
              <a:gd name="connsiteX37" fmla="*/ 2142881 w 2269852"/>
              <a:gd name="connsiteY37" fmla="*/ 14096 h 245116"/>
              <a:gd name="connsiteX38" fmla="*/ 2233516 w 2269852"/>
              <a:gd name="connsiteY38" fmla="*/ 25011 h 245116"/>
              <a:gd name="connsiteX39" fmla="*/ 2269855 w 2269852"/>
              <a:gd name="connsiteY39" fmla="*/ 38744 h 245116"/>
              <a:gd name="connsiteX40" fmla="*/ 2228234 w 2269852"/>
              <a:gd name="connsiteY40" fmla="*/ 41561 h 245116"/>
              <a:gd name="connsiteX41" fmla="*/ 2165275 w 2269852"/>
              <a:gd name="connsiteY41" fmla="*/ 26420 h 245116"/>
              <a:gd name="connsiteX42" fmla="*/ 2078019 w 2269852"/>
              <a:gd name="connsiteY42" fmla="*/ 19553 h 245116"/>
              <a:gd name="connsiteX43" fmla="*/ 1960342 w 2269852"/>
              <a:gd name="connsiteY43" fmla="*/ 7934 h 245116"/>
              <a:gd name="connsiteX44" fmla="*/ 1909002 w 2269852"/>
              <a:gd name="connsiteY44" fmla="*/ 11279 h 245116"/>
              <a:gd name="connsiteX45" fmla="*/ 1796606 w 2269852"/>
              <a:gd name="connsiteY45" fmla="*/ 12336 h 245116"/>
              <a:gd name="connsiteX46" fmla="*/ 1667730 w 2269852"/>
              <a:gd name="connsiteY46" fmla="*/ 26244 h 245116"/>
              <a:gd name="connsiteX47" fmla="*/ 1521319 w 2269852"/>
              <a:gd name="connsiteY47" fmla="*/ 51597 h 245116"/>
              <a:gd name="connsiteX48" fmla="*/ 1338147 w 2269852"/>
              <a:gd name="connsiteY48" fmla="*/ 74837 h 245116"/>
              <a:gd name="connsiteX49" fmla="*/ 900392 w 2269852"/>
              <a:gd name="connsiteY49" fmla="*/ 105824 h 245116"/>
              <a:gd name="connsiteX50" fmla="*/ 792008 w 2269852"/>
              <a:gd name="connsiteY50" fmla="*/ 128183 h 245116"/>
              <a:gd name="connsiteX51" fmla="*/ 569118 w 2269852"/>
              <a:gd name="connsiteY51" fmla="*/ 157937 h 245116"/>
              <a:gd name="connsiteX52" fmla="*/ 401156 w 2269852"/>
              <a:gd name="connsiteY52" fmla="*/ 192444 h 245116"/>
              <a:gd name="connsiteX53" fmla="*/ 333761 w 2269852"/>
              <a:gd name="connsiteY53" fmla="*/ 202656 h 245116"/>
              <a:gd name="connsiteX54" fmla="*/ 271013 w 2269852"/>
              <a:gd name="connsiteY54" fmla="*/ 220086 h 245116"/>
              <a:gd name="connsiteX55" fmla="*/ 60585 w 2269852"/>
              <a:gd name="connsiteY55" fmla="*/ 244558 h 245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269852" h="245116">
                <a:moveTo>
                  <a:pt x="60585" y="244559"/>
                </a:moveTo>
                <a:cubicBezTo>
                  <a:pt x="56651" y="244058"/>
                  <a:pt x="52722" y="243774"/>
                  <a:pt x="48755" y="243852"/>
                </a:cubicBezTo>
                <a:cubicBezTo>
                  <a:pt x="23468" y="244395"/>
                  <a:pt x="17705" y="246951"/>
                  <a:pt x="6923" y="221491"/>
                </a:cubicBezTo>
                <a:cubicBezTo>
                  <a:pt x="6224" y="219849"/>
                  <a:pt x="-1556" y="201827"/>
                  <a:pt x="373" y="200541"/>
                </a:cubicBezTo>
                <a:cubicBezTo>
                  <a:pt x="3376" y="198539"/>
                  <a:pt x="15791" y="200730"/>
                  <a:pt x="19388" y="200368"/>
                </a:cubicBezTo>
                <a:cubicBezTo>
                  <a:pt x="27333" y="199566"/>
                  <a:pt x="36760" y="195721"/>
                  <a:pt x="44740" y="196671"/>
                </a:cubicBezTo>
                <a:cubicBezTo>
                  <a:pt x="55144" y="197909"/>
                  <a:pt x="63279" y="207445"/>
                  <a:pt x="74318" y="208467"/>
                </a:cubicBezTo>
                <a:cubicBezTo>
                  <a:pt x="88194" y="209751"/>
                  <a:pt x="104784" y="207690"/>
                  <a:pt x="118686" y="206530"/>
                </a:cubicBezTo>
                <a:cubicBezTo>
                  <a:pt x="127051" y="205832"/>
                  <a:pt x="135724" y="203423"/>
                  <a:pt x="142348" y="197903"/>
                </a:cubicBezTo>
                <a:cubicBezTo>
                  <a:pt x="143916" y="196596"/>
                  <a:pt x="143687" y="192797"/>
                  <a:pt x="145729" y="192797"/>
                </a:cubicBezTo>
                <a:cubicBezTo>
                  <a:pt x="171400" y="192797"/>
                  <a:pt x="179083" y="196195"/>
                  <a:pt x="207842" y="189804"/>
                </a:cubicBezTo>
                <a:cubicBezTo>
                  <a:pt x="208999" y="189546"/>
                  <a:pt x="215573" y="193778"/>
                  <a:pt x="220519" y="192445"/>
                </a:cubicBezTo>
                <a:cubicBezTo>
                  <a:pt x="229861" y="189927"/>
                  <a:pt x="232782" y="182651"/>
                  <a:pt x="240378" y="178537"/>
                </a:cubicBezTo>
                <a:cubicBezTo>
                  <a:pt x="253320" y="171526"/>
                  <a:pt x="276335" y="169198"/>
                  <a:pt x="290028" y="166564"/>
                </a:cubicBezTo>
                <a:cubicBezTo>
                  <a:pt x="296350" y="165349"/>
                  <a:pt x="315162" y="161896"/>
                  <a:pt x="320873" y="164276"/>
                </a:cubicBezTo>
                <a:cubicBezTo>
                  <a:pt x="323589" y="165407"/>
                  <a:pt x="323545" y="168559"/>
                  <a:pt x="327423" y="169206"/>
                </a:cubicBezTo>
                <a:cubicBezTo>
                  <a:pt x="335940" y="170625"/>
                  <a:pt x="344276" y="167189"/>
                  <a:pt x="352352" y="166741"/>
                </a:cubicBezTo>
                <a:cubicBezTo>
                  <a:pt x="366567" y="165947"/>
                  <a:pt x="377646" y="151261"/>
                  <a:pt x="391015" y="148078"/>
                </a:cubicBezTo>
                <a:cubicBezTo>
                  <a:pt x="402135" y="145430"/>
                  <a:pt x="413878" y="151263"/>
                  <a:pt x="425030" y="150190"/>
                </a:cubicBezTo>
                <a:cubicBezTo>
                  <a:pt x="438387" y="148907"/>
                  <a:pt x="453011" y="144858"/>
                  <a:pt x="466439" y="142620"/>
                </a:cubicBezTo>
                <a:cubicBezTo>
                  <a:pt x="511740" y="135070"/>
                  <a:pt x="555099" y="113067"/>
                  <a:pt x="600174" y="105296"/>
                </a:cubicBezTo>
                <a:cubicBezTo>
                  <a:pt x="613939" y="102923"/>
                  <a:pt x="660898" y="108257"/>
                  <a:pt x="669471" y="102303"/>
                </a:cubicBezTo>
                <a:cubicBezTo>
                  <a:pt x="685089" y="91457"/>
                  <a:pt x="730062" y="92450"/>
                  <a:pt x="752290" y="86458"/>
                </a:cubicBezTo>
                <a:cubicBezTo>
                  <a:pt x="816823" y="69059"/>
                  <a:pt x="883982" y="60233"/>
                  <a:pt x="950040" y="51598"/>
                </a:cubicBezTo>
                <a:cubicBezTo>
                  <a:pt x="988669" y="46548"/>
                  <a:pt x="1026777" y="36702"/>
                  <a:pt x="1065184" y="30646"/>
                </a:cubicBezTo>
                <a:cubicBezTo>
                  <a:pt x="1115223" y="22758"/>
                  <a:pt x="1165780" y="30939"/>
                  <a:pt x="1215820" y="26773"/>
                </a:cubicBezTo>
                <a:cubicBezTo>
                  <a:pt x="1292702" y="20366"/>
                  <a:pt x="1369617" y="19146"/>
                  <a:pt x="1446741" y="19731"/>
                </a:cubicBezTo>
                <a:cubicBezTo>
                  <a:pt x="1476345" y="19955"/>
                  <a:pt x="1505911" y="23625"/>
                  <a:pt x="1535474" y="23251"/>
                </a:cubicBezTo>
                <a:cubicBezTo>
                  <a:pt x="1567908" y="22846"/>
                  <a:pt x="1601697" y="24800"/>
                  <a:pt x="1633926" y="20963"/>
                </a:cubicBezTo>
                <a:cubicBezTo>
                  <a:pt x="1662790" y="17527"/>
                  <a:pt x="1678100" y="13494"/>
                  <a:pt x="1711675" y="12512"/>
                </a:cubicBezTo>
                <a:cubicBezTo>
                  <a:pt x="1745067" y="11536"/>
                  <a:pt x="1781446" y="14741"/>
                  <a:pt x="1814564" y="9872"/>
                </a:cubicBezTo>
                <a:cubicBezTo>
                  <a:pt x="1832639" y="7213"/>
                  <a:pt x="1851880" y="746"/>
                  <a:pt x="1870129" y="-340"/>
                </a:cubicBezTo>
                <a:cubicBezTo>
                  <a:pt x="1889330" y="-1483"/>
                  <a:pt x="1908682" y="2208"/>
                  <a:pt x="1927806" y="3005"/>
                </a:cubicBezTo>
                <a:cubicBezTo>
                  <a:pt x="1943767" y="3670"/>
                  <a:pt x="1958851" y="635"/>
                  <a:pt x="1974286" y="2652"/>
                </a:cubicBezTo>
                <a:cubicBezTo>
                  <a:pt x="1981708" y="3622"/>
                  <a:pt x="1990356" y="9222"/>
                  <a:pt x="1997104" y="9519"/>
                </a:cubicBezTo>
                <a:cubicBezTo>
                  <a:pt x="2007422" y="9967"/>
                  <a:pt x="2017204" y="3267"/>
                  <a:pt x="2027738" y="4413"/>
                </a:cubicBezTo>
                <a:cubicBezTo>
                  <a:pt x="2048485" y="6668"/>
                  <a:pt x="2068392" y="6033"/>
                  <a:pt x="2089217" y="7230"/>
                </a:cubicBezTo>
                <a:cubicBezTo>
                  <a:pt x="2107053" y="8255"/>
                  <a:pt x="2124658" y="13157"/>
                  <a:pt x="2142881" y="14096"/>
                </a:cubicBezTo>
                <a:cubicBezTo>
                  <a:pt x="2173070" y="15652"/>
                  <a:pt x="2203500" y="25011"/>
                  <a:pt x="2233516" y="25011"/>
                </a:cubicBezTo>
                <a:cubicBezTo>
                  <a:pt x="2238570" y="25011"/>
                  <a:pt x="2271575" y="32293"/>
                  <a:pt x="2269855" y="38744"/>
                </a:cubicBezTo>
                <a:cubicBezTo>
                  <a:pt x="2268094" y="45347"/>
                  <a:pt x="2233312" y="41787"/>
                  <a:pt x="2228234" y="41561"/>
                </a:cubicBezTo>
                <a:cubicBezTo>
                  <a:pt x="2205359" y="40544"/>
                  <a:pt x="2187238" y="30457"/>
                  <a:pt x="2165275" y="26420"/>
                </a:cubicBezTo>
                <a:cubicBezTo>
                  <a:pt x="2136773" y="21181"/>
                  <a:pt x="2106864" y="21644"/>
                  <a:pt x="2078019" y="19553"/>
                </a:cubicBezTo>
                <a:cubicBezTo>
                  <a:pt x="2038741" y="16707"/>
                  <a:pt x="1999741" y="8680"/>
                  <a:pt x="1960342" y="7934"/>
                </a:cubicBezTo>
                <a:cubicBezTo>
                  <a:pt x="1943157" y="7607"/>
                  <a:pt x="1926127" y="10439"/>
                  <a:pt x="1909002" y="11279"/>
                </a:cubicBezTo>
                <a:cubicBezTo>
                  <a:pt x="1871631" y="13111"/>
                  <a:pt x="1833880" y="9908"/>
                  <a:pt x="1796606" y="12336"/>
                </a:cubicBezTo>
                <a:cubicBezTo>
                  <a:pt x="1753349" y="15152"/>
                  <a:pt x="1710812" y="21756"/>
                  <a:pt x="1667730" y="26244"/>
                </a:cubicBezTo>
                <a:cubicBezTo>
                  <a:pt x="1618163" y="31407"/>
                  <a:pt x="1570459" y="43870"/>
                  <a:pt x="1521319" y="51597"/>
                </a:cubicBezTo>
                <a:cubicBezTo>
                  <a:pt x="1460716" y="61125"/>
                  <a:pt x="1399141" y="67689"/>
                  <a:pt x="1338147" y="74837"/>
                </a:cubicBezTo>
                <a:cubicBezTo>
                  <a:pt x="1192693" y="91882"/>
                  <a:pt x="1045737" y="87189"/>
                  <a:pt x="900392" y="105824"/>
                </a:cubicBezTo>
                <a:cubicBezTo>
                  <a:pt x="863516" y="110550"/>
                  <a:pt x="828690" y="122202"/>
                  <a:pt x="792008" y="128183"/>
                </a:cubicBezTo>
                <a:cubicBezTo>
                  <a:pt x="717909" y="140264"/>
                  <a:pt x="643161" y="145023"/>
                  <a:pt x="569118" y="157937"/>
                </a:cubicBezTo>
                <a:cubicBezTo>
                  <a:pt x="512659" y="167785"/>
                  <a:pt x="456955" y="180001"/>
                  <a:pt x="401156" y="192444"/>
                </a:cubicBezTo>
                <a:cubicBezTo>
                  <a:pt x="378943" y="197398"/>
                  <a:pt x="355976" y="197814"/>
                  <a:pt x="333761" y="202656"/>
                </a:cubicBezTo>
                <a:cubicBezTo>
                  <a:pt x="312465" y="207297"/>
                  <a:pt x="292105" y="215252"/>
                  <a:pt x="271013" y="220086"/>
                </a:cubicBezTo>
                <a:cubicBezTo>
                  <a:pt x="212227" y="233557"/>
                  <a:pt x="151207" y="238141"/>
                  <a:pt x="60585" y="244558"/>
                </a:cubicBezTo>
                <a:close/>
              </a:path>
            </a:pathLst>
          </a:custGeom>
          <a:gradFill>
            <a:gsLst>
              <a:gs pos="0">
                <a:srgbClr val="71C837"/>
              </a:gs>
              <a:gs pos="50000">
                <a:srgbClr val="71C837">
                  <a:alpha val="49804"/>
                </a:srgbClr>
              </a:gs>
              <a:gs pos="100000">
                <a:srgbClr val="71C837">
                  <a:alpha val="0"/>
                </a:srgbClr>
              </a:gs>
            </a:gsLst>
            <a:lin ang="5258899" scaled="1"/>
          </a:gradFill>
          <a:ln w="862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99D6B70F-BC48-2E51-3CF8-6D58899B54D0}"/>
              </a:ext>
            </a:extLst>
          </p:cNvPr>
          <p:cNvSpPr/>
          <p:nvPr/>
        </p:nvSpPr>
        <p:spPr>
          <a:xfrm>
            <a:off x="8395589" y="4089451"/>
            <a:ext cx="2472161" cy="426899"/>
          </a:xfrm>
          <a:custGeom>
            <a:avLst/>
            <a:gdLst>
              <a:gd name="connsiteX0" fmla="*/ 1539034 w 2472161"/>
              <a:gd name="connsiteY0" fmla="*/ -398 h 426899"/>
              <a:gd name="connsiteX1" fmla="*/ 1279553 w 2472161"/>
              <a:gd name="connsiteY1" fmla="*/ 32475 h 426899"/>
              <a:gd name="connsiteX2" fmla="*/ 1154529 w 2472161"/>
              <a:gd name="connsiteY2" fmla="*/ 11458 h 426899"/>
              <a:gd name="connsiteX3" fmla="*/ 1081508 w 2472161"/>
              <a:gd name="connsiteY3" fmla="*/ 34630 h 426899"/>
              <a:gd name="connsiteX4" fmla="*/ 976695 w 2472161"/>
              <a:gd name="connsiteY4" fmla="*/ 21427 h 426899"/>
              <a:gd name="connsiteX5" fmla="*/ 958911 w 2472161"/>
              <a:gd name="connsiteY5" fmla="*/ 62383 h 426899"/>
              <a:gd name="connsiteX6" fmla="*/ 897188 w 2472161"/>
              <a:gd name="connsiteY6" fmla="*/ 88146 h 426899"/>
              <a:gd name="connsiteX7" fmla="*/ 801117 w 2472161"/>
              <a:gd name="connsiteY7" fmla="*/ 72942 h 426899"/>
              <a:gd name="connsiteX8" fmla="*/ 757901 w 2472161"/>
              <a:gd name="connsiteY8" fmla="*/ 56186 h 426899"/>
              <a:gd name="connsiteX9" fmla="*/ 734846 w 2472161"/>
              <a:gd name="connsiteY9" fmla="*/ 88239 h 426899"/>
              <a:gd name="connsiteX10" fmla="*/ 685149 w 2472161"/>
              <a:gd name="connsiteY10" fmla="*/ 87489 h 426899"/>
              <a:gd name="connsiteX11" fmla="*/ 590208 w 2472161"/>
              <a:gd name="connsiteY11" fmla="*/ 46718 h 426899"/>
              <a:gd name="connsiteX12" fmla="*/ 552311 w 2472161"/>
              <a:gd name="connsiteY12" fmla="*/ 27085 h 426899"/>
              <a:gd name="connsiteX13" fmla="*/ 521325 w 2472161"/>
              <a:gd name="connsiteY13" fmla="*/ 98219 h 426899"/>
              <a:gd name="connsiteX14" fmla="*/ 483189 w 2472161"/>
              <a:gd name="connsiteY14" fmla="*/ 129149 h 426899"/>
              <a:gd name="connsiteX15" fmla="*/ 429627 w 2472161"/>
              <a:gd name="connsiteY15" fmla="*/ 169004 h 426899"/>
              <a:gd name="connsiteX16" fmla="*/ 347749 w 2472161"/>
              <a:gd name="connsiteY16" fmla="*/ 156373 h 426899"/>
              <a:gd name="connsiteX17" fmla="*/ 266339 w 2472161"/>
              <a:gd name="connsiteY17" fmla="*/ 142138 h 426899"/>
              <a:gd name="connsiteX18" fmla="*/ 243970 w 2472161"/>
              <a:gd name="connsiteY18" fmla="*/ 164947 h 426899"/>
              <a:gd name="connsiteX19" fmla="*/ 228919 w 2472161"/>
              <a:gd name="connsiteY19" fmla="*/ 190925 h 426899"/>
              <a:gd name="connsiteX20" fmla="*/ 188697 w 2472161"/>
              <a:gd name="connsiteY20" fmla="*/ 209352 h 426899"/>
              <a:gd name="connsiteX21" fmla="*/ 85064 w 2472161"/>
              <a:gd name="connsiteY21" fmla="*/ 295335 h 426899"/>
              <a:gd name="connsiteX22" fmla="*/ 10977 w 2472161"/>
              <a:gd name="connsiteY22" fmla="*/ 334623 h 426899"/>
              <a:gd name="connsiteX23" fmla="*/ 27159 w 2472161"/>
              <a:gd name="connsiteY23" fmla="*/ 423709 h 426899"/>
              <a:gd name="connsiteX24" fmla="*/ 96485 w 2472161"/>
              <a:gd name="connsiteY24" fmla="*/ 408718 h 426899"/>
              <a:gd name="connsiteX25" fmla="*/ 530664 w 2472161"/>
              <a:gd name="connsiteY25" fmla="*/ 306716 h 426899"/>
              <a:gd name="connsiteX26" fmla="*/ 1095601 w 2472161"/>
              <a:gd name="connsiteY26" fmla="*/ 210396 h 426899"/>
              <a:gd name="connsiteX27" fmla="*/ 1461637 w 2472161"/>
              <a:gd name="connsiteY27" fmla="*/ 174383 h 426899"/>
              <a:gd name="connsiteX28" fmla="*/ 1830716 w 2472161"/>
              <a:gd name="connsiteY28" fmla="*/ 140750 h 426899"/>
              <a:gd name="connsiteX29" fmla="*/ 2185853 w 2472161"/>
              <a:gd name="connsiteY29" fmla="*/ 122961 h 426899"/>
              <a:gd name="connsiteX30" fmla="*/ 2468097 w 2472161"/>
              <a:gd name="connsiteY30" fmla="*/ 145370 h 426899"/>
              <a:gd name="connsiteX31" fmla="*/ 2461090 w 2472161"/>
              <a:gd name="connsiteY31" fmla="*/ 129203 h 426899"/>
              <a:gd name="connsiteX32" fmla="*/ 2215836 w 2472161"/>
              <a:gd name="connsiteY32" fmla="*/ 63165 h 426899"/>
              <a:gd name="connsiteX33" fmla="*/ 2009995 w 2472161"/>
              <a:gd name="connsiteY33" fmla="*/ 50241 h 426899"/>
              <a:gd name="connsiteX34" fmla="*/ 1856285 w 2472161"/>
              <a:gd name="connsiteY34" fmla="*/ 23146 h 426899"/>
              <a:gd name="connsiteX35" fmla="*/ 1665860 w 2472161"/>
              <a:gd name="connsiteY35" fmla="*/ 14735 h 426899"/>
              <a:gd name="connsiteX36" fmla="*/ 1539042 w 2472161"/>
              <a:gd name="connsiteY36" fmla="*/ -401 h 426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472161" h="426899">
                <a:moveTo>
                  <a:pt x="1539034" y="-398"/>
                </a:moveTo>
                <a:cubicBezTo>
                  <a:pt x="1452129" y="7089"/>
                  <a:pt x="1367708" y="40634"/>
                  <a:pt x="1279553" y="32475"/>
                </a:cubicBezTo>
                <a:cubicBezTo>
                  <a:pt x="1237366" y="28858"/>
                  <a:pt x="1196251" y="18171"/>
                  <a:pt x="1154529" y="11458"/>
                </a:cubicBezTo>
                <a:cubicBezTo>
                  <a:pt x="1129504" y="17048"/>
                  <a:pt x="1108716" y="39832"/>
                  <a:pt x="1081508" y="34630"/>
                </a:cubicBezTo>
                <a:cubicBezTo>
                  <a:pt x="1046032" y="34449"/>
                  <a:pt x="1012462" y="11084"/>
                  <a:pt x="976695" y="21427"/>
                </a:cubicBezTo>
                <a:cubicBezTo>
                  <a:pt x="961591" y="28984"/>
                  <a:pt x="960938" y="47755"/>
                  <a:pt x="958911" y="62383"/>
                </a:cubicBezTo>
                <a:cubicBezTo>
                  <a:pt x="943284" y="80585"/>
                  <a:pt x="916345" y="76287"/>
                  <a:pt x="897188" y="88146"/>
                </a:cubicBezTo>
                <a:cubicBezTo>
                  <a:pt x="865412" y="99464"/>
                  <a:pt x="826549" y="97011"/>
                  <a:pt x="801117" y="72942"/>
                </a:cubicBezTo>
                <a:cubicBezTo>
                  <a:pt x="789486" y="63012"/>
                  <a:pt x="774423" y="48234"/>
                  <a:pt x="757901" y="56186"/>
                </a:cubicBezTo>
                <a:cubicBezTo>
                  <a:pt x="744589" y="61573"/>
                  <a:pt x="739904" y="76303"/>
                  <a:pt x="734846" y="88239"/>
                </a:cubicBezTo>
                <a:cubicBezTo>
                  <a:pt x="721956" y="103052"/>
                  <a:pt x="699306" y="97031"/>
                  <a:pt x="685149" y="87489"/>
                </a:cubicBezTo>
                <a:cubicBezTo>
                  <a:pt x="653172" y="75204"/>
                  <a:pt x="614098" y="74443"/>
                  <a:pt x="590208" y="46718"/>
                </a:cubicBezTo>
                <a:cubicBezTo>
                  <a:pt x="581553" y="35427"/>
                  <a:pt x="568137" y="20480"/>
                  <a:pt x="552311" y="27085"/>
                </a:cubicBezTo>
                <a:cubicBezTo>
                  <a:pt x="526769" y="39907"/>
                  <a:pt x="517296" y="71471"/>
                  <a:pt x="521325" y="98219"/>
                </a:cubicBezTo>
                <a:cubicBezTo>
                  <a:pt x="518928" y="117053"/>
                  <a:pt x="498210" y="123263"/>
                  <a:pt x="483189" y="129149"/>
                </a:cubicBezTo>
                <a:cubicBezTo>
                  <a:pt x="464152" y="140778"/>
                  <a:pt x="454477" y="167790"/>
                  <a:pt x="429627" y="169004"/>
                </a:cubicBezTo>
                <a:cubicBezTo>
                  <a:pt x="401837" y="168314"/>
                  <a:pt x="375637" y="156545"/>
                  <a:pt x="347749" y="156373"/>
                </a:cubicBezTo>
                <a:cubicBezTo>
                  <a:pt x="320184" y="154441"/>
                  <a:pt x="293337" y="147137"/>
                  <a:pt x="266339" y="142138"/>
                </a:cubicBezTo>
                <a:cubicBezTo>
                  <a:pt x="253708" y="140723"/>
                  <a:pt x="241153" y="151867"/>
                  <a:pt x="243970" y="164947"/>
                </a:cubicBezTo>
                <a:cubicBezTo>
                  <a:pt x="244410" y="175523"/>
                  <a:pt x="241775" y="189672"/>
                  <a:pt x="228919" y="190925"/>
                </a:cubicBezTo>
                <a:cubicBezTo>
                  <a:pt x="214605" y="194676"/>
                  <a:pt x="198450" y="197089"/>
                  <a:pt x="188697" y="209352"/>
                </a:cubicBezTo>
                <a:cubicBezTo>
                  <a:pt x="153864" y="237434"/>
                  <a:pt x="129070" y="279980"/>
                  <a:pt x="85064" y="295335"/>
                </a:cubicBezTo>
                <a:cubicBezTo>
                  <a:pt x="58504" y="303621"/>
                  <a:pt x="26689" y="308812"/>
                  <a:pt x="10977" y="334623"/>
                </a:cubicBezTo>
                <a:cubicBezTo>
                  <a:pt x="-7594" y="362201"/>
                  <a:pt x="-2622" y="405930"/>
                  <a:pt x="27159" y="423709"/>
                </a:cubicBezTo>
                <a:cubicBezTo>
                  <a:pt x="51464" y="433227"/>
                  <a:pt x="73746" y="414300"/>
                  <a:pt x="96485" y="408718"/>
                </a:cubicBezTo>
                <a:cubicBezTo>
                  <a:pt x="238677" y="364699"/>
                  <a:pt x="385205" y="337326"/>
                  <a:pt x="530664" y="306716"/>
                </a:cubicBezTo>
                <a:cubicBezTo>
                  <a:pt x="717743" y="267860"/>
                  <a:pt x="906288" y="236185"/>
                  <a:pt x="1095601" y="210396"/>
                </a:cubicBezTo>
                <a:cubicBezTo>
                  <a:pt x="1217149" y="194065"/>
                  <a:pt x="1339320" y="183012"/>
                  <a:pt x="1461637" y="174383"/>
                </a:cubicBezTo>
                <a:cubicBezTo>
                  <a:pt x="1584815" y="164944"/>
                  <a:pt x="1708037" y="155521"/>
                  <a:pt x="1830716" y="140750"/>
                </a:cubicBezTo>
                <a:cubicBezTo>
                  <a:pt x="1948479" y="127239"/>
                  <a:pt x="2067192" y="113575"/>
                  <a:pt x="2185853" y="122961"/>
                </a:cubicBezTo>
                <a:cubicBezTo>
                  <a:pt x="2280104" y="128358"/>
                  <a:pt x="2373389" y="148139"/>
                  <a:pt x="2468097" y="145370"/>
                </a:cubicBezTo>
                <a:cubicBezTo>
                  <a:pt x="2477017" y="141544"/>
                  <a:pt x="2470010" y="125958"/>
                  <a:pt x="2461090" y="129203"/>
                </a:cubicBezTo>
                <a:cubicBezTo>
                  <a:pt x="2378553" y="110307"/>
                  <a:pt x="2295955" y="90785"/>
                  <a:pt x="2215836" y="63165"/>
                </a:cubicBezTo>
                <a:cubicBezTo>
                  <a:pt x="2147910" y="49270"/>
                  <a:pt x="2076818" y="72186"/>
                  <a:pt x="2009995" y="50241"/>
                </a:cubicBezTo>
                <a:cubicBezTo>
                  <a:pt x="1960185" y="35367"/>
                  <a:pt x="1908984" y="18246"/>
                  <a:pt x="1856285" y="23146"/>
                </a:cubicBezTo>
                <a:cubicBezTo>
                  <a:pt x="1792872" y="19233"/>
                  <a:pt x="1729131" y="20553"/>
                  <a:pt x="1665860" y="14735"/>
                </a:cubicBezTo>
                <a:cubicBezTo>
                  <a:pt x="1623755" y="8573"/>
                  <a:pt x="1581891" y="-1969"/>
                  <a:pt x="1539042" y="-401"/>
                </a:cubicBezTo>
                <a:close/>
              </a:path>
            </a:pathLst>
          </a:custGeom>
          <a:gradFill>
            <a:gsLst>
              <a:gs pos="0">
                <a:srgbClr val="71C837"/>
              </a:gs>
              <a:gs pos="50000">
                <a:srgbClr val="71C837">
                  <a:alpha val="49804"/>
                </a:srgbClr>
              </a:gs>
              <a:gs pos="100000">
                <a:srgbClr val="71C837">
                  <a:alpha val="0"/>
                </a:srgbClr>
              </a:gs>
            </a:gsLst>
            <a:lin ang="5205722" scaled="1"/>
          </a:gradFill>
          <a:ln w="862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93" name="任意多边形: 形状 192">
            <a:extLst>
              <a:ext uri="{FF2B5EF4-FFF2-40B4-BE49-F238E27FC236}">
                <a16:creationId xmlns:a16="http://schemas.microsoft.com/office/drawing/2014/main" id="{247A1CC5-F2DC-90B5-9D8C-4D95AB51E656}"/>
              </a:ext>
            </a:extLst>
          </p:cNvPr>
          <p:cNvSpPr/>
          <p:nvPr/>
        </p:nvSpPr>
        <p:spPr>
          <a:xfrm>
            <a:off x="2507696" y="4153043"/>
            <a:ext cx="3044385" cy="465004"/>
          </a:xfrm>
          <a:custGeom>
            <a:avLst/>
            <a:gdLst>
              <a:gd name="connsiteX0" fmla="*/ 1472593 w 3044385"/>
              <a:gd name="connsiteY0" fmla="*/ -357 h 465004"/>
              <a:gd name="connsiteX1" fmla="*/ 1455124 w 3044385"/>
              <a:gd name="connsiteY1" fmla="*/ 13985 h 465004"/>
              <a:gd name="connsiteX2" fmla="*/ 1407275 w 3044385"/>
              <a:gd name="connsiteY2" fmla="*/ 20452 h 465004"/>
              <a:gd name="connsiteX3" fmla="*/ 1358572 w 3044385"/>
              <a:gd name="connsiteY3" fmla="*/ 56844 h 465004"/>
              <a:gd name="connsiteX4" fmla="*/ 1310475 w 3044385"/>
              <a:gd name="connsiteY4" fmla="*/ 42179 h 465004"/>
              <a:gd name="connsiteX5" fmla="*/ 1223191 w 3044385"/>
              <a:gd name="connsiteY5" fmla="*/ 85843 h 465004"/>
              <a:gd name="connsiteX6" fmla="*/ 1183478 w 3044385"/>
              <a:gd name="connsiteY6" fmla="*/ 148647 h 465004"/>
              <a:gd name="connsiteX7" fmla="*/ 1110473 w 3044385"/>
              <a:gd name="connsiteY7" fmla="*/ 159473 h 465004"/>
              <a:gd name="connsiteX8" fmla="*/ 1081981 w 3044385"/>
              <a:gd name="connsiteY8" fmla="*/ 115491 h 465004"/>
              <a:gd name="connsiteX9" fmla="*/ 1038790 w 3044385"/>
              <a:gd name="connsiteY9" fmla="*/ 92063 h 465004"/>
              <a:gd name="connsiteX10" fmla="*/ 951480 w 3044385"/>
              <a:gd name="connsiteY10" fmla="*/ 102841 h 465004"/>
              <a:gd name="connsiteX11" fmla="*/ 894879 w 3044385"/>
              <a:gd name="connsiteY11" fmla="*/ 38425 h 465004"/>
              <a:gd name="connsiteX12" fmla="*/ 860691 w 3044385"/>
              <a:gd name="connsiteY12" fmla="*/ 20115 h 465004"/>
              <a:gd name="connsiteX13" fmla="*/ 819945 w 3044385"/>
              <a:gd name="connsiteY13" fmla="*/ 41216 h 465004"/>
              <a:gd name="connsiteX14" fmla="*/ 728444 w 3044385"/>
              <a:gd name="connsiteY14" fmla="*/ 97016 h 465004"/>
              <a:gd name="connsiteX15" fmla="*/ 671257 w 3044385"/>
              <a:gd name="connsiteY15" fmla="*/ 88560 h 465004"/>
              <a:gd name="connsiteX16" fmla="*/ 617099 w 3044385"/>
              <a:gd name="connsiteY16" fmla="*/ 79668 h 465004"/>
              <a:gd name="connsiteX17" fmla="*/ 603087 w 3044385"/>
              <a:gd name="connsiteY17" fmla="*/ 109308 h 465004"/>
              <a:gd name="connsiteX18" fmla="*/ 482780 w 3044385"/>
              <a:gd name="connsiteY18" fmla="*/ 106661 h 465004"/>
              <a:gd name="connsiteX19" fmla="*/ 384813 w 3044385"/>
              <a:gd name="connsiteY19" fmla="*/ 81438 h 465004"/>
              <a:gd name="connsiteX20" fmla="*/ 353581 w 3044385"/>
              <a:gd name="connsiteY20" fmla="*/ 123319 h 465004"/>
              <a:gd name="connsiteX21" fmla="*/ 275094 w 3044385"/>
              <a:gd name="connsiteY21" fmla="*/ 157717 h 465004"/>
              <a:gd name="connsiteX22" fmla="*/ 158373 w 3044385"/>
              <a:gd name="connsiteY22" fmla="*/ 216808 h 465004"/>
              <a:gd name="connsiteX23" fmla="*/ 67 w 3044385"/>
              <a:gd name="connsiteY23" fmla="*/ 247535 h 465004"/>
              <a:gd name="connsiteX24" fmla="*/ 105320 w 3044385"/>
              <a:gd name="connsiteY24" fmla="*/ 299109 h 465004"/>
              <a:gd name="connsiteX25" fmla="*/ 343133 w 3044385"/>
              <a:gd name="connsiteY25" fmla="*/ 331338 h 465004"/>
              <a:gd name="connsiteX26" fmla="*/ 614185 w 3044385"/>
              <a:gd name="connsiteY26" fmla="*/ 354062 h 465004"/>
              <a:gd name="connsiteX27" fmla="*/ 822880 w 3044385"/>
              <a:gd name="connsiteY27" fmla="*/ 380799 h 465004"/>
              <a:gd name="connsiteX28" fmla="*/ 1063487 w 3044385"/>
              <a:gd name="connsiteY28" fmla="*/ 431546 h 465004"/>
              <a:gd name="connsiteX29" fmla="*/ 1749860 w 3044385"/>
              <a:gd name="connsiteY29" fmla="*/ 462961 h 465004"/>
              <a:gd name="connsiteX30" fmla="*/ 2259294 w 3044385"/>
              <a:gd name="connsiteY30" fmla="*/ 461467 h 465004"/>
              <a:gd name="connsiteX31" fmla="*/ 2988917 w 3044385"/>
              <a:gd name="connsiteY31" fmla="*/ 442620 h 465004"/>
              <a:gd name="connsiteX32" fmla="*/ 3039977 w 3044385"/>
              <a:gd name="connsiteY32" fmla="*/ 437227 h 465004"/>
              <a:gd name="connsiteX33" fmla="*/ 3035754 w 3044385"/>
              <a:gd name="connsiteY33" fmla="*/ 418216 h 465004"/>
              <a:gd name="connsiteX34" fmla="*/ 2986612 w 3044385"/>
              <a:gd name="connsiteY34" fmla="*/ 389745 h 465004"/>
              <a:gd name="connsiteX35" fmla="*/ 2899863 w 3044385"/>
              <a:gd name="connsiteY35" fmla="*/ 362050 h 465004"/>
              <a:gd name="connsiteX36" fmla="*/ 2843511 w 3044385"/>
              <a:gd name="connsiteY36" fmla="*/ 330126 h 465004"/>
              <a:gd name="connsiteX37" fmla="*/ 2699587 w 3044385"/>
              <a:gd name="connsiteY37" fmla="*/ 279485 h 465004"/>
              <a:gd name="connsiteX38" fmla="*/ 2617207 w 3044385"/>
              <a:gd name="connsiteY38" fmla="*/ 253193 h 465004"/>
              <a:gd name="connsiteX39" fmla="*/ 2551192 w 3044385"/>
              <a:gd name="connsiteY39" fmla="*/ 212237 h 465004"/>
              <a:gd name="connsiteX40" fmla="*/ 2429229 w 3044385"/>
              <a:gd name="connsiteY40" fmla="*/ 200549 h 465004"/>
              <a:gd name="connsiteX41" fmla="*/ 2387839 w 3044385"/>
              <a:gd name="connsiteY41" fmla="*/ 206545 h 465004"/>
              <a:gd name="connsiteX42" fmla="*/ 2339139 w 3044385"/>
              <a:gd name="connsiteY42" fmla="*/ 195236 h 465004"/>
              <a:gd name="connsiteX43" fmla="*/ 2274539 w 3044385"/>
              <a:gd name="connsiteY43" fmla="*/ 160502 h 465004"/>
              <a:gd name="connsiteX44" fmla="*/ 2191951 w 3044385"/>
              <a:gd name="connsiteY44" fmla="*/ 134505 h 465004"/>
              <a:gd name="connsiteX45" fmla="*/ 2101752 w 3044385"/>
              <a:gd name="connsiteY45" fmla="*/ 115236 h 465004"/>
              <a:gd name="connsiteX46" fmla="*/ 2038134 w 3044385"/>
              <a:gd name="connsiteY46" fmla="*/ 137429 h 465004"/>
              <a:gd name="connsiteX47" fmla="*/ 1995547 w 3044385"/>
              <a:gd name="connsiteY47" fmla="*/ 127790 h 465004"/>
              <a:gd name="connsiteX48" fmla="*/ 1946960 w 3044385"/>
              <a:gd name="connsiteY48" fmla="*/ 91931 h 465004"/>
              <a:gd name="connsiteX49" fmla="*/ 1829852 w 3044385"/>
              <a:gd name="connsiteY49" fmla="*/ 47738 h 465004"/>
              <a:gd name="connsiteX50" fmla="*/ 1756861 w 3044385"/>
              <a:gd name="connsiteY50" fmla="*/ 64310 h 465004"/>
              <a:gd name="connsiteX51" fmla="*/ 1712132 w 3044385"/>
              <a:gd name="connsiteY51" fmla="*/ 60807 h 465004"/>
              <a:gd name="connsiteX52" fmla="*/ 1671479 w 3044385"/>
              <a:gd name="connsiteY52" fmla="*/ 66696 h 465004"/>
              <a:gd name="connsiteX53" fmla="*/ 1567709 w 3044385"/>
              <a:gd name="connsiteY53" fmla="*/ 12845 h 465004"/>
              <a:gd name="connsiteX54" fmla="*/ 1491994 w 3044385"/>
              <a:gd name="connsiteY54" fmla="*/ 5570 h 465004"/>
              <a:gd name="connsiteX55" fmla="*/ 1472593 w 3044385"/>
              <a:gd name="connsiteY55" fmla="*/ -357 h 465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3044385" h="465004">
                <a:moveTo>
                  <a:pt x="1472593" y="-357"/>
                </a:moveTo>
                <a:cubicBezTo>
                  <a:pt x="1466058" y="2635"/>
                  <a:pt x="1462710" y="11465"/>
                  <a:pt x="1455124" y="13985"/>
                </a:cubicBezTo>
                <a:cubicBezTo>
                  <a:pt x="1440489" y="22389"/>
                  <a:pt x="1423216" y="20078"/>
                  <a:pt x="1407275" y="20452"/>
                </a:cubicBezTo>
                <a:cubicBezTo>
                  <a:pt x="1385970" y="24820"/>
                  <a:pt x="1378087" y="49844"/>
                  <a:pt x="1358572" y="56844"/>
                </a:cubicBezTo>
                <a:cubicBezTo>
                  <a:pt x="1340720" y="61403"/>
                  <a:pt x="1326294" y="46834"/>
                  <a:pt x="1310475" y="42179"/>
                </a:cubicBezTo>
                <a:cubicBezTo>
                  <a:pt x="1275659" y="35874"/>
                  <a:pt x="1241974" y="57815"/>
                  <a:pt x="1223191" y="85843"/>
                </a:cubicBezTo>
                <a:cubicBezTo>
                  <a:pt x="1206183" y="104194"/>
                  <a:pt x="1195666" y="127091"/>
                  <a:pt x="1183478" y="148647"/>
                </a:cubicBezTo>
                <a:cubicBezTo>
                  <a:pt x="1163601" y="165668"/>
                  <a:pt x="1134524" y="165308"/>
                  <a:pt x="1110473" y="159473"/>
                </a:cubicBezTo>
                <a:cubicBezTo>
                  <a:pt x="1092693" y="152887"/>
                  <a:pt x="1082319" y="133750"/>
                  <a:pt x="1081981" y="115491"/>
                </a:cubicBezTo>
                <a:cubicBezTo>
                  <a:pt x="1077146" y="97044"/>
                  <a:pt x="1056027" y="89940"/>
                  <a:pt x="1038790" y="92063"/>
                </a:cubicBezTo>
                <a:cubicBezTo>
                  <a:pt x="1009264" y="91908"/>
                  <a:pt x="981050" y="112844"/>
                  <a:pt x="951480" y="102841"/>
                </a:cubicBezTo>
                <a:cubicBezTo>
                  <a:pt x="924315" y="89877"/>
                  <a:pt x="916756" y="57268"/>
                  <a:pt x="894879" y="38425"/>
                </a:cubicBezTo>
                <a:cubicBezTo>
                  <a:pt x="885375" y="29881"/>
                  <a:pt x="873506" y="21021"/>
                  <a:pt x="860691" y="20115"/>
                </a:cubicBezTo>
                <a:cubicBezTo>
                  <a:pt x="846500" y="26055"/>
                  <a:pt x="836704" y="41663"/>
                  <a:pt x="819945" y="41216"/>
                </a:cubicBezTo>
                <a:cubicBezTo>
                  <a:pt x="784522" y="50523"/>
                  <a:pt x="759057" y="78849"/>
                  <a:pt x="728444" y="97016"/>
                </a:cubicBezTo>
                <a:cubicBezTo>
                  <a:pt x="709462" y="105688"/>
                  <a:pt x="688196" y="98401"/>
                  <a:pt x="671257" y="88560"/>
                </a:cubicBezTo>
                <a:cubicBezTo>
                  <a:pt x="654844" y="80807"/>
                  <a:pt x="634892" y="71991"/>
                  <a:pt x="617099" y="79668"/>
                </a:cubicBezTo>
                <a:cubicBezTo>
                  <a:pt x="608999" y="88053"/>
                  <a:pt x="617450" y="106254"/>
                  <a:pt x="603087" y="109308"/>
                </a:cubicBezTo>
                <a:cubicBezTo>
                  <a:pt x="563393" y="118300"/>
                  <a:pt x="522650" y="109851"/>
                  <a:pt x="482780" y="106661"/>
                </a:cubicBezTo>
                <a:cubicBezTo>
                  <a:pt x="449695" y="100258"/>
                  <a:pt x="419567" y="77893"/>
                  <a:pt x="384813" y="81438"/>
                </a:cubicBezTo>
                <a:cubicBezTo>
                  <a:pt x="367238" y="87459"/>
                  <a:pt x="355238" y="105124"/>
                  <a:pt x="353581" y="123319"/>
                </a:cubicBezTo>
                <a:cubicBezTo>
                  <a:pt x="336366" y="148838"/>
                  <a:pt x="303887" y="155757"/>
                  <a:pt x="275094" y="157717"/>
                </a:cubicBezTo>
                <a:cubicBezTo>
                  <a:pt x="229320" y="162379"/>
                  <a:pt x="203098" y="209244"/>
                  <a:pt x="158373" y="216808"/>
                </a:cubicBezTo>
                <a:cubicBezTo>
                  <a:pt x="106760" y="232425"/>
                  <a:pt x="52922" y="237763"/>
                  <a:pt x="67" y="247535"/>
                </a:cubicBezTo>
                <a:cubicBezTo>
                  <a:pt x="25679" y="279457"/>
                  <a:pt x="67667" y="289132"/>
                  <a:pt x="105320" y="299109"/>
                </a:cubicBezTo>
                <a:cubicBezTo>
                  <a:pt x="183608" y="316363"/>
                  <a:pt x="264169" y="318488"/>
                  <a:pt x="343133" y="331338"/>
                </a:cubicBezTo>
                <a:cubicBezTo>
                  <a:pt x="433314" y="340949"/>
                  <a:pt x="524495" y="339642"/>
                  <a:pt x="614185" y="354062"/>
                </a:cubicBezTo>
                <a:cubicBezTo>
                  <a:pt x="683857" y="361926"/>
                  <a:pt x="754721" y="362732"/>
                  <a:pt x="822880" y="380799"/>
                </a:cubicBezTo>
                <a:cubicBezTo>
                  <a:pt x="902676" y="399509"/>
                  <a:pt x="981937" y="421655"/>
                  <a:pt x="1063487" y="431546"/>
                </a:cubicBezTo>
                <a:cubicBezTo>
                  <a:pt x="1290444" y="466477"/>
                  <a:pt x="1520825" y="466467"/>
                  <a:pt x="1749860" y="462961"/>
                </a:cubicBezTo>
                <a:cubicBezTo>
                  <a:pt x="1919660" y="461148"/>
                  <a:pt x="2089486" y="458463"/>
                  <a:pt x="2259294" y="461467"/>
                </a:cubicBezTo>
                <a:cubicBezTo>
                  <a:pt x="2502608" y="461088"/>
                  <a:pt x="2745914" y="454706"/>
                  <a:pt x="2988917" y="442620"/>
                </a:cubicBezTo>
                <a:cubicBezTo>
                  <a:pt x="3005910" y="441103"/>
                  <a:pt x="3023456" y="441007"/>
                  <a:pt x="3039977" y="437227"/>
                </a:cubicBezTo>
                <a:cubicBezTo>
                  <a:pt x="3047579" y="432407"/>
                  <a:pt x="3045053" y="418953"/>
                  <a:pt x="3035754" y="418216"/>
                </a:cubicBezTo>
                <a:cubicBezTo>
                  <a:pt x="3018757" y="409840"/>
                  <a:pt x="3000470" y="403143"/>
                  <a:pt x="2986612" y="389745"/>
                </a:cubicBezTo>
                <a:cubicBezTo>
                  <a:pt x="2960996" y="371993"/>
                  <a:pt x="2929250" y="369305"/>
                  <a:pt x="2899863" y="362050"/>
                </a:cubicBezTo>
                <a:cubicBezTo>
                  <a:pt x="2878973" y="355573"/>
                  <a:pt x="2860602" y="343409"/>
                  <a:pt x="2843511" y="330126"/>
                </a:cubicBezTo>
                <a:cubicBezTo>
                  <a:pt x="2799124" y="304195"/>
                  <a:pt x="2746950" y="298098"/>
                  <a:pt x="2699587" y="279485"/>
                </a:cubicBezTo>
                <a:cubicBezTo>
                  <a:pt x="2672421" y="269833"/>
                  <a:pt x="2643767" y="264463"/>
                  <a:pt x="2617207" y="253193"/>
                </a:cubicBezTo>
                <a:cubicBezTo>
                  <a:pt x="2594737" y="240217"/>
                  <a:pt x="2577027" y="219071"/>
                  <a:pt x="2551192" y="212237"/>
                </a:cubicBezTo>
                <a:cubicBezTo>
                  <a:pt x="2512043" y="198171"/>
                  <a:pt x="2469853" y="204216"/>
                  <a:pt x="2429229" y="200549"/>
                </a:cubicBezTo>
                <a:cubicBezTo>
                  <a:pt x="2415043" y="199033"/>
                  <a:pt x="2401202" y="202215"/>
                  <a:pt x="2387839" y="206545"/>
                </a:cubicBezTo>
                <a:cubicBezTo>
                  <a:pt x="2370754" y="210698"/>
                  <a:pt x="2352790" y="206097"/>
                  <a:pt x="2339139" y="195236"/>
                </a:cubicBezTo>
                <a:cubicBezTo>
                  <a:pt x="2318974" y="181314"/>
                  <a:pt x="2298318" y="167368"/>
                  <a:pt x="2274539" y="160502"/>
                </a:cubicBezTo>
                <a:cubicBezTo>
                  <a:pt x="2248014" y="149208"/>
                  <a:pt x="2221786" y="133442"/>
                  <a:pt x="2191951" y="134505"/>
                </a:cubicBezTo>
                <a:cubicBezTo>
                  <a:pt x="2161219" y="132309"/>
                  <a:pt x="2129828" y="128799"/>
                  <a:pt x="2101752" y="115236"/>
                </a:cubicBezTo>
                <a:cubicBezTo>
                  <a:pt x="2077660" y="108675"/>
                  <a:pt x="2058909" y="129545"/>
                  <a:pt x="2038134" y="137429"/>
                </a:cubicBezTo>
                <a:cubicBezTo>
                  <a:pt x="2023528" y="143835"/>
                  <a:pt x="2005931" y="139925"/>
                  <a:pt x="1995547" y="127790"/>
                </a:cubicBezTo>
                <a:cubicBezTo>
                  <a:pt x="1981381" y="113340"/>
                  <a:pt x="1966803" y="98248"/>
                  <a:pt x="1946960" y="91931"/>
                </a:cubicBezTo>
                <a:cubicBezTo>
                  <a:pt x="1908204" y="76507"/>
                  <a:pt x="1865434" y="70540"/>
                  <a:pt x="1829852" y="47738"/>
                </a:cubicBezTo>
                <a:cubicBezTo>
                  <a:pt x="1803716" y="39012"/>
                  <a:pt x="1782243" y="63428"/>
                  <a:pt x="1756861" y="64310"/>
                </a:cubicBezTo>
                <a:cubicBezTo>
                  <a:pt x="1741876" y="65129"/>
                  <a:pt x="1726977" y="62495"/>
                  <a:pt x="1712132" y="60807"/>
                </a:cubicBezTo>
                <a:cubicBezTo>
                  <a:pt x="1705047" y="76317"/>
                  <a:pt x="1683316" y="76813"/>
                  <a:pt x="1671479" y="66696"/>
                </a:cubicBezTo>
                <a:cubicBezTo>
                  <a:pt x="1635356" y="51716"/>
                  <a:pt x="1607164" y="20132"/>
                  <a:pt x="1567709" y="12845"/>
                </a:cubicBezTo>
                <a:cubicBezTo>
                  <a:pt x="1542640" y="16711"/>
                  <a:pt x="1514011" y="21837"/>
                  <a:pt x="1491994" y="5570"/>
                </a:cubicBezTo>
                <a:cubicBezTo>
                  <a:pt x="1486035" y="2512"/>
                  <a:pt x="1479582" y="-1505"/>
                  <a:pt x="1472593" y="-357"/>
                </a:cubicBezTo>
                <a:close/>
              </a:path>
            </a:pathLst>
          </a:custGeom>
          <a:gradFill>
            <a:gsLst>
              <a:gs pos="0">
                <a:srgbClr val="71C837"/>
              </a:gs>
              <a:gs pos="50000">
                <a:srgbClr val="71C837">
                  <a:alpha val="49804"/>
                </a:srgbClr>
              </a:gs>
              <a:gs pos="100000">
                <a:srgbClr val="71C837">
                  <a:alpha val="0"/>
                </a:srgbClr>
              </a:gs>
            </a:gsLst>
            <a:lin ang="5205722" scaled="1"/>
          </a:gra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5" name="任意多边形: 形状 194">
            <a:extLst>
              <a:ext uri="{FF2B5EF4-FFF2-40B4-BE49-F238E27FC236}">
                <a16:creationId xmlns:a16="http://schemas.microsoft.com/office/drawing/2014/main" id="{D1F29057-205D-DFF9-B001-F23167932DCA}"/>
              </a:ext>
            </a:extLst>
          </p:cNvPr>
          <p:cNvSpPr/>
          <p:nvPr/>
        </p:nvSpPr>
        <p:spPr>
          <a:xfrm>
            <a:off x="6773587" y="4284376"/>
            <a:ext cx="64329" cy="92732"/>
          </a:xfrm>
          <a:custGeom>
            <a:avLst/>
            <a:gdLst>
              <a:gd name="connsiteX0" fmla="*/ 33938 w 64329"/>
              <a:gd name="connsiteY0" fmla="*/ 82836 h 92732"/>
              <a:gd name="connsiteX1" fmla="*/ 34321 w 64329"/>
              <a:gd name="connsiteY1" fmla="*/ 77998 h 92732"/>
              <a:gd name="connsiteX2" fmla="*/ 33166 w 64329"/>
              <a:gd name="connsiteY2" fmla="*/ 77773 h 92732"/>
              <a:gd name="connsiteX3" fmla="*/ 29318 w 64329"/>
              <a:gd name="connsiteY3" fmla="*/ 76235 h 92732"/>
              <a:gd name="connsiteX4" fmla="*/ 23930 w 64329"/>
              <a:gd name="connsiteY4" fmla="*/ 76235 h 92732"/>
              <a:gd name="connsiteX5" fmla="*/ 20851 w 64329"/>
              <a:gd name="connsiteY5" fmla="*/ 71836 h 92732"/>
              <a:gd name="connsiteX6" fmla="*/ 21234 w 64329"/>
              <a:gd name="connsiteY6" fmla="*/ 70516 h 92732"/>
              <a:gd name="connsiteX7" fmla="*/ 13537 w 64329"/>
              <a:gd name="connsiteY7" fmla="*/ 70292 h 92732"/>
              <a:gd name="connsiteX8" fmla="*/ 11227 w 64329"/>
              <a:gd name="connsiteY8" fmla="*/ 70516 h 92732"/>
              <a:gd name="connsiteX9" fmla="*/ 14691 w 64329"/>
              <a:gd name="connsiteY9" fmla="*/ 69417 h 92732"/>
              <a:gd name="connsiteX10" fmla="*/ 11613 w 64329"/>
              <a:gd name="connsiteY10" fmla="*/ 68977 h 92732"/>
              <a:gd name="connsiteX11" fmla="*/ 4300 w 64329"/>
              <a:gd name="connsiteY11" fmla="*/ 68977 h 92732"/>
              <a:gd name="connsiteX12" fmla="*/ 1606 w 64329"/>
              <a:gd name="connsiteY12" fmla="*/ 69417 h 92732"/>
              <a:gd name="connsiteX13" fmla="*/ 67 w 64329"/>
              <a:gd name="connsiteY13" fmla="*/ 68537 h 92732"/>
              <a:gd name="connsiteX14" fmla="*/ 3531 w 64329"/>
              <a:gd name="connsiteY14" fmla="*/ 64359 h 92732"/>
              <a:gd name="connsiteX15" fmla="*/ 6224 w 64329"/>
              <a:gd name="connsiteY15" fmla="*/ 62819 h 92732"/>
              <a:gd name="connsiteX16" fmla="*/ 6996 w 64329"/>
              <a:gd name="connsiteY16" fmla="*/ 59080 h 92732"/>
              <a:gd name="connsiteX17" fmla="*/ 9305 w 64329"/>
              <a:gd name="connsiteY17" fmla="*/ 50283 h 92732"/>
              <a:gd name="connsiteX18" fmla="*/ 16232 w 64329"/>
              <a:gd name="connsiteY18" fmla="*/ 41707 h 92732"/>
              <a:gd name="connsiteX19" fmla="*/ 15849 w 64329"/>
              <a:gd name="connsiteY19" fmla="*/ 41043 h 92732"/>
              <a:gd name="connsiteX20" fmla="*/ 15849 w 64329"/>
              <a:gd name="connsiteY20" fmla="*/ 37964 h 92732"/>
              <a:gd name="connsiteX21" fmla="*/ 16232 w 64329"/>
              <a:gd name="connsiteY21" fmla="*/ 31586 h 92732"/>
              <a:gd name="connsiteX22" fmla="*/ 12768 w 64329"/>
              <a:gd name="connsiteY22" fmla="*/ 28728 h 92732"/>
              <a:gd name="connsiteX23" fmla="*/ 12768 w 64329"/>
              <a:gd name="connsiteY23" fmla="*/ 27409 h 92732"/>
              <a:gd name="connsiteX24" fmla="*/ 15847 w 64329"/>
              <a:gd name="connsiteY24" fmla="*/ 19930 h 92732"/>
              <a:gd name="connsiteX25" fmla="*/ 19696 w 64329"/>
              <a:gd name="connsiteY25" fmla="*/ 19499 h 92732"/>
              <a:gd name="connsiteX26" fmla="*/ 22005 w 64329"/>
              <a:gd name="connsiteY26" fmla="*/ 16420 h 92732"/>
              <a:gd name="connsiteX27" fmla="*/ 25084 w 64329"/>
              <a:gd name="connsiteY27" fmla="*/ 13341 h 92732"/>
              <a:gd name="connsiteX28" fmla="*/ 25467 w 64329"/>
              <a:gd name="connsiteY28" fmla="*/ 12022 h 92732"/>
              <a:gd name="connsiteX29" fmla="*/ 27391 w 64329"/>
              <a:gd name="connsiteY29" fmla="*/ 8943 h 92732"/>
              <a:gd name="connsiteX30" fmla="*/ 27774 w 64329"/>
              <a:gd name="connsiteY30" fmla="*/ 7624 h 92732"/>
              <a:gd name="connsiteX31" fmla="*/ 30852 w 64329"/>
              <a:gd name="connsiteY31" fmla="*/ 5424 h 92732"/>
              <a:gd name="connsiteX32" fmla="*/ 31234 w 64329"/>
              <a:gd name="connsiteY32" fmla="*/ 3226 h 92732"/>
              <a:gd name="connsiteX33" fmla="*/ 32389 w 64329"/>
              <a:gd name="connsiteY33" fmla="*/ 806 h 92732"/>
              <a:gd name="connsiteX34" fmla="*/ 32389 w 64329"/>
              <a:gd name="connsiteY34" fmla="*/ -513 h 92732"/>
              <a:gd name="connsiteX35" fmla="*/ 33928 w 64329"/>
              <a:gd name="connsiteY35" fmla="*/ 5204 h 92732"/>
              <a:gd name="connsiteX36" fmla="*/ 35468 w 64329"/>
              <a:gd name="connsiteY36" fmla="*/ 7624 h 92732"/>
              <a:gd name="connsiteX37" fmla="*/ 35850 w 64329"/>
              <a:gd name="connsiteY37" fmla="*/ 11143 h 92732"/>
              <a:gd name="connsiteX38" fmla="*/ 39314 w 64329"/>
              <a:gd name="connsiteY38" fmla="*/ 15761 h 92732"/>
              <a:gd name="connsiteX39" fmla="*/ 42393 w 64329"/>
              <a:gd name="connsiteY39" fmla="*/ 25438 h 92732"/>
              <a:gd name="connsiteX40" fmla="*/ 45086 w 64329"/>
              <a:gd name="connsiteY40" fmla="*/ 27636 h 92732"/>
              <a:gd name="connsiteX41" fmla="*/ 45854 w 64329"/>
              <a:gd name="connsiteY41" fmla="*/ 29395 h 92732"/>
              <a:gd name="connsiteX42" fmla="*/ 48163 w 64329"/>
              <a:gd name="connsiteY42" fmla="*/ 32694 h 92732"/>
              <a:gd name="connsiteX43" fmla="*/ 49703 w 64329"/>
              <a:gd name="connsiteY43" fmla="*/ 35993 h 92732"/>
              <a:gd name="connsiteX44" fmla="*/ 52012 w 64329"/>
              <a:gd name="connsiteY44" fmla="*/ 37753 h 92732"/>
              <a:gd name="connsiteX45" fmla="*/ 53935 w 64329"/>
              <a:gd name="connsiteY45" fmla="*/ 40831 h 92732"/>
              <a:gd name="connsiteX46" fmla="*/ 57785 w 64329"/>
              <a:gd name="connsiteY46" fmla="*/ 42811 h 92732"/>
              <a:gd name="connsiteX47" fmla="*/ 58552 w 64329"/>
              <a:gd name="connsiteY47" fmla="*/ 44570 h 92732"/>
              <a:gd name="connsiteX48" fmla="*/ 61631 w 64329"/>
              <a:gd name="connsiteY48" fmla="*/ 46110 h 92732"/>
              <a:gd name="connsiteX49" fmla="*/ 64324 w 64329"/>
              <a:gd name="connsiteY49" fmla="*/ 50287 h 92732"/>
              <a:gd name="connsiteX50" fmla="*/ 60861 w 64329"/>
              <a:gd name="connsiteY50" fmla="*/ 54906 h 92732"/>
              <a:gd name="connsiteX51" fmla="*/ 55857 w 64329"/>
              <a:gd name="connsiteY51" fmla="*/ 60184 h 92732"/>
              <a:gd name="connsiteX52" fmla="*/ 53164 w 64329"/>
              <a:gd name="connsiteY52" fmla="*/ 62164 h 92732"/>
              <a:gd name="connsiteX53" fmla="*/ 53164 w 64329"/>
              <a:gd name="connsiteY53" fmla="*/ 63043 h 92732"/>
              <a:gd name="connsiteX54" fmla="*/ 52009 w 64329"/>
              <a:gd name="connsiteY54" fmla="*/ 66782 h 92732"/>
              <a:gd name="connsiteX55" fmla="*/ 52389 w 64329"/>
              <a:gd name="connsiteY55" fmla="*/ 67881 h 92732"/>
              <a:gd name="connsiteX56" fmla="*/ 55852 w 64329"/>
              <a:gd name="connsiteY56" fmla="*/ 70300 h 92732"/>
              <a:gd name="connsiteX57" fmla="*/ 53543 w 64329"/>
              <a:gd name="connsiteY57" fmla="*/ 72279 h 92732"/>
              <a:gd name="connsiteX58" fmla="*/ 51619 w 64329"/>
              <a:gd name="connsiteY58" fmla="*/ 74699 h 92732"/>
              <a:gd name="connsiteX59" fmla="*/ 48925 w 64329"/>
              <a:gd name="connsiteY59" fmla="*/ 76019 h 92732"/>
              <a:gd name="connsiteX60" fmla="*/ 48158 w 64329"/>
              <a:gd name="connsiteY60" fmla="*/ 79537 h 92732"/>
              <a:gd name="connsiteX61" fmla="*/ 45849 w 64329"/>
              <a:gd name="connsiteY61" fmla="*/ 81077 h 92732"/>
              <a:gd name="connsiteX62" fmla="*/ 44309 w 64329"/>
              <a:gd name="connsiteY62" fmla="*/ 82616 h 92732"/>
              <a:gd name="connsiteX63" fmla="*/ 42385 w 64329"/>
              <a:gd name="connsiteY63" fmla="*/ 83715 h 92732"/>
              <a:gd name="connsiteX64" fmla="*/ 43156 w 64329"/>
              <a:gd name="connsiteY64" fmla="*/ 85474 h 92732"/>
              <a:gd name="connsiteX65" fmla="*/ 42773 w 64329"/>
              <a:gd name="connsiteY65" fmla="*/ 88993 h 92732"/>
              <a:gd name="connsiteX66" fmla="*/ 43543 w 64329"/>
              <a:gd name="connsiteY66" fmla="*/ 90973 h 92732"/>
              <a:gd name="connsiteX67" fmla="*/ 42773 w 64329"/>
              <a:gd name="connsiteY67" fmla="*/ 91628 h 92732"/>
              <a:gd name="connsiteX68" fmla="*/ 33921 w 64329"/>
              <a:gd name="connsiteY68" fmla="*/ 82831 h 9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4329" h="92732">
                <a:moveTo>
                  <a:pt x="33938" y="82836"/>
                </a:moveTo>
                <a:cubicBezTo>
                  <a:pt x="34473" y="81574"/>
                  <a:pt x="35993" y="79191"/>
                  <a:pt x="34321" y="77998"/>
                </a:cubicBezTo>
                <a:cubicBezTo>
                  <a:pt x="34049" y="77799"/>
                  <a:pt x="33514" y="77911"/>
                  <a:pt x="33166" y="77773"/>
                </a:cubicBezTo>
                <a:cubicBezTo>
                  <a:pt x="31809" y="77256"/>
                  <a:pt x="30974" y="76471"/>
                  <a:pt x="29318" y="76235"/>
                </a:cubicBezTo>
                <a:cubicBezTo>
                  <a:pt x="28029" y="76054"/>
                  <a:pt x="24979" y="76717"/>
                  <a:pt x="23930" y="76235"/>
                </a:cubicBezTo>
                <a:cubicBezTo>
                  <a:pt x="23652" y="76114"/>
                  <a:pt x="20851" y="72263"/>
                  <a:pt x="20851" y="71836"/>
                </a:cubicBezTo>
                <a:cubicBezTo>
                  <a:pt x="20851" y="71543"/>
                  <a:pt x="21705" y="70875"/>
                  <a:pt x="21234" y="70516"/>
                </a:cubicBezTo>
                <a:cubicBezTo>
                  <a:pt x="20220" y="69740"/>
                  <a:pt x="15084" y="70292"/>
                  <a:pt x="13537" y="70292"/>
                </a:cubicBezTo>
                <a:cubicBezTo>
                  <a:pt x="12759" y="70292"/>
                  <a:pt x="10513" y="70715"/>
                  <a:pt x="11227" y="70516"/>
                </a:cubicBezTo>
                <a:cubicBezTo>
                  <a:pt x="11623" y="70404"/>
                  <a:pt x="14476" y="69913"/>
                  <a:pt x="14691" y="69417"/>
                </a:cubicBezTo>
                <a:cubicBezTo>
                  <a:pt x="14709" y="69331"/>
                  <a:pt x="12939" y="69072"/>
                  <a:pt x="11613" y="68977"/>
                </a:cubicBezTo>
                <a:cubicBezTo>
                  <a:pt x="9397" y="68813"/>
                  <a:pt x="6522" y="68796"/>
                  <a:pt x="4300" y="68977"/>
                </a:cubicBezTo>
                <a:cubicBezTo>
                  <a:pt x="3382" y="69063"/>
                  <a:pt x="2531" y="69417"/>
                  <a:pt x="1606" y="69417"/>
                </a:cubicBezTo>
                <a:cubicBezTo>
                  <a:pt x="708" y="69417"/>
                  <a:pt x="67" y="69193"/>
                  <a:pt x="67" y="68537"/>
                </a:cubicBezTo>
                <a:cubicBezTo>
                  <a:pt x="67" y="67360"/>
                  <a:pt x="2284" y="65070"/>
                  <a:pt x="3531" y="64359"/>
                </a:cubicBezTo>
                <a:cubicBezTo>
                  <a:pt x="5094" y="63465"/>
                  <a:pt x="5357" y="63807"/>
                  <a:pt x="6224" y="62819"/>
                </a:cubicBezTo>
                <a:cubicBezTo>
                  <a:pt x="7179" y="61728"/>
                  <a:pt x="6697" y="60266"/>
                  <a:pt x="6996" y="59080"/>
                </a:cubicBezTo>
                <a:cubicBezTo>
                  <a:pt x="7533" y="56925"/>
                  <a:pt x="8020" y="52120"/>
                  <a:pt x="9305" y="50283"/>
                </a:cubicBezTo>
                <a:cubicBezTo>
                  <a:pt x="11279" y="47464"/>
                  <a:pt x="16232" y="45069"/>
                  <a:pt x="16232" y="41707"/>
                </a:cubicBezTo>
                <a:cubicBezTo>
                  <a:pt x="16232" y="41466"/>
                  <a:pt x="15900" y="41276"/>
                  <a:pt x="15849" y="41043"/>
                </a:cubicBezTo>
                <a:cubicBezTo>
                  <a:pt x="15661" y="40181"/>
                  <a:pt x="15712" y="38826"/>
                  <a:pt x="15849" y="37964"/>
                </a:cubicBezTo>
                <a:cubicBezTo>
                  <a:pt x="16080" y="36532"/>
                  <a:pt x="17194" y="32867"/>
                  <a:pt x="16232" y="31586"/>
                </a:cubicBezTo>
                <a:cubicBezTo>
                  <a:pt x="15459" y="30556"/>
                  <a:pt x="13408" y="29823"/>
                  <a:pt x="12768" y="28728"/>
                </a:cubicBezTo>
                <a:cubicBezTo>
                  <a:pt x="12529" y="28314"/>
                  <a:pt x="12768" y="27848"/>
                  <a:pt x="12768" y="27409"/>
                </a:cubicBezTo>
                <a:cubicBezTo>
                  <a:pt x="12768" y="25067"/>
                  <a:pt x="12699" y="21470"/>
                  <a:pt x="15847" y="19930"/>
                </a:cubicBezTo>
                <a:cubicBezTo>
                  <a:pt x="16985" y="19370"/>
                  <a:pt x="18531" y="20017"/>
                  <a:pt x="19696" y="19499"/>
                </a:cubicBezTo>
                <a:cubicBezTo>
                  <a:pt x="21349" y="18741"/>
                  <a:pt x="21477" y="17476"/>
                  <a:pt x="22005" y="16420"/>
                </a:cubicBezTo>
                <a:cubicBezTo>
                  <a:pt x="22628" y="15178"/>
                  <a:pt x="24307" y="14452"/>
                  <a:pt x="25084" y="13341"/>
                </a:cubicBezTo>
                <a:cubicBezTo>
                  <a:pt x="25369" y="12936"/>
                  <a:pt x="25302" y="12456"/>
                  <a:pt x="25467" y="12022"/>
                </a:cubicBezTo>
                <a:cubicBezTo>
                  <a:pt x="25885" y="10942"/>
                  <a:pt x="26878" y="9969"/>
                  <a:pt x="27391" y="8943"/>
                </a:cubicBezTo>
                <a:cubicBezTo>
                  <a:pt x="27822" y="8081"/>
                  <a:pt x="26808" y="8452"/>
                  <a:pt x="27774" y="7624"/>
                </a:cubicBezTo>
                <a:cubicBezTo>
                  <a:pt x="28952" y="6613"/>
                  <a:pt x="30276" y="6743"/>
                  <a:pt x="30852" y="5424"/>
                </a:cubicBezTo>
                <a:cubicBezTo>
                  <a:pt x="31212" y="4597"/>
                  <a:pt x="31037" y="4030"/>
                  <a:pt x="31234" y="3226"/>
                </a:cubicBezTo>
                <a:cubicBezTo>
                  <a:pt x="31504" y="2150"/>
                  <a:pt x="32389" y="1920"/>
                  <a:pt x="32389" y="806"/>
                </a:cubicBezTo>
                <a:cubicBezTo>
                  <a:pt x="32389" y="367"/>
                  <a:pt x="31888" y="-800"/>
                  <a:pt x="32389" y="-513"/>
                </a:cubicBezTo>
                <a:cubicBezTo>
                  <a:pt x="34445" y="661"/>
                  <a:pt x="33700" y="3638"/>
                  <a:pt x="33928" y="5204"/>
                </a:cubicBezTo>
                <a:cubicBezTo>
                  <a:pt x="34071" y="6172"/>
                  <a:pt x="35088" y="6755"/>
                  <a:pt x="35468" y="7624"/>
                </a:cubicBezTo>
                <a:cubicBezTo>
                  <a:pt x="35971" y="8774"/>
                  <a:pt x="35085" y="9970"/>
                  <a:pt x="35850" y="11143"/>
                </a:cubicBezTo>
                <a:cubicBezTo>
                  <a:pt x="36719" y="12465"/>
                  <a:pt x="39043" y="14369"/>
                  <a:pt x="39314" y="15761"/>
                </a:cubicBezTo>
                <a:cubicBezTo>
                  <a:pt x="39668" y="17576"/>
                  <a:pt x="41169" y="24039"/>
                  <a:pt x="42393" y="25438"/>
                </a:cubicBezTo>
                <a:cubicBezTo>
                  <a:pt x="46239" y="29832"/>
                  <a:pt x="40557" y="22977"/>
                  <a:pt x="45086" y="27636"/>
                </a:cubicBezTo>
                <a:cubicBezTo>
                  <a:pt x="45587" y="28145"/>
                  <a:pt x="45491" y="28835"/>
                  <a:pt x="45854" y="29395"/>
                </a:cubicBezTo>
                <a:cubicBezTo>
                  <a:pt x="46561" y="30472"/>
                  <a:pt x="47817" y="31509"/>
                  <a:pt x="48163" y="32694"/>
                </a:cubicBezTo>
                <a:cubicBezTo>
                  <a:pt x="48430" y="33591"/>
                  <a:pt x="48913" y="35180"/>
                  <a:pt x="49703" y="35993"/>
                </a:cubicBezTo>
                <a:cubicBezTo>
                  <a:pt x="51007" y="37335"/>
                  <a:pt x="51069" y="36674"/>
                  <a:pt x="52012" y="37753"/>
                </a:cubicBezTo>
                <a:cubicBezTo>
                  <a:pt x="52822" y="38677"/>
                  <a:pt x="52883" y="39989"/>
                  <a:pt x="53935" y="40831"/>
                </a:cubicBezTo>
                <a:cubicBezTo>
                  <a:pt x="54987" y="41674"/>
                  <a:pt x="56814" y="41923"/>
                  <a:pt x="57785" y="42811"/>
                </a:cubicBezTo>
                <a:cubicBezTo>
                  <a:pt x="59543" y="43121"/>
                  <a:pt x="58086" y="44042"/>
                  <a:pt x="58552" y="44570"/>
                </a:cubicBezTo>
                <a:cubicBezTo>
                  <a:pt x="58897" y="44967"/>
                  <a:pt x="61429" y="45955"/>
                  <a:pt x="61631" y="46110"/>
                </a:cubicBezTo>
                <a:cubicBezTo>
                  <a:pt x="61726" y="46196"/>
                  <a:pt x="64300" y="50172"/>
                  <a:pt x="64324" y="50287"/>
                </a:cubicBezTo>
                <a:cubicBezTo>
                  <a:pt x="64842" y="52642"/>
                  <a:pt x="62438" y="53328"/>
                  <a:pt x="60861" y="54906"/>
                </a:cubicBezTo>
                <a:cubicBezTo>
                  <a:pt x="59201" y="56565"/>
                  <a:pt x="58026" y="58739"/>
                  <a:pt x="55857" y="60184"/>
                </a:cubicBezTo>
                <a:cubicBezTo>
                  <a:pt x="54848" y="60857"/>
                  <a:pt x="53662" y="61166"/>
                  <a:pt x="53164" y="62164"/>
                </a:cubicBezTo>
                <a:cubicBezTo>
                  <a:pt x="53026" y="62440"/>
                  <a:pt x="53250" y="62750"/>
                  <a:pt x="53164" y="63043"/>
                </a:cubicBezTo>
                <a:cubicBezTo>
                  <a:pt x="52707" y="64890"/>
                  <a:pt x="51169" y="64623"/>
                  <a:pt x="52009" y="66782"/>
                </a:cubicBezTo>
                <a:cubicBezTo>
                  <a:pt x="52147" y="67152"/>
                  <a:pt x="52096" y="67567"/>
                  <a:pt x="52389" y="67881"/>
                </a:cubicBezTo>
                <a:cubicBezTo>
                  <a:pt x="53070" y="68562"/>
                  <a:pt x="55549" y="69091"/>
                  <a:pt x="55852" y="70300"/>
                </a:cubicBezTo>
                <a:cubicBezTo>
                  <a:pt x="56059" y="71120"/>
                  <a:pt x="54096" y="71806"/>
                  <a:pt x="53543" y="72279"/>
                </a:cubicBezTo>
                <a:cubicBezTo>
                  <a:pt x="52776" y="72943"/>
                  <a:pt x="52438" y="74074"/>
                  <a:pt x="51619" y="74699"/>
                </a:cubicBezTo>
                <a:cubicBezTo>
                  <a:pt x="50886" y="75259"/>
                  <a:pt x="49701" y="75484"/>
                  <a:pt x="48925" y="76019"/>
                </a:cubicBezTo>
                <a:cubicBezTo>
                  <a:pt x="47376" y="77080"/>
                  <a:pt x="50239" y="77751"/>
                  <a:pt x="48158" y="79537"/>
                </a:cubicBezTo>
                <a:cubicBezTo>
                  <a:pt x="47494" y="80114"/>
                  <a:pt x="46546" y="80519"/>
                  <a:pt x="45849" y="81077"/>
                </a:cubicBezTo>
                <a:cubicBezTo>
                  <a:pt x="45254" y="81551"/>
                  <a:pt x="44955" y="82174"/>
                  <a:pt x="44309" y="82616"/>
                </a:cubicBezTo>
                <a:cubicBezTo>
                  <a:pt x="43663" y="83058"/>
                  <a:pt x="42570" y="82978"/>
                  <a:pt x="42385" y="83715"/>
                </a:cubicBezTo>
                <a:cubicBezTo>
                  <a:pt x="42233" y="84319"/>
                  <a:pt x="43006" y="84872"/>
                  <a:pt x="43156" y="85474"/>
                </a:cubicBezTo>
                <a:cubicBezTo>
                  <a:pt x="43457" y="86682"/>
                  <a:pt x="42420" y="87793"/>
                  <a:pt x="42773" y="88993"/>
                </a:cubicBezTo>
                <a:cubicBezTo>
                  <a:pt x="42956" y="89622"/>
                  <a:pt x="43943" y="90285"/>
                  <a:pt x="43543" y="90973"/>
                </a:cubicBezTo>
                <a:cubicBezTo>
                  <a:pt x="43387" y="91231"/>
                  <a:pt x="43093" y="91447"/>
                  <a:pt x="42773" y="91628"/>
                </a:cubicBezTo>
                <a:cubicBezTo>
                  <a:pt x="39455" y="93524"/>
                  <a:pt x="34159" y="90466"/>
                  <a:pt x="33921" y="82831"/>
                </a:cubicBezTo>
                <a:close/>
              </a:path>
            </a:pathLst>
          </a:custGeom>
          <a:gradFill>
            <a:gsLst>
              <a:gs pos="0">
                <a:srgbClr val="71C837"/>
              </a:gs>
              <a:gs pos="50000">
                <a:srgbClr val="71C837">
                  <a:alpha val="49804"/>
                </a:srgbClr>
              </a:gs>
              <a:gs pos="100000">
                <a:srgbClr val="71C837">
                  <a:alpha val="0"/>
                </a:srgbClr>
              </a:gs>
            </a:gsLst>
            <a:lin ang="5205722" scaled="1"/>
          </a:gra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96" name="任意多边形: 形状 195">
            <a:extLst>
              <a:ext uri="{FF2B5EF4-FFF2-40B4-BE49-F238E27FC236}">
                <a16:creationId xmlns:a16="http://schemas.microsoft.com/office/drawing/2014/main" id="{4DB5F8BB-8F9A-3A5C-CE1C-97D9A7D71498}"/>
              </a:ext>
            </a:extLst>
          </p:cNvPr>
          <p:cNvSpPr/>
          <p:nvPr/>
        </p:nvSpPr>
        <p:spPr>
          <a:xfrm>
            <a:off x="6720793" y="4263539"/>
            <a:ext cx="59558" cy="125742"/>
          </a:xfrm>
          <a:custGeom>
            <a:avLst/>
            <a:gdLst>
              <a:gd name="connsiteX0" fmla="*/ 17223 w 59558"/>
              <a:gd name="connsiteY0" fmla="*/ 107914 h 125742"/>
              <a:gd name="connsiteX1" fmla="*/ 17742 w 59558"/>
              <a:gd name="connsiteY1" fmla="*/ 106932 h 125742"/>
              <a:gd name="connsiteX2" fmla="*/ 18781 w 59558"/>
              <a:gd name="connsiteY2" fmla="*/ 100057 h 125742"/>
              <a:gd name="connsiteX3" fmla="*/ 19820 w 59558"/>
              <a:gd name="connsiteY3" fmla="*/ 99075 h 125742"/>
              <a:gd name="connsiteX4" fmla="*/ 20338 w 59558"/>
              <a:gd name="connsiteY4" fmla="*/ 92854 h 125742"/>
              <a:gd name="connsiteX5" fmla="*/ 19300 w 59558"/>
              <a:gd name="connsiteY5" fmla="*/ 91872 h 125742"/>
              <a:gd name="connsiteX6" fmla="*/ 14625 w 59558"/>
              <a:gd name="connsiteY6" fmla="*/ 85652 h 125742"/>
              <a:gd name="connsiteX7" fmla="*/ 13066 w 59558"/>
              <a:gd name="connsiteY7" fmla="*/ 85652 h 125742"/>
              <a:gd name="connsiteX8" fmla="*/ 8391 w 59558"/>
              <a:gd name="connsiteY8" fmla="*/ 84670 h 125742"/>
              <a:gd name="connsiteX9" fmla="*/ 4236 w 59558"/>
              <a:gd name="connsiteY9" fmla="*/ 84670 h 125742"/>
              <a:gd name="connsiteX10" fmla="*/ 2677 w 59558"/>
              <a:gd name="connsiteY10" fmla="*/ 83687 h 125742"/>
              <a:gd name="connsiteX11" fmla="*/ 81 w 59558"/>
              <a:gd name="connsiteY11" fmla="*/ 82706 h 125742"/>
              <a:gd name="connsiteX12" fmla="*/ 1639 w 59558"/>
              <a:gd name="connsiteY12" fmla="*/ 80742 h 125742"/>
              <a:gd name="connsiteX13" fmla="*/ 2158 w 59558"/>
              <a:gd name="connsiteY13" fmla="*/ 78449 h 125742"/>
              <a:gd name="connsiteX14" fmla="*/ 4236 w 59558"/>
              <a:gd name="connsiteY14" fmla="*/ 72557 h 125742"/>
              <a:gd name="connsiteX15" fmla="*/ 2158 w 59558"/>
              <a:gd name="connsiteY15" fmla="*/ 67973 h 125742"/>
              <a:gd name="connsiteX16" fmla="*/ 2158 w 59558"/>
              <a:gd name="connsiteY16" fmla="*/ 55859 h 125742"/>
              <a:gd name="connsiteX17" fmla="*/ 7352 w 59558"/>
              <a:gd name="connsiteY17" fmla="*/ 48330 h 125742"/>
              <a:gd name="connsiteX18" fmla="*/ 9949 w 59558"/>
              <a:gd name="connsiteY18" fmla="*/ 43419 h 125742"/>
              <a:gd name="connsiteX19" fmla="*/ 12027 w 59558"/>
              <a:gd name="connsiteY19" fmla="*/ 38181 h 125742"/>
              <a:gd name="connsiteX20" fmla="*/ 12547 w 59558"/>
              <a:gd name="connsiteY20" fmla="*/ 30651 h 125742"/>
              <a:gd name="connsiteX21" fmla="*/ 14104 w 59558"/>
              <a:gd name="connsiteY21" fmla="*/ 28359 h 125742"/>
              <a:gd name="connsiteX22" fmla="*/ 14104 w 59558"/>
              <a:gd name="connsiteY22" fmla="*/ 26395 h 125742"/>
              <a:gd name="connsiteX23" fmla="*/ 20857 w 59558"/>
              <a:gd name="connsiteY23" fmla="*/ 23122 h 125742"/>
              <a:gd name="connsiteX24" fmla="*/ 20857 w 59558"/>
              <a:gd name="connsiteY24" fmla="*/ 22139 h 125742"/>
              <a:gd name="connsiteX25" fmla="*/ 21896 w 59558"/>
              <a:gd name="connsiteY25" fmla="*/ 21157 h 125742"/>
              <a:gd name="connsiteX26" fmla="*/ 22935 w 59558"/>
              <a:gd name="connsiteY26" fmla="*/ 15918 h 125742"/>
              <a:gd name="connsiteX27" fmla="*/ 22935 w 59558"/>
              <a:gd name="connsiteY27" fmla="*/ 11990 h 125742"/>
              <a:gd name="connsiteX28" fmla="*/ 25013 w 59558"/>
              <a:gd name="connsiteY28" fmla="*/ 9043 h 125742"/>
              <a:gd name="connsiteX29" fmla="*/ 23974 w 59558"/>
              <a:gd name="connsiteY29" fmla="*/ 6752 h 125742"/>
              <a:gd name="connsiteX30" fmla="*/ 25013 w 59558"/>
              <a:gd name="connsiteY30" fmla="*/ 2496 h 125742"/>
              <a:gd name="connsiteX31" fmla="*/ 25013 w 59558"/>
              <a:gd name="connsiteY31" fmla="*/ -450 h 125742"/>
              <a:gd name="connsiteX32" fmla="*/ 26571 w 59558"/>
              <a:gd name="connsiteY32" fmla="*/ -450 h 125742"/>
              <a:gd name="connsiteX33" fmla="*/ 33843 w 59558"/>
              <a:gd name="connsiteY33" fmla="*/ 3150 h 125742"/>
              <a:gd name="connsiteX34" fmla="*/ 34882 w 59558"/>
              <a:gd name="connsiteY34" fmla="*/ 6425 h 125742"/>
              <a:gd name="connsiteX35" fmla="*/ 35401 w 59558"/>
              <a:gd name="connsiteY35" fmla="*/ 7407 h 125742"/>
              <a:gd name="connsiteX36" fmla="*/ 36440 w 59558"/>
              <a:gd name="connsiteY36" fmla="*/ 8389 h 125742"/>
              <a:gd name="connsiteX37" fmla="*/ 35921 w 59558"/>
              <a:gd name="connsiteY37" fmla="*/ 13955 h 125742"/>
              <a:gd name="connsiteX38" fmla="*/ 38518 w 59558"/>
              <a:gd name="connsiteY38" fmla="*/ 18538 h 125742"/>
              <a:gd name="connsiteX39" fmla="*/ 40077 w 59558"/>
              <a:gd name="connsiteY39" fmla="*/ 23122 h 125742"/>
              <a:gd name="connsiteX40" fmla="*/ 40077 w 59558"/>
              <a:gd name="connsiteY40" fmla="*/ 27051 h 125742"/>
              <a:gd name="connsiteX41" fmla="*/ 41635 w 59558"/>
              <a:gd name="connsiteY41" fmla="*/ 27706 h 125742"/>
              <a:gd name="connsiteX42" fmla="*/ 43193 w 59558"/>
              <a:gd name="connsiteY42" fmla="*/ 29670 h 125742"/>
              <a:gd name="connsiteX43" fmla="*/ 50984 w 59558"/>
              <a:gd name="connsiteY43" fmla="*/ 31962 h 125742"/>
              <a:gd name="connsiteX44" fmla="*/ 54621 w 59558"/>
              <a:gd name="connsiteY44" fmla="*/ 33926 h 125742"/>
              <a:gd name="connsiteX45" fmla="*/ 56699 w 59558"/>
              <a:gd name="connsiteY45" fmla="*/ 34254 h 125742"/>
              <a:gd name="connsiteX46" fmla="*/ 57218 w 59558"/>
              <a:gd name="connsiteY46" fmla="*/ 35236 h 125742"/>
              <a:gd name="connsiteX47" fmla="*/ 57218 w 59558"/>
              <a:gd name="connsiteY47" fmla="*/ 37200 h 125742"/>
              <a:gd name="connsiteX48" fmla="*/ 59295 w 59558"/>
              <a:gd name="connsiteY48" fmla="*/ 39165 h 125742"/>
              <a:gd name="connsiteX49" fmla="*/ 57218 w 59558"/>
              <a:gd name="connsiteY49" fmla="*/ 47349 h 125742"/>
              <a:gd name="connsiteX50" fmla="*/ 49946 w 59558"/>
              <a:gd name="connsiteY50" fmla="*/ 52260 h 125742"/>
              <a:gd name="connsiteX51" fmla="*/ 50984 w 59558"/>
              <a:gd name="connsiteY51" fmla="*/ 54879 h 125742"/>
              <a:gd name="connsiteX52" fmla="*/ 50984 w 59558"/>
              <a:gd name="connsiteY52" fmla="*/ 62736 h 125742"/>
              <a:gd name="connsiteX53" fmla="*/ 53062 w 59558"/>
              <a:gd name="connsiteY53" fmla="*/ 70921 h 125742"/>
              <a:gd name="connsiteX54" fmla="*/ 47868 w 59558"/>
              <a:gd name="connsiteY54" fmla="*/ 76159 h 125742"/>
              <a:gd name="connsiteX55" fmla="*/ 49426 w 59558"/>
              <a:gd name="connsiteY55" fmla="*/ 78123 h 125742"/>
              <a:gd name="connsiteX56" fmla="*/ 50984 w 59558"/>
              <a:gd name="connsiteY56" fmla="*/ 81070 h 125742"/>
              <a:gd name="connsiteX57" fmla="*/ 54101 w 59558"/>
              <a:gd name="connsiteY57" fmla="*/ 82707 h 125742"/>
              <a:gd name="connsiteX58" fmla="*/ 54620 w 59558"/>
              <a:gd name="connsiteY58" fmla="*/ 84999 h 125742"/>
              <a:gd name="connsiteX59" fmla="*/ 59295 w 59558"/>
              <a:gd name="connsiteY59" fmla="*/ 88927 h 125742"/>
              <a:gd name="connsiteX60" fmla="*/ 58256 w 59558"/>
              <a:gd name="connsiteY60" fmla="*/ 90237 h 125742"/>
              <a:gd name="connsiteX61" fmla="*/ 45270 w 59558"/>
              <a:gd name="connsiteY61" fmla="*/ 94820 h 125742"/>
              <a:gd name="connsiteX62" fmla="*/ 42154 w 59558"/>
              <a:gd name="connsiteY62" fmla="*/ 102677 h 125742"/>
              <a:gd name="connsiteX63" fmla="*/ 42154 w 59558"/>
              <a:gd name="connsiteY63" fmla="*/ 103660 h 125742"/>
              <a:gd name="connsiteX64" fmla="*/ 34882 w 59558"/>
              <a:gd name="connsiteY64" fmla="*/ 109225 h 125742"/>
              <a:gd name="connsiteX65" fmla="*/ 34882 w 59558"/>
              <a:gd name="connsiteY65" fmla="*/ 113154 h 125742"/>
              <a:gd name="connsiteX66" fmla="*/ 33323 w 59558"/>
              <a:gd name="connsiteY66" fmla="*/ 116427 h 125742"/>
              <a:gd name="connsiteX67" fmla="*/ 33842 w 59558"/>
              <a:gd name="connsiteY67" fmla="*/ 119047 h 125742"/>
              <a:gd name="connsiteX68" fmla="*/ 32804 w 59558"/>
              <a:gd name="connsiteY68" fmla="*/ 121993 h 125742"/>
              <a:gd name="connsiteX69" fmla="*/ 32804 w 59558"/>
              <a:gd name="connsiteY69" fmla="*/ 123957 h 125742"/>
              <a:gd name="connsiteX70" fmla="*/ 31245 w 59558"/>
              <a:gd name="connsiteY70" fmla="*/ 124939 h 125742"/>
              <a:gd name="connsiteX71" fmla="*/ 26570 w 59558"/>
              <a:gd name="connsiteY71" fmla="*/ 122975 h 125742"/>
              <a:gd name="connsiteX72" fmla="*/ 17220 w 59558"/>
              <a:gd name="connsiteY72" fmla="*/ 107915 h 125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59558" h="125742">
                <a:moveTo>
                  <a:pt x="17223" y="107914"/>
                </a:moveTo>
                <a:cubicBezTo>
                  <a:pt x="17396" y="107587"/>
                  <a:pt x="17529" y="107250"/>
                  <a:pt x="17742" y="106932"/>
                </a:cubicBezTo>
                <a:cubicBezTo>
                  <a:pt x="19623" y="104166"/>
                  <a:pt x="17639" y="102216"/>
                  <a:pt x="18781" y="100057"/>
                </a:cubicBezTo>
                <a:cubicBezTo>
                  <a:pt x="18986" y="99669"/>
                  <a:pt x="19615" y="99462"/>
                  <a:pt x="19820" y="99075"/>
                </a:cubicBezTo>
                <a:cubicBezTo>
                  <a:pt x="20055" y="98635"/>
                  <a:pt x="20555" y="93261"/>
                  <a:pt x="20338" y="92854"/>
                </a:cubicBezTo>
                <a:cubicBezTo>
                  <a:pt x="20133" y="92475"/>
                  <a:pt x="19582" y="92225"/>
                  <a:pt x="19300" y="91872"/>
                </a:cubicBezTo>
                <a:cubicBezTo>
                  <a:pt x="17815" y="90002"/>
                  <a:pt x="17747" y="86636"/>
                  <a:pt x="14625" y="85652"/>
                </a:cubicBezTo>
                <a:cubicBezTo>
                  <a:pt x="14147" y="85497"/>
                  <a:pt x="13574" y="85738"/>
                  <a:pt x="13066" y="85652"/>
                </a:cubicBezTo>
                <a:cubicBezTo>
                  <a:pt x="9720" y="85126"/>
                  <a:pt x="11425" y="84911"/>
                  <a:pt x="8391" y="84670"/>
                </a:cubicBezTo>
                <a:cubicBezTo>
                  <a:pt x="7014" y="84558"/>
                  <a:pt x="5536" y="85024"/>
                  <a:pt x="4236" y="84670"/>
                </a:cubicBezTo>
                <a:cubicBezTo>
                  <a:pt x="3594" y="84489"/>
                  <a:pt x="3307" y="83886"/>
                  <a:pt x="2677" y="83687"/>
                </a:cubicBezTo>
                <a:cubicBezTo>
                  <a:pt x="1382" y="83282"/>
                  <a:pt x="537" y="84429"/>
                  <a:pt x="81" y="82706"/>
                </a:cubicBezTo>
                <a:cubicBezTo>
                  <a:pt x="-91" y="82051"/>
                  <a:pt x="1362" y="81149"/>
                  <a:pt x="1639" y="80742"/>
                </a:cubicBezTo>
                <a:cubicBezTo>
                  <a:pt x="2853" y="78955"/>
                  <a:pt x="1748" y="80000"/>
                  <a:pt x="2158" y="78449"/>
                </a:cubicBezTo>
                <a:cubicBezTo>
                  <a:pt x="2685" y="76452"/>
                  <a:pt x="5272" y="74842"/>
                  <a:pt x="4236" y="72557"/>
                </a:cubicBezTo>
                <a:cubicBezTo>
                  <a:pt x="3556" y="71059"/>
                  <a:pt x="2587" y="69596"/>
                  <a:pt x="2158" y="67973"/>
                </a:cubicBezTo>
                <a:cubicBezTo>
                  <a:pt x="1671" y="66125"/>
                  <a:pt x="1767" y="57838"/>
                  <a:pt x="2158" y="55859"/>
                </a:cubicBezTo>
                <a:cubicBezTo>
                  <a:pt x="2719" y="53022"/>
                  <a:pt x="6149" y="50985"/>
                  <a:pt x="7352" y="48330"/>
                </a:cubicBezTo>
                <a:cubicBezTo>
                  <a:pt x="8075" y="46736"/>
                  <a:pt x="9523" y="45035"/>
                  <a:pt x="9949" y="43419"/>
                </a:cubicBezTo>
                <a:cubicBezTo>
                  <a:pt x="10444" y="41547"/>
                  <a:pt x="10993" y="39918"/>
                  <a:pt x="12027" y="38181"/>
                </a:cubicBezTo>
                <a:cubicBezTo>
                  <a:pt x="13443" y="35801"/>
                  <a:pt x="11489" y="32987"/>
                  <a:pt x="12547" y="30651"/>
                </a:cubicBezTo>
                <a:cubicBezTo>
                  <a:pt x="13268" y="29060"/>
                  <a:pt x="13725" y="29798"/>
                  <a:pt x="14104" y="28359"/>
                </a:cubicBezTo>
                <a:cubicBezTo>
                  <a:pt x="14275" y="27713"/>
                  <a:pt x="13558" y="26913"/>
                  <a:pt x="14104" y="26395"/>
                </a:cubicBezTo>
                <a:cubicBezTo>
                  <a:pt x="15662" y="24922"/>
                  <a:pt x="19207" y="24578"/>
                  <a:pt x="20857" y="23122"/>
                </a:cubicBezTo>
                <a:cubicBezTo>
                  <a:pt x="21141" y="22871"/>
                  <a:pt x="20695" y="22440"/>
                  <a:pt x="20857" y="22139"/>
                </a:cubicBezTo>
                <a:cubicBezTo>
                  <a:pt x="21063" y="21751"/>
                  <a:pt x="21738" y="21562"/>
                  <a:pt x="21896" y="21157"/>
                </a:cubicBezTo>
                <a:cubicBezTo>
                  <a:pt x="22207" y="20364"/>
                  <a:pt x="22784" y="16870"/>
                  <a:pt x="22935" y="15918"/>
                </a:cubicBezTo>
                <a:cubicBezTo>
                  <a:pt x="23066" y="15091"/>
                  <a:pt x="22337" y="12745"/>
                  <a:pt x="22935" y="11990"/>
                </a:cubicBezTo>
                <a:cubicBezTo>
                  <a:pt x="23735" y="10982"/>
                  <a:pt x="25013" y="10692"/>
                  <a:pt x="25013" y="9043"/>
                </a:cubicBezTo>
                <a:cubicBezTo>
                  <a:pt x="25013" y="8242"/>
                  <a:pt x="24132" y="7548"/>
                  <a:pt x="23974" y="6752"/>
                </a:cubicBezTo>
                <a:cubicBezTo>
                  <a:pt x="23670" y="5226"/>
                  <a:pt x="25013" y="3925"/>
                  <a:pt x="25013" y="2496"/>
                </a:cubicBezTo>
                <a:cubicBezTo>
                  <a:pt x="25013" y="2005"/>
                  <a:pt x="24266" y="21"/>
                  <a:pt x="25013" y="-450"/>
                </a:cubicBezTo>
                <a:cubicBezTo>
                  <a:pt x="25405" y="-692"/>
                  <a:pt x="26052" y="-450"/>
                  <a:pt x="26571" y="-450"/>
                </a:cubicBezTo>
                <a:cubicBezTo>
                  <a:pt x="29950" y="-450"/>
                  <a:pt x="32234" y="869"/>
                  <a:pt x="33843" y="3150"/>
                </a:cubicBezTo>
                <a:cubicBezTo>
                  <a:pt x="34544" y="4146"/>
                  <a:pt x="34456" y="5349"/>
                  <a:pt x="34882" y="6425"/>
                </a:cubicBezTo>
                <a:cubicBezTo>
                  <a:pt x="35015" y="6761"/>
                  <a:pt x="35226" y="7089"/>
                  <a:pt x="35401" y="7407"/>
                </a:cubicBezTo>
                <a:cubicBezTo>
                  <a:pt x="35745" y="7735"/>
                  <a:pt x="36262" y="7993"/>
                  <a:pt x="36440" y="8389"/>
                </a:cubicBezTo>
                <a:cubicBezTo>
                  <a:pt x="37233" y="10135"/>
                  <a:pt x="35921" y="12247"/>
                  <a:pt x="35921" y="13955"/>
                </a:cubicBezTo>
                <a:cubicBezTo>
                  <a:pt x="35921" y="16216"/>
                  <a:pt x="38058" y="16800"/>
                  <a:pt x="38518" y="18538"/>
                </a:cubicBezTo>
                <a:cubicBezTo>
                  <a:pt x="38919" y="20054"/>
                  <a:pt x="39675" y="21601"/>
                  <a:pt x="40077" y="23122"/>
                </a:cubicBezTo>
                <a:cubicBezTo>
                  <a:pt x="40319" y="24039"/>
                  <a:pt x="39370" y="26307"/>
                  <a:pt x="40077" y="27051"/>
                </a:cubicBezTo>
                <a:cubicBezTo>
                  <a:pt x="40419" y="27413"/>
                  <a:pt x="41181" y="27421"/>
                  <a:pt x="41635" y="27706"/>
                </a:cubicBezTo>
                <a:cubicBezTo>
                  <a:pt x="43155" y="28664"/>
                  <a:pt x="42311" y="28559"/>
                  <a:pt x="43193" y="29670"/>
                </a:cubicBezTo>
                <a:cubicBezTo>
                  <a:pt x="44776" y="31664"/>
                  <a:pt x="48442" y="30959"/>
                  <a:pt x="50984" y="31962"/>
                </a:cubicBezTo>
                <a:cubicBezTo>
                  <a:pt x="55306" y="33664"/>
                  <a:pt x="49395" y="32281"/>
                  <a:pt x="54621" y="33926"/>
                </a:cubicBezTo>
                <a:cubicBezTo>
                  <a:pt x="55272" y="34133"/>
                  <a:pt x="56115" y="33926"/>
                  <a:pt x="56699" y="34254"/>
                </a:cubicBezTo>
                <a:cubicBezTo>
                  <a:pt x="57092" y="34452"/>
                  <a:pt x="57125" y="34891"/>
                  <a:pt x="57218" y="35236"/>
                </a:cubicBezTo>
                <a:cubicBezTo>
                  <a:pt x="57389" y="35874"/>
                  <a:pt x="56895" y="36590"/>
                  <a:pt x="57218" y="37200"/>
                </a:cubicBezTo>
                <a:cubicBezTo>
                  <a:pt x="57625" y="37976"/>
                  <a:pt x="58980" y="38369"/>
                  <a:pt x="59295" y="39165"/>
                </a:cubicBezTo>
                <a:cubicBezTo>
                  <a:pt x="60196" y="41435"/>
                  <a:pt x="59173" y="45499"/>
                  <a:pt x="57218" y="47349"/>
                </a:cubicBezTo>
                <a:cubicBezTo>
                  <a:pt x="55348" y="49117"/>
                  <a:pt x="50882" y="49899"/>
                  <a:pt x="49946" y="52260"/>
                </a:cubicBezTo>
                <a:cubicBezTo>
                  <a:pt x="49059" y="54495"/>
                  <a:pt x="50165" y="53326"/>
                  <a:pt x="50984" y="54879"/>
                </a:cubicBezTo>
                <a:cubicBezTo>
                  <a:pt x="51961" y="56726"/>
                  <a:pt x="50502" y="60606"/>
                  <a:pt x="50984" y="62736"/>
                </a:cubicBezTo>
                <a:cubicBezTo>
                  <a:pt x="51523" y="65114"/>
                  <a:pt x="53690" y="68546"/>
                  <a:pt x="53062" y="70921"/>
                </a:cubicBezTo>
                <a:cubicBezTo>
                  <a:pt x="52502" y="73041"/>
                  <a:pt x="47868" y="74201"/>
                  <a:pt x="47868" y="76159"/>
                </a:cubicBezTo>
                <a:cubicBezTo>
                  <a:pt x="47868" y="76970"/>
                  <a:pt x="48948" y="77521"/>
                  <a:pt x="49426" y="78123"/>
                </a:cubicBezTo>
                <a:cubicBezTo>
                  <a:pt x="50107" y="78977"/>
                  <a:pt x="50158" y="80288"/>
                  <a:pt x="50984" y="81070"/>
                </a:cubicBezTo>
                <a:cubicBezTo>
                  <a:pt x="51768" y="81812"/>
                  <a:pt x="53370" y="81939"/>
                  <a:pt x="54101" y="82707"/>
                </a:cubicBezTo>
                <a:cubicBezTo>
                  <a:pt x="54705" y="83345"/>
                  <a:pt x="54024" y="84354"/>
                  <a:pt x="54620" y="84999"/>
                </a:cubicBezTo>
                <a:cubicBezTo>
                  <a:pt x="55396" y="85852"/>
                  <a:pt x="59295" y="87680"/>
                  <a:pt x="59295" y="88927"/>
                </a:cubicBezTo>
                <a:cubicBezTo>
                  <a:pt x="59295" y="89427"/>
                  <a:pt x="58601" y="89801"/>
                  <a:pt x="58256" y="90237"/>
                </a:cubicBezTo>
                <a:cubicBezTo>
                  <a:pt x="54620" y="94820"/>
                  <a:pt x="48267" y="92931"/>
                  <a:pt x="45270" y="94820"/>
                </a:cubicBezTo>
                <a:cubicBezTo>
                  <a:pt x="45124" y="94906"/>
                  <a:pt x="42333" y="101997"/>
                  <a:pt x="42154" y="102677"/>
                </a:cubicBezTo>
                <a:cubicBezTo>
                  <a:pt x="42067" y="102996"/>
                  <a:pt x="42354" y="103367"/>
                  <a:pt x="42154" y="103660"/>
                </a:cubicBezTo>
                <a:cubicBezTo>
                  <a:pt x="40448" y="106167"/>
                  <a:pt x="36585" y="107079"/>
                  <a:pt x="34882" y="109225"/>
                </a:cubicBezTo>
                <a:cubicBezTo>
                  <a:pt x="34188" y="110100"/>
                  <a:pt x="35150" y="112140"/>
                  <a:pt x="34882" y="113154"/>
                </a:cubicBezTo>
                <a:cubicBezTo>
                  <a:pt x="34589" y="114258"/>
                  <a:pt x="33615" y="115323"/>
                  <a:pt x="33323" y="116427"/>
                </a:cubicBezTo>
                <a:cubicBezTo>
                  <a:pt x="33070" y="117383"/>
                  <a:pt x="33657" y="118096"/>
                  <a:pt x="33842" y="119047"/>
                </a:cubicBezTo>
                <a:cubicBezTo>
                  <a:pt x="34080" y="120241"/>
                  <a:pt x="33093" y="120895"/>
                  <a:pt x="32804" y="121993"/>
                </a:cubicBezTo>
                <a:cubicBezTo>
                  <a:pt x="32632" y="122631"/>
                  <a:pt x="33251" y="123392"/>
                  <a:pt x="32804" y="123957"/>
                </a:cubicBezTo>
                <a:cubicBezTo>
                  <a:pt x="32460" y="124388"/>
                  <a:pt x="31839" y="124690"/>
                  <a:pt x="31245" y="124939"/>
                </a:cubicBezTo>
                <a:cubicBezTo>
                  <a:pt x="28891" y="125929"/>
                  <a:pt x="28532" y="123654"/>
                  <a:pt x="26570" y="122975"/>
                </a:cubicBezTo>
                <a:cubicBezTo>
                  <a:pt x="21994" y="121394"/>
                  <a:pt x="17220" y="120137"/>
                  <a:pt x="17220" y="107915"/>
                </a:cubicBezTo>
                <a:close/>
              </a:path>
            </a:pathLst>
          </a:custGeom>
          <a:gradFill>
            <a:gsLst>
              <a:gs pos="0">
                <a:srgbClr val="71C837"/>
              </a:gs>
              <a:gs pos="50000">
                <a:srgbClr val="71C837">
                  <a:alpha val="49804"/>
                </a:srgbClr>
              </a:gs>
              <a:gs pos="100000">
                <a:srgbClr val="71C837">
                  <a:alpha val="0"/>
                </a:srgbClr>
              </a:gs>
            </a:gsLst>
            <a:lin ang="5205722" scaled="1"/>
          </a:gra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97" name="任意多边形: 形状 196">
            <a:extLst>
              <a:ext uri="{FF2B5EF4-FFF2-40B4-BE49-F238E27FC236}">
                <a16:creationId xmlns:a16="http://schemas.microsoft.com/office/drawing/2014/main" id="{523B840F-FB72-9D8A-C699-D5438A095E56}"/>
              </a:ext>
            </a:extLst>
          </p:cNvPr>
          <p:cNvSpPr/>
          <p:nvPr/>
        </p:nvSpPr>
        <p:spPr>
          <a:xfrm>
            <a:off x="6547212" y="4173429"/>
            <a:ext cx="106306" cy="230458"/>
          </a:xfrm>
          <a:custGeom>
            <a:avLst/>
            <a:gdLst>
              <a:gd name="connsiteX0" fmla="*/ 56026 w 106306"/>
              <a:gd name="connsiteY0" fmla="*/ 206686 h 230458"/>
              <a:gd name="connsiteX1" fmla="*/ 56662 w 106306"/>
              <a:gd name="connsiteY1" fmla="*/ 194663 h 230458"/>
              <a:gd name="connsiteX2" fmla="*/ 54754 w 106306"/>
              <a:gd name="connsiteY2" fmla="*/ 194111 h 230458"/>
              <a:gd name="connsiteX3" fmla="*/ 48395 w 106306"/>
              <a:gd name="connsiteY3" fmla="*/ 190286 h 230458"/>
              <a:gd name="connsiteX4" fmla="*/ 39493 w 106306"/>
              <a:gd name="connsiteY4" fmla="*/ 190286 h 230458"/>
              <a:gd name="connsiteX5" fmla="*/ 34406 w 106306"/>
              <a:gd name="connsiteY5" fmla="*/ 179355 h 230458"/>
              <a:gd name="connsiteX6" fmla="*/ 35041 w 106306"/>
              <a:gd name="connsiteY6" fmla="*/ 176076 h 230458"/>
              <a:gd name="connsiteX7" fmla="*/ 22323 w 106306"/>
              <a:gd name="connsiteY7" fmla="*/ 175524 h 230458"/>
              <a:gd name="connsiteX8" fmla="*/ 18508 w 106306"/>
              <a:gd name="connsiteY8" fmla="*/ 176076 h 230458"/>
              <a:gd name="connsiteX9" fmla="*/ 24231 w 106306"/>
              <a:gd name="connsiteY9" fmla="*/ 173344 h 230458"/>
              <a:gd name="connsiteX10" fmla="*/ 19143 w 106306"/>
              <a:gd name="connsiteY10" fmla="*/ 172251 h 230458"/>
              <a:gd name="connsiteX11" fmla="*/ 7061 w 106306"/>
              <a:gd name="connsiteY11" fmla="*/ 172251 h 230458"/>
              <a:gd name="connsiteX12" fmla="*/ 2610 w 106306"/>
              <a:gd name="connsiteY12" fmla="*/ 173344 h 230458"/>
              <a:gd name="connsiteX13" fmla="*/ 67 w 106306"/>
              <a:gd name="connsiteY13" fmla="*/ 171158 h 230458"/>
              <a:gd name="connsiteX14" fmla="*/ 5790 w 106306"/>
              <a:gd name="connsiteY14" fmla="*/ 160774 h 230458"/>
              <a:gd name="connsiteX15" fmla="*/ 10241 w 106306"/>
              <a:gd name="connsiteY15" fmla="*/ 156948 h 230458"/>
              <a:gd name="connsiteX16" fmla="*/ 11513 w 106306"/>
              <a:gd name="connsiteY16" fmla="*/ 147658 h 230458"/>
              <a:gd name="connsiteX17" fmla="*/ 15328 w 106306"/>
              <a:gd name="connsiteY17" fmla="*/ 125798 h 230458"/>
              <a:gd name="connsiteX18" fmla="*/ 26774 w 106306"/>
              <a:gd name="connsiteY18" fmla="*/ 104484 h 230458"/>
              <a:gd name="connsiteX19" fmla="*/ 26140 w 106306"/>
              <a:gd name="connsiteY19" fmla="*/ 102844 h 230458"/>
              <a:gd name="connsiteX20" fmla="*/ 26140 w 106306"/>
              <a:gd name="connsiteY20" fmla="*/ 95193 h 230458"/>
              <a:gd name="connsiteX21" fmla="*/ 26774 w 106306"/>
              <a:gd name="connsiteY21" fmla="*/ 79345 h 230458"/>
              <a:gd name="connsiteX22" fmla="*/ 21051 w 106306"/>
              <a:gd name="connsiteY22" fmla="*/ 72239 h 230458"/>
              <a:gd name="connsiteX23" fmla="*/ 21051 w 106306"/>
              <a:gd name="connsiteY23" fmla="*/ 68961 h 230458"/>
              <a:gd name="connsiteX24" fmla="*/ 26138 w 106306"/>
              <a:gd name="connsiteY24" fmla="*/ 50378 h 230458"/>
              <a:gd name="connsiteX25" fmla="*/ 32497 w 106306"/>
              <a:gd name="connsiteY25" fmla="*/ 49286 h 230458"/>
              <a:gd name="connsiteX26" fmla="*/ 36312 w 106306"/>
              <a:gd name="connsiteY26" fmla="*/ 41635 h 230458"/>
              <a:gd name="connsiteX27" fmla="*/ 41400 w 106306"/>
              <a:gd name="connsiteY27" fmla="*/ 33984 h 230458"/>
              <a:gd name="connsiteX28" fmla="*/ 42034 w 106306"/>
              <a:gd name="connsiteY28" fmla="*/ 30705 h 230458"/>
              <a:gd name="connsiteX29" fmla="*/ 45214 w 106306"/>
              <a:gd name="connsiteY29" fmla="*/ 23054 h 230458"/>
              <a:gd name="connsiteX30" fmla="*/ 45848 w 106306"/>
              <a:gd name="connsiteY30" fmla="*/ 19774 h 230458"/>
              <a:gd name="connsiteX31" fmla="*/ 50935 w 106306"/>
              <a:gd name="connsiteY31" fmla="*/ 14310 h 230458"/>
              <a:gd name="connsiteX32" fmla="*/ 51571 w 106306"/>
              <a:gd name="connsiteY32" fmla="*/ 8844 h 230458"/>
              <a:gd name="connsiteX33" fmla="*/ 53479 w 106306"/>
              <a:gd name="connsiteY33" fmla="*/ 2832 h 230458"/>
              <a:gd name="connsiteX34" fmla="*/ 53479 w 106306"/>
              <a:gd name="connsiteY34" fmla="*/ -447 h 230458"/>
              <a:gd name="connsiteX35" fmla="*/ 56022 w 106306"/>
              <a:gd name="connsiteY35" fmla="*/ 13763 h 230458"/>
              <a:gd name="connsiteX36" fmla="*/ 58566 w 106306"/>
              <a:gd name="connsiteY36" fmla="*/ 19774 h 230458"/>
              <a:gd name="connsiteX37" fmla="*/ 59200 w 106306"/>
              <a:gd name="connsiteY37" fmla="*/ 28519 h 230458"/>
              <a:gd name="connsiteX38" fmla="*/ 64923 w 106306"/>
              <a:gd name="connsiteY38" fmla="*/ 39996 h 230458"/>
              <a:gd name="connsiteX39" fmla="*/ 70010 w 106306"/>
              <a:gd name="connsiteY39" fmla="*/ 64042 h 230458"/>
              <a:gd name="connsiteX40" fmla="*/ 74461 w 106306"/>
              <a:gd name="connsiteY40" fmla="*/ 69507 h 230458"/>
              <a:gd name="connsiteX41" fmla="*/ 75733 w 106306"/>
              <a:gd name="connsiteY41" fmla="*/ 73879 h 230458"/>
              <a:gd name="connsiteX42" fmla="*/ 79549 w 106306"/>
              <a:gd name="connsiteY42" fmla="*/ 82076 h 230458"/>
              <a:gd name="connsiteX43" fmla="*/ 82092 w 106306"/>
              <a:gd name="connsiteY43" fmla="*/ 90275 h 230458"/>
              <a:gd name="connsiteX44" fmla="*/ 85908 w 106306"/>
              <a:gd name="connsiteY44" fmla="*/ 94647 h 230458"/>
              <a:gd name="connsiteX45" fmla="*/ 89087 w 106306"/>
              <a:gd name="connsiteY45" fmla="*/ 102297 h 230458"/>
              <a:gd name="connsiteX46" fmla="*/ 95446 w 106306"/>
              <a:gd name="connsiteY46" fmla="*/ 107216 h 230458"/>
              <a:gd name="connsiteX47" fmla="*/ 96718 w 106306"/>
              <a:gd name="connsiteY47" fmla="*/ 111588 h 230458"/>
              <a:gd name="connsiteX48" fmla="*/ 101805 w 106306"/>
              <a:gd name="connsiteY48" fmla="*/ 115413 h 230458"/>
              <a:gd name="connsiteX49" fmla="*/ 106256 w 106306"/>
              <a:gd name="connsiteY49" fmla="*/ 125798 h 230458"/>
              <a:gd name="connsiteX50" fmla="*/ 100533 w 106306"/>
              <a:gd name="connsiteY50" fmla="*/ 137274 h 230458"/>
              <a:gd name="connsiteX51" fmla="*/ 92267 w 106306"/>
              <a:gd name="connsiteY51" fmla="*/ 150390 h 230458"/>
              <a:gd name="connsiteX52" fmla="*/ 87815 w 106306"/>
              <a:gd name="connsiteY52" fmla="*/ 155309 h 230458"/>
              <a:gd name="connsiteX53" fmla="*/ 87815 w 106306"/>
              <a:gd name="connsiteY53" fmla="*/ 157495 h 230458"/>
              <a:gd name="connsiteX54" fmla="*/ 85908 w 106306"/>
              <a:gd name="connsiteY54" fmla="*/ 166785 h 230458"/>
              <a:gd name="connsiteX55" fmla="*/ 86543 w 106306"/>
              <a:gd name="connsiteY55" fmla="*/ 169519 h 230458"/>
              <a:gd name="connsiteX56" fmla="*/ 92266 w 106306"/>
              <a:gd name="connsiteY56" fmla="*/ 175529 h 230458"/>
              <a:gd name="connsiteX57" fmla="*/ 88451 w 106306"/>
              <a:gd name="connsiteY57" fmla="*/ 180448 h 230458"/>
              <a:gd name="connsiteX58" fmla="*/ 85271 w 106306"/>
              <a:gd name="connsiteY58" fmla="*/ 186460 h 230458"/>
              <a:gd name="connsiteX59" fmla="*/ 80820 w 106306"/>
              <a:gd name="connsiteY59" fmla="*/ 189739 h 230458"/>
              <a:gd name="connsiteX60" fmla="*/ 79548 w 106306"/>
              <a:gd name="connsiteY60" fmla="*/ 198483 h 230458"/>
              <a:gd name="connsiteX61" fmla="*/ 75732 w 106306"/>
              <a:gd name="connsiteY61" fmla="*/ 202309 h 230458"/>
              <a:gd name="connsiteX62" fmla="*/ 73189 w 106306"/>
              <a:gd name="connsiteY62" fmla="*/ 206135 h 230458"/>
              <a:gd name="connsiteX63" fmla="*/ 70010 w 106306"/>
              <a:gd name="connsiteY63" fmla="*/ 208867 h 230458"/>
              <a:gd name="connsiteX64" fmla="*/ 71281 w 106306"/>
              <a:gd name="connsiteY64" fmla="*/ 213239 h 230458"/>
              <a:gd name="connsiteX65" fmla="*/ 70647 w 106306"/>
              <a:gd name="connsiteY65" fmla="*/ 221983 h 230458"/>
              <a:gd name="connsiteX66" fmla="*/ 71918 w 106306"/>
              <a:gd name="connsiteY66" fmla="*/ 226901 h 230458"/>
              <a:gd name="connsiteX67" fmla="*/ 70647 w 106306"/>
              <a:gd name="connsiteY67" fmla="*/ 228541 h 230458"/>
              <a:gd name="connsiteX68" fmla="*/ 56022 w 106306"/>
              <a:gd name="connsiteY68" fmla="*/ 206681 h 230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106306" h="230458">
                <a:moveTo>
                  <a:pt x="56026" y="206686"/>
                </a:moveTo>
                <a:cubicBezTo>
                  <a:pt x="56913" y="203552"/>
                  <a:pt x="59423" y="197628"/>
                  <a:pt x="56662" y="194663"/>
                </a:cubicBezTo>
                <a:cubicBezTo>
                  <a:pt x="56213" y="194181"/>
                  <a:pt x="55328" y="194447"/>
                  <a:pt x="54754" y="194111"/>
                </a:cubicBezTo>
                <a:cubicBezTo>
                  <a:pt x="52511" y="192826"/>
                  <a:pt x="51134" y="190874"/>
                  <a:pt x="48395" y="190286"/>
                </a:cubicBezTo>
                <a:cubicBezTo>
                  <a:pt x="46267" y="189829"/>
                  <a:pt x="41227" y="191477"/>
                  <a:pt x="39493" y="190286"/>
                </a:cubicBezTo>
                <a:cubicBezTo>
                  <a:pt x="39037" y="189975"/>
                  <a:pt x="34406" y="180417"/>
                  <a:pt x="34406" y="179355"/>
                </a:cubicBezTo>
                <a:cubicBezTo>
                  <a:pt x="34406" y="178639"/>
                  <a:pt x="35819" y="176966"/>
                  <a:pt x="35041" y="176076"/>
                </a:cubicBezTo>
                <a:cubicBezTo>
                  <a:pt x="33366" y="174158"/>
                  <a:pt x="24879" y="175524"/>
                  <a:pt x="22323" y="175524"/>
                </a:cubicBezTo>
                <a:cubicBezTo>
                  <a:pt x="21039" y="175524"/>
                  <a:pt x="17327" y="176579"/>
                  <a:pt x="18508" y="176076"/>
                </a:cubicBezTo>
                <a:cubicBezTo>
                  <a:pt x="19164" y="175791"/>
                  <a:pt x="23875" y="174566"/>
                  <a:pt x="24231" y="173344"/>
                </a:cubicBezTo>
                <a:cubicBezTo>
                  <a:pt x="24265" y="173231"/>
                  <a:pt x="21336" y="172490"/>
                  <a:pt x="19143" y="172251"/>
                </a:cubicBezTo>
                <a:cubicBezTo>
                  <a:pt x="15485" y="171863"/>
                  <a:pt x="10733" y="171803"/>
                  <a:pt x="7061" y="172251"/>
                </a:cubicBezTo>
                <a:cubicBezTo>
                  <a:pt x="5545" y="172432"/>
                  <a:pt x="4138" y="173344"/>
                  <a:pt x="2610" y="173344"/>
                </a:cubicBezTo>
                <a:cubicBezTo>
                  <a:pt x="1127" y="173344"/>
                  <a:pt x="67" y="172783"/>
                  <a:pt x="67" y="171158"/>
                </a:cubicBezTo>
                <a:cubicBezTo>
                  <a:pt x="67" y="168231"/>
                  <a:pt x="3731" y="162543"/>
                  <a:pt x="5790" y="160774"/>
                </a:cubicBezTo>
                <a:cubicBezTo>
                  <a:pt x="8373" y="158553"/>
                  <a:pt x="8808" y="159412"/>
                  <a:pt x="10241" y="156948"/>
                </a:cubicBezTo>
                <a:cubicBezTo>
                  <a:pt x="11818" y="154238"/>
                  <a:pt x="11024" y="150605"/>
                  <a:pt x="11513" y="147658"/>
                </a:cubicBezTo>
                <a:cubicBezTo>
                  <a:pt x="12402" y="142304"/>
                  <a:pt x="13205" y="130360"/>
                  <a:pt x="15328" y="125798"/>
                </a:cubicBezTo>
                <a:cubicBezTo>
                  <a:pt x="18590" y="118790"/>
                  <a:pt x="26774" y="112840"/>
                  <a:pt x="26774" y="104484"/>
                </a:cubicBezTo>
                <a:cubicBezTo>
                  <a:pt x="26774" y="103897"/>
                  <a:pt x="26222" y="103424"/>
                  <a:pt x="26140" y="102844"/>
                </a:cubicBezTo>
                <a:cubicBezTo>
                  <a:pt x="25831" y="100713"/>
                  <a:pt x="25912" y="97336"/>
                  <a:pt x="26140" y="95193"/>
                </a:cubicBezTo>
                <a:cubicBezTo>
                  <a:pt x="26516" y="91635"/>
                  <a:pt x="28363" y="82526"/>
                  <a:pt x="26774" y="79345"/>
                </a:cubicBezTo>
                <a:cubicBezTo>
                  <a:pt x="25498" y="76784"/>
                  <a:pt x="22107" y="74962"/>
                  <a:pt x="21051" y="72239"/>
                </a:cubicBezTo>
                <a:cubicBezTo>
                  <a:pt x="20657" y="71220"/>
                  <a:pt x="21051" y="70054"/>
                  <a:pt x="21051" y="68961"/>
                </a:cubicBezTo>
                <a:cubicBezTo>
                  <a:pt x="21051" y="63143"/>
                  <a:pt x="20943" y="54206"/>
                  <a:pt x="26138" y="50378"/>
                </a:cubicBezTo>
                <a:cubicBezTo>
                  <a:pt x="28017" y="48995"/>
                  <a:pt x="30573" y="50611"/>
                  <a:pt x="32497" y="49286"/>
                </a:cubicBezTo>
                <a:cubicBezTo>
                  <a:pt x="35228" y="47408"/>
                  <a:pt x="35440" y="44260"/>
                  <a:pt x="36312" y="41635"/>
                </a:cubicBezTo>
                <a:cubicBezTo>
                  <a:pt x="37339" y="38548"/>
                  <a:pt x="40116" y="36742"/>
                  <a:pt x="41400" y="33984"/>
                </a:cubicBezTo>
                <a:cubicBezTo>
                  <a:pt x="41869" y="32974"/>
                  <a:pt x="41756" y="31783"/>
                  <a:pt x="42034" y="30705"/>
                </a:cubicBezTo>
                <a:cubicBezTo>
                  <a:pt x="42729" y="28021"/>
                  <a:pt x="44366" y="25603"/>
                  <a:pt x="45214" y="23054"/>
                </a:cubicBezTo>
                <a:cubicBezTo>
                  <a:pt x="45926" y="20912"/>
                  <a:pt x="44253" y="21834"/>
                  <a:pt x="45848" y="19774"/>
                </a:cubicBezTo>
                <a:cubicBezTo>
                  <a:pt x="47795" y="17265"/>
                  <a:pt x="49983" y="17583"/>
                  <a:pt x="50935" y="14310"/>
                </a:cubicBezTo>
                <a:cubicBezTo>
                  <a:pt x="51529" y="12262"/>
                  <a:pt x="51240" y="10844"/>
                  <a:pt x="51571" y="8844"/>
                </a:cubicBezTo>
                <a:cubicBezTo>
                  <a:pt x="52015" y="6171"/>
                  <a:pt x="53479" y="5597"/>
                  <a:pt x="53479" y="2832"/>
                </a:cubicBezTo>
                <a:cubicBezTo>
                  <a:pt x="53479" y="1740"/>
                  <a:pt x="52649" y="-1158"/>
                  <a:pt x="53479" y="-447"/>
                </a:cubicBezTo>
                <a:cubicBezTo>
                  <a:pt x="56875" y="2474"/>
                  <a:pt x="55644" y="9869"/>
                  <a:pt x="56022" y="13763"/>
                </a:cubicBezTo>
                <a:cubicBezTo>
                  <a:pt x="56257" y="16166"/>
                  <a:pt x="57937" y="17615"/>
                  <a:pt x="58566" y="19774"/>
                </a:cubicBezTo>
                <a:cubicBezTo>
                  <a:pt x="59398" y="22632"/>
                  <a:pt x="57932" y="25606"/>
                  <a:pt x="59200" y="28519"/>
                </a:cubicBezTo>
                <a:cubicBezTo>
                  <a:pt x="60634" y="31806"/>
                  <a:pt x="64476" y="36538"/>
                  <a:pt x="64923" y="39996"/>
                </a:cubicBezTo>
                <a:cubicBezTo>
                  <a:pt x="65507" y="44510"/>
                  <a:pt x="67989" y="60568"/>
                  <a:pt x="70010" y="64042"/>
                </a:cubicBezTo>
                <a:cubicBezTo>
                  <a:pt x="76366" y="74966"/>
                  <a:pt x="66976" y="57928"/>
                  <a:pt x="74461" y="69507"/>
                </a:cubicBezTo>
                <a:cubicBezTo>
                  <a:pt x="75286" y="70783"/>
                  <a:pt x="75125" y="72489"/>
                  <a:pt x="75733" y="73879"/>
                </a:cubicBezTo>
                <a:cubicBezTo>
                  <a:pt x="76901" y="76555"/>
                  <a:pt x="78977" y="79131"/>
                  <a:pt x="79549" y="82076"/>
                </a:cubicBezTo>
                <a:cubicBezTo>
                  <a:pt x="79980" y="84307"/>
                  <a:pt x="80786" y="88253"/>
                  <a:pt x="82092" y="90275"/>
                </a:cubicBezTo>
                <a:cubicBezTo>
                  <a:pt x="84247" y="93607"/>
                  <a:pt x="84351" y="91971"/>
                  <a:pt x="85908" y="94647"/>
                </a:cubicBezTo>
                <a:cubicBezTo>
                  <a:pt x="87244" y="96943"/>
                  <a:pt x="87348" y="100205"/>
                  <a:pt x="89087" y="102297"/>
                </a:cubicBezTo>
                <a:cubicBezTo>
                  <a:pt x="90861" y="104433"/>
                  <a:pt x="93842" y="105011"/>
                  <a:pt x="95446" y="107216"/>
                </a:cubicBezTo>
                <a:cubicBezTo>
                  <a:pt x="98351" y="107992"/>
                  <a:pt x="95955" y="110276"/>
                  <a:pt x="96718" y="111588"/>
                </a:cubicBezTo>
                <a:cubicBezTo>
                  <a:pt x="97295" y="112580"/>
                  <a:pt x="101472" y="115032"/>
                  <a:pt x="101805" y="115413"/>
                </a:cubicBezTo>
                <a:cubicBezTo>
                  <a:pt x="101958" y="115594"/>
                  <a:pt x="106214" y="125513"/>
                  <a:pt x="106256" y="125798"/>
                </a:cubicBezTo>
                <a:cubicBezTo>
                  <a:pt x="107107" y="131649"/>
                  <a:pt x="103139" y="133355"/>
                  <a:pt x="100533" y="137274"/>
                </a:cubicBezTo>
                <a:cubicBezTo>
                  <a:pt x="97791" y="141398"/>
                  <a:pt x="95848" y="146799"/>
                  <a:pt x="92267" y="150390"/>
                </a:cubicBezTo>
                <a:cubicBezTo>
                  <a:pt x="90599" y="152062"/>
                  <a:pt x="88639" y="152831"/>
                  <a:pt x="87815" y="155309"/>
                </a:cubicBezTo>
                <a:cubicBezTo>
                  <a:pt x="87585" y="155999"/>
                  <a:pt x="87936" y="156777"/>
                  <a:pt x="87815" y="157495"/>
                </a:cubicBezTo>
                <a:cubicBezTo>
                  <a:pt x="87051" y="162085"/>
                  <a:pt x="84520" y="161420"/>
                  <a:pt x="85908" y="166785"/>
                </a:cubicBezTo>
                <a:cubicBezTo>
                  <a:pt x="86142" y="167691"/>
                  <a:pt x="86027" y="168739"/>
                  <a:pt x="86543" y="169519"/>
                </a:cubicBezTo>
                <a:cubicBezTo>
                  <a:pt x="87669" y="171211"/>
                  <a:pt x="91766" y="172524"/>
                  <a:pt x="92266" y="175529"/>
                </a:cubicBezTo>
                <a:cubicBezTo>
                  <a:pt x="92605" y="177564"/>
                  <a:pt x="89364" y="179270"/>
                  <a:pt x="88451" y="180448"/>
                </a:cubicBezTo>
                <a:cubicBezTo>
                  <a:pt x="87182" y="182084"/>
                  <a:pt x="86624" y="184909"/>
                  <a:pt x="85271" y="186460"/>
                </a:cubicBezTo>
                <a:cubicBezTo>
                  <a:pt x="84059" y="187849"/>
                  <a:pt x="82103" y="188416"/>
                  <a:pt x="80820" y="189739"/>
                </a:cubicBezTo>
                <a:cubicBezTo>
                  <a:pt x="78261" y="192378"/>
                  <a:pt x="82992" y="194044"/>
                  <a:pt x="79548" y="198483"/>
                </a:cubicBezTo>
                <a:cubicBezTo>
                  <a:pt x="78444" y="199906"/>
                  <a:pt x="76884" y="200924"/>
                  <a:pt x="75732" y="202309"/>
                </a:cubicBezTo>
                <a:cubicBezTo>
                  <a:pt x="74754" y="203487"/>
                  <a:pt x="74255" y="205035"/>
                  <a:pt x="73189" y="206135"/>
                </a:cubicBezTo>
                <a:cubicBezTo>
                  <a:pt x="72180" y="207175"/>
                  <a:pt x="70317" y="207021"/>
                  <a:pt x="70010" y="208867"/>
                </a:cubicBezTo>
                <a:cubicBezTo>
                  <a:pt x="69760" y="210364"/>
                  <a:pt x="71033" y="211742"/>
                  <a:pt x="71281" y="213239"/>
                </a:cubicBezTo>
                <a:cubicBezTo>
                  <a:pt x="71780" y="216238"/>
                  <a:pt x="70067" y="218999"/>
                  <a:pt x="70647" y="221983"/>
                </a:cubicBezTo>
                <a:cubicBezTo>
                  <a:pt x="70950" y="223537"/>
                  <a:pt x="72581" y="225193"/>
                  <a:pt x="71918" y="226901"/>
                </a:cubicBezTo>
                <a:cubicBezTo>
                  <a:pt x="71667" y="227548"/>
                  <a:pt x="71171" y="228091"/>
                  <a:pt x="70647" y="228541"/>
                </a:cubicBezTo>
                <a:cubicBezTo>
                  <a:pt x="65165" y="233253"/>
                  <a:pt x="56415" y="225654"/>
                  <a:pt x="56022" y="206681"/>
                </a:cubicBezTo>
                <a:close/>
              </a:path>
            </a:pathLst>
          </a:custGeom>
          <a:gradFill>
            <a:gsLst>
              <a:gs pos="0">
                <a:srgbClr val="71C837"/>
              </a:gs>
              <a:gs pos="50000">
                <a:srgbClr val="71C837">
                  <a:alpha val="49804"/>
                </a:srgbClr>
              </a:gs>
              <a:gs pos="100000">
                <a:srgbClr val="71C837">
                  <a:alpha val="0"/>
                </a:srgbClr>
              </a:gs>
            </a:gsLst>
            <a:lin ang="5205722" scaled="1"/>
          </a:gra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98" name="任意多边形: 形状 197">
            <a:extLst>
              <a:ext uri="{FF2B5EF4-FFF2-40B4-BE49-F238E27FC236}">
                <a16:creationId xmlns:a16="http://schemas.microsoft.com/office/drawing/2014/main" id="{0F55A42B-97B3-9FB1-480D-0371566056AE}"/>
              </a:ext>
            </a:extLst>
          </p:cNvPr>
          <p:cNvSpPr/>
          <p:nvPr/>
        </p:nvSpPr>
        <p:spPr>
          <a:xfrm>
            <a:off x="6662293" y="4218175"/>
            <a:ext cx="67191" cy="161266"/>
          </a:xfrm>
          <a:custGeom>
            <a:avLst/>
            <a:gdLst>
              <a:gd name="connsiteX0" fmla="*/ 19419 w 67191"/>
              <a:gd name="connsiteY0" fmla="*/ 138562 h 161266"/>
              <a:gd name="connsiteX1" fmla="*/ 20005 w 67191"/>
              <a:gd name="connsiteY1" fmla="*/ 137303 h 161266"/>
              <a:gd name="connsiteX2" fmla="*/ 21177 w 67191"/>
              <a:gd name="connsiteY2" fmla="*/ 128485 h 161266"/>
              <a:gd name="connsiteX3" fmla="*/ 22349 w 67191"/>
              <a:gd name="connsiteY3" fmla="*/ 127226 h 161266"/>
              <a:gd name="connsiteX4" fmla="*/ 22936 w 67191"/>
              <a:gd name="connsiteY4" fmla="*/ 119247 h 161266"/>
              <a:gd name="connsiteX5" fmla="*/ 21764 w 67191"/>
              <a:gd name="connsiteY5" fmla="*/ 117989 h 161266"/>
              <a:gd name="connsiteX6" fmla="*/ 16490 w 67191"/>
              <a:gd name="connsiteY6" fmla="*/ 110010 h 161266"/>
              <a:gd name="connsiteX7" fmla="*/ 14732 w 67191"/>
              <a:gd name="connsiteY7" fmla="*/ 110010 h 161266"/>
              <a:gd name="connsiteX8" fmla="*/ 9459 w 67191"/>
              <a:gd name="connsiteY8" fmla="*/ 108750 h 161266"/>
              <a:gd name="connsiteX9" fmla="*/ 4771 w 67191"/>
              <a:gd name="connsiteY9" fmla="*/ 108750 h 161266"/>
              <a:gd name="connsiteX10" fmla="*/ 3012 w 67191"/>
              <a:gd name="connsiteY10" fmla="*/ 107491 h 161266"/>
              <a:gd name="connsiteX11" fmla="*/ 83 w 67191"/>
              <a:gd name="connsiteY11" fmla="*/ 106232 h 161266"/>
              <a:gd name="connsiteX12" fmla="*/ 1841 w 67191"/>
              <a:gd name="connsiteY12" fmla="*/ 103714 h 161266"/>
              <a:gd name="connsiteX13" fmla="*/ 2427 w 67191"/>
              <a:gd name="connsiteY13" fmla="*/ 100773 h 161266"/>
              <a:gd name="connsiteX14" fmla="*/ 4771 w 67191"/>
              <a:gd name="connsiteY14" fmla="*/ 93216 h 161266"/>
              <a:gd name="connsiteX15" fmla="*/ 2427 w 67191"/>
              <a:gd name="connsiteY15" fmla="*/ 87338 h 161266"/>
              <a:gd name="connsiteX16" fmla="*/ 2427 w 67191"/>
              <a:gd name="connsiteY16" fmla="*/ 71802 h 161266"/>
              <a:gd name="connsiteX17" fmla="*/ 8287 w 67191"/>
              <a:gd name="connsiteY17" fmla="*/ 62145 h 161266"/>
              <a:gd name="connsiteX18" fmla="*/ 11217 w 67191"/>
              <a:gd name="connsiteY18" fmla="*/ 55847 h 161266"/>
              <a:gd name="connsiteX19" fmla="*/ 13560 w 67191"/>
              <a:gd name="connsiteY19" fmla="*/ 49130 h 161266"/>
              <a:gd name="connsiteX20" fmla="*/ 14148 w 67191"/>
              <a:gd name="connsiteY20" fmla="*/ 39473 h 161266"/>
              <a:gd name="connsiteX21" fmla="*/ 15905 w 67191"/>
              <a:gd name="connsiteY21" fmla="*/ 36533 h 161266"/>
              <a:gd name="connsiteX22" fmla="*/ 15905 w 67191"/>
              <a:gd name="connsiteY22" fmla="*/ 34014 h 161266"/>
              <a:gd name="connsiteX23" fmla="*/ 23523 w 67191"/>
              <a:gd name="connsiteY23" fmla="*/ 29816 h 161266"/>
              <a:gd name="connsiteX24" fmla="*/ 23523 w 67191"/>
              <a:gd name="connsiteY24" fmla="*/ 28556 h 161266"/>
              <a:gd name="connsiteX25" fmla="*/ 24696 w 67191"/>
              <a:gd name="connsiteY25" fmla="*/ 27296 h 161266"/>
              <a:gd name="connsiteX26" fmla="*/ 25867 w 67191"/>
              <a:gd name="connsiteY26" fmla="*/ 20578 h 161266"/>
              <a:gd name="connsiteX27" fmla="*/ 25867 w 67191"/>
              <a:gd name="connsiteY27" fmla="*/ 15540 h 161266"/>
              <a:gd name="connsiteX28" fmla="*/ 28211 w 67191"/>
              <a:gd name="connsiteY28" fmla="*/ 11761 h 161266"/>
              <a:gd name="connsiteX29" fmla="*/ 27039 w 67191"/>
              <a:gd name="connsiteY29" fmla="*/ 8821 h 161266"/>
              <a:gd name="connsiteX30" fmla="*/ 28211 w 67191"/>
              <a:gd name="connsiteY30" fmla="*/ 3363 h 161266"/>
              <a:gd name="connsiteX31" fmla="*/ 28211 w 67191"/>
              <a:gd name="connsiteY31" fmla="*/ -416 h 161266"/>
              <a:gd name="connsiteX32" fmla="*/ 29969 w 67191"/>
              <a:gd name="connsiteY32" fmla="*/ -416 h 161266"/>
              <a:gd name="connsiteX33" fmla="*/ 38173 w 67191"/>
              <a:gd name="connsiteY33" fmla="*/ 4203 h 161266"/>
              <a:gd name="connsiteX34" fmla="*/ 39345 w 67191"/>
              <a:gd name="connsiteY34" fmla="*/ 8401 h 161266"/>
              <a:gd name="connsiteX35" fmla="*/ 39931 w 67191"/>
              <a:gd name="connsiteY35" fmla="*/ 9661 h 161266"/>
              <a:gd name="connsiteX36" fmla="*/ 41102 w 67191"/>
              <a:gd name="connsiteY36" fmla="*/ 10921 h 161266"/>
              <a:gd name="connsiteX37" fmla="*/ 40516 w 67191"/>
              <a:gd name="connsiteY37" fmla="*/ 18058 h 161266"/>
              <a:gd name="connsiteX38" fmla="*/ 43445 w 67191"/>
              <a:gd name="connsiteY38" fmla="*/ 23937 h 161266"/>
              <a:gd name="connsiteX39" fmla="*/ 45203 w 67191"/>
              <a:gd name="connsiteY39" fmla="*/ 29816 h 161266"/>
              <a:gd name="connsiteX40" fmla="*/ 45203 w 67191"/>
              <a:gd name="connsiteY40" fmla="*/ 34854 h 161266"/>
              <a:gd name="connsiteX41" fmla="*/ 46961 w 67191"/>
              <a:gd name="connsiteY41" fmla="*/ 35690 h 161266"/>
              <a:gd name="connsiteX42" fmla="*/ 48719 w 67191"/>
              <a:gd name="connsiteY42" fmla="*/ 38209 h 161266"/>
              <a:gd name="connsiteX43" fmla="*/ 57509 w 67191"/>
              <a:gd name="connsiteY43" fmla="*/ 41149 h 161266"/>
              <a:gd name="connsiteX44" fmla="*/ 61611 w 67191"/>
              <a:gd name="connsiteY44" fmla="*/ 43668 h 161266"/>
              <a:gd name="connsiteX45" fmla="*/ 63955 w 67191"/>
              <a:gd name="connsiteY45" fmla="*/ 44090 h 161266"/>
              <a:gd name="connsiteX46" fmla="*/ 64542 w 67191"/>
              <a:gd name="connsiteY46" fmla="*/ 45350 h 161266"/>
              <a:gd name="connsiteX47" fmla="*/ 64542 w 67191"/>
              <a:gd name="connsiteY47" fmla="*/ 47868 h 161266"/>
              <a:gd name="connsiteX48" fmla="*/ 66885 w 67191"/>
              <a:gd name="connsiteY48" fmla="*/ 50388 h 161266"/>
              <a:gd name="connsiteX49" fmla="*/ 64542 w 67191"/>
              <a:gd name="connsiteY49" fmla="*/ 60884 h 161266"/>
              <a:gd name="connsiteX50" fmla="*/ 56338 w 67191"/>
              <a:gd name="connsiteY50" fmla="*/ 67183 h 161266"/>
              <a:gd name="connsiteX51" fmla="*/ 57510 w 67191"/>
              <a:gd name="connsiteY51" fmla="*/ 70541 h 161266"/>
              <a:gd name="connsiteX52" fmla="*/ 57510 w 67191"/>
              <a:gd name="connsiteY52" fmla="*/ 80619 h 161266"/>
              <a:gd name="connsiteX53" fmla="*/ 59854 w 67191"/>
              <a:gd name="connsiteY53" fmla="*/ 91116 h 161266"/>
              <a:gd name="connsiteX54" fmla="*/ 53994 w 67191"/>
              <a:gd name="connsiteY54" fmla="*/ 97834 h 161266"/>
              <a:gd name="connsiteX55" fmla="*/ 55752 w 67191"/>
              <a:gd name="connsiteY55" fmla="*/ 100352 h 161266"/>
              <a:gd name="connsiteX56" fmla="*/ 57510 w 67191"/>
              <a:gd name="connsiteY56" fmla="*/ 104131 h 161266"/>
              <a:gd name="connsiteX57" fmla="*/ 61026 w 67191"/>
              <a:gd name="connsiteY57" fmla="*/ 106231 h 161266"/>
              <a:gd name="connsiteX58" fmla="*/ 61613 w 67191"/>
              <a:gd name="connsiteY58" fmla="*/ 109170 h 161266"/>
              <a:gd name="connsiteX59" fmla="*/ 66887 w 67191"/>
              <a:gd name="connsiteY59" fmla="*/ 114208 h 161266"/>
              <a:gd name="connsiteX60" fmla="*/ 65715 w 67191"/>
              <a:gd name="connsiteY60" fmla="*/ 115888 h 161266"/>
              <a:gd name="connsiteX61" fmla="*/ 51066 w 67191"/>
              <a:gd name="connsiteY61" fmla="*/ 121766 h 161266"/>
              <a:gd name="connsiteX62" fmla="*/ 47550 w 67191"/>
              <a:gd name="connsiteY62" fmla="*/ 131843 h 161266"/>
              <a:gd name="connsiteX63" fmla="*/ 47550 w 67191"/>
              <a:gd name="connsiteY63" fmla="*/ 133103 h 161266"/>
              <a:gd name="connsiteX64" fmla="*/ 39346 w 67191"/>
              <a:gd name="connsiteY64" fmla="*/ 140241 h 161266"/>
              <a:gd name="connsiteX65" fmla="*/ 39346 w 67191"/>
              <a:gd name="connsiteY65" fmla="*/ 145279 h 161266"/>
              <a:gd name="connsiteX66" fmla="*/ 37588 w 67191"/>
              <a:gd name="connsiteY66" fmla="*/ 149478 h 161266"/>
              <a:gd name="connsiteX67" fmla="*/ 38175 w 67191"/>
              <a:gd name="connsiteY67" fmla="*/ 152837 h 161266"/>
              <a:gd name="connsiteX68" fmla="*/ 37003 w 67191"/>
              <a:gd name="connsiteY68" fmla="*/ 156615 h 161266"/>
              <a:gd name="connsiteX69" fmla="*/ 37003 w 67191"/>
              <a:gd name="connsiteY69" fmla="*/ 159135 h 161266"/>
              <a:gd name="connsiteX70" fmla="*/ 35245 w 67191"/>
              <a:gd name="connsiteY70" fmla="*/ 160394 h 161266"/>
              <a:gd name="connsiteX71" fmla="*/ 29971 w 67191"/>
              <a:gd name="connsiteY71" fmla="*/ 157875 h 161266"/>
              <a:gd name="connsiteX72" fmla="*/ 19423 w 67191"/>
              <a:gd name="connsiteY72" fmla="*/ 138561 h 161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7191" h="161266">
                <a:moveTo>
                  <a:pt x="19419" y="138562"/>
                </a:moveTo>
                <a:cubicBezTo>
                  <a:pt x="19616" y="138140"/>
                  <a:pt x="19764" y="137709"/>
                  <a:pt x="20005" y="137303"/>
                </a:cubicBezTo>
                <a:cubicBezTo>
                  <a:pt x="22126" y="133756"/>
                  <a:pt x="19888" y="131254"/>
                  <a:pt x="21177" y="128485"/>
                </a:cubicBezTo>
                <a:cubicBezTo>
                  <a:pt x="21408" y="127986"/>
                  <a:pt x="22118" y="127718"/>
                  <a:pt x="22349" y="127226"/>
                </a:cubicBezTo>
                <a:cubicBezTo>
                  <a:pt x="22616" y="126657"/>
                  <a:pt x="23177" y="119768"/>
                  <a:pt x="22936" y="119247"/>
                </a:cubicBezTo>
                <a:cubicBezTo>
                  <a:pt x="22695" y="118727"/>
                  <a:pt x="22085" y="118445"/>
                  <a:pt x="21764" y="117989"/>
                </a:cubicBezTo>
                <a:cubicBezTo>
                  <a:pt x="20090" y="115589"/>
                  <a:pt x="20013" y="111273"/>
                  <a:pt x="16490" y="110010"/>
                </a:cubicBezTo>
                <a:cubicBezTo>
                  <a:pt x="15952" y="109820"/>
                  <a:pt x="15305" y="110122"/>
                  <a:pt x="14732" y="110010"/>
                </a:cubicBezTo>
                <a:cubicBezTo>
                  <a:pt x="10958" y="109338"/>
                  <a:pt x="12881" y="109058"/>
                  <a:pt x="9459" y="108750"/>
                </a:cubicBezTo>
                <a:cubicBezTo>
                  <a:pt x="7905" y="108613"/>
                  <a:pt x="6237" y="109199"/>
                  <a:pt x="4771" y="108750"/>
                </a:cubicBezTo>
                <a:cubicBezTo>
                  <a:pt x="4045" y="108526"/>
                  <a:pt x="3722" y="107746"/>
                  <a:pt x="3012" y="107491"/>
                </a:cubicBezTo>
                <a:cubicBezTo>
                  <a:pt x="1551" y="106974"/>
                  <a:pt x="598" y="108447"/>
                  <a:pt x="83" y="106232"/>
                </a:cubicBezTo>
                <a:cubicBezTo>
                  <a:pt x="-111" y="105404"/>
                  <a:pt x="1528" y="104234"/>
                  <a:pt x="1841" y="103714"/>
                </a:cubicBezTo>
                <a:cubicBezTo>
                  <a:pt x="3211" y="101422"/>
                  <a:pt x="1965" y="102766"/>
                  <a:pt x="2427" y="100773"/>
                </a:cubicBezTo>
                <a:cubicBezTo>
                  <a:pt x="3021" y="98211"/>
                  <a:pt x="5940" y="96147"/>
                  <a:pt x="4771" y="93216"/>
                </a:cubicBezTo>
                <a:cubicBezTo>
                  <a:pt x="4004" y="91295"/>
                  <a:pt x="2911" y="89419"/>
                  <a:pt x="2427" y="87338"/>
                </a:cubicBezTo>
                <a:cubicBezTo>
                  <a:pt x="1875" y="84969"/>
                  <a:pt x="1985" y="74339"/>
                  <a:pt x="2427" y="71802"/>
                </a:cubicBezTo>
                <a:cubicBezTo>
                  <a:pt x="3061" y="68163"/>
                  <a:pt x="6929" y="65551"/>
                  <a:pt x="8287" y="62145"/>
                </a:cubicBezTo>
                <a:cubicBezTo>
                  <a:pt x="9103" y="60100"/>
                  <a:pt x="10735" y="57918"/>
                  <a:pt x="11217" y="55847"/>
                </a:cubicBezTo>
                <a:cubicBezTo>
                  <a:pt x="11775" y="53445"/>
                  <a:pt x="12394" y="51357"/>
                  <a:pt x="13560" y="49130"/>
                </a:cubicBezTo>
                <a:cubicBezTo>
                  <a:pt x="15158" y="46078"/>
                  <a:pt x="12952" y="42467"/>
                  <a:pt x="14148" y="39473"/>
                </a:cubicBezTo>
                <a:cubicBezTo>
                  <a:pt x="14962" y="37432"/>
                  <a:pt x="15476" y="38377"/>
                  <a:pt x="15905" y="36533"/>
                </a:cubicBezTo>
                <a:cubicBezTo>
                  <a:pt x="16100" y="35706"/>
                  <a:pt x="15288" y="34678"/>
                  <a:pt x="15905" y="34014"/>
                </a:cubicBezTo>
                <a:cubicBezTo>
                  <a:pt x="17663" y="32126"/>
                  <a:pt x="21661" y="31682"/>
                  <a:pt x="23523" y="29816"/>
                </a:cubicBezTo>
                <a:cubicBezTo>
                  <a:pt x="23847" y="29496"/>
                  <a:pt x="23340" y="28946"/>
                  <a:pt x="23523" y="28556"/>
                </a:cubicBezTo>
                <a:cubicBezTo>
                  <a:pt x="23755" y="28056"/>
                  <a:pt x="24517" y="27806"/>
                  <a:pt x="24696" y="27296"/>
                </a:cubicBezTo>
                <a:cubicBezTo>
                  <a:pt x="25047" y="26283"/>
                  <a:pt x="25697" y="21799"/>
                  <a:pt x="25867" y="20578"/>
                </a:cubicBezTo>
                <a:cubicBezTo>
                  <a:pt x="26016" y="19519"/>
                  <a:pt x="25191" y="16508"/>
                  <a:pt x="25867" y="15540"/>
                </a:cubicBezTo>
                <a:cubicBezTo>
                  <a:pt x="26770" y="14245"/>
                  <a:pt x="28211" y="13875"/>
                  <a:pt x="28211" y="11761"/>
                </a:cubicBezTo>
                <a:cubicBezTo>
                  <a:pt x="28211" y="10728"/>
                  <a:pt x="27217" y="9843"/>
                  <a:pt x="27039" y="8821"/>
                </a:cubicBezTo>
                <a:cubicBezTo>
                  <a:pt x="26699" y="6865"/>
                  <a:pt x="28211" y="5196"/>
                  <a:pt x="28211" y="3363"/>
                </a:cubicBezTo>
                <a:cubicBezTo>
                  <a:pt x="28211" y="2734"/>
                  <a:pt x="27368" y="188"/>
                  <a:pt x="28211" y="-416"/>
                </a:cubicBezTo>
                <a:cubicBezTo>
                  <a:pt x="28655" y="-735"/>
                  <a:pt x="29383" y="-416"/>
                  <a:pt x="29969" y="-416"/>
                </a:cubicBezTo>
                <a:cubicBezTo>
                  <a:pt x="33782" y="-416"/>
                  <a:pt x="36358" y="1276"/>
                  <a:pt x="38173" y="4203"/>
                </a:cubicBezTo>
                <a:cubicBezTo>
                  <a:pt x="38965" y="5479"/>
                  <a:pt x="38864" y="7022"/>
                  <a:pt x="39345" y="8401"/>
                </a:cubicBezTo>
                <a:cubicBezTo>
                  <a:pt x="39496" y="8833"/>
                  <a:pt x="39734" y="9246"/>
                  <a:pt x="39931" y="9661"/>
                </a:cubicBezTo>
                <a:cubicBezTo>
                  <a:pt x="40320" y="10083"/>
                  <a:pt x="40902" y="10420"/>
                  <a:pt x="41102" y="10921"/>
                </a:cubicBezTo>
                <a:cubicBezTo>
                  <a:pt x="41996" y="13161"/>
                  <a:pt x="40516" y="15868"/>
                  <a:pt x="40516" y="18058"/>
                </a:cubicBezTo>
                <a:cubicBezTo>
                  <a:pt x="40516" y="20959"/>
                  <a:pt x="42927" y="21708"/>
                  <a:pt x="43445" y="23937"/>
                </a:cubicBezTo>
                <a:cubicBezTo>
                  <a:pt x="43896" y="25882"/>
                  <a:pt x="44750" y="27867"/>
                  <a:pt x="45203" y="29816"/>
                </a:cubicBezTo>
                <a:cubicBezTo>
                  <a:pt x="45477" y="30991"/>
                  <a:pt x="44406" y="33901"/>
                  <a:pt x="45203" y="34854"/>
                </a:cubicBezTo>
                <a:cubicBezTo>
                  <a:pt x="45588" y="35311"/>
                  <a:pt x="46449" y="35328"/>
                  <a:pt x="46961" y="35690"/>
                </a:cubicBezTo>
                <a:cubicBezTo>
                  <a:pt x="48676" y="36919"/>
                  <a:pt x="47724" y="36781"/>
                  <a:pt x="48719" y="38209"/>
                </a:cubicBezTo>
                <a:cubicBezTo>
                  <a:pt x="50504" y="40768"/>
                  <a:pt x="54640" y="39863"/>
                  <a:pt x="57509" y="41149"/>
                </a:cubicBezTo>
                <a:cubicBezTo>
                  <a:pt x="62384" y="43331"/>
                  <a:pt x="55715" y="41554"/>
                  <a:pt x="61611" y="43668"/>
                </a:cubicBezTo>
                <a:cubicBezTo>
                  <a:pt x="62345" y="43926"/>
                  <a:pt x="63296" y="43753"/>
                  <a:pt x="63955" y="44090"/>
                </a:cubicBezTo>
                <a:cubicBezTo>
                  <a:pt x="64400" y="44340"/>
                  <a:pt x="64438" y="44909"/>
                  <a:pt x="64542" y="45350"/>
                </a:cubicBezTo>
                <a:cubicBezTo>
                  <a:pt x="64736" y="46177"/>
                  <a:pt x="64178" y="47085"/>
                  <a:pt x="64542" y="47868"/>
                </a:cubicBezTo>
                <a:cubicBezTo>
                  <a:pt x="65002" y="48860"/>
                  <a:pt x="66530" y="49368"/>
                  <a:pt x="66885" y="50388"/>
                </a:cubicBezTo>
                <a:cubicBezTo>
                  <a:pt x="67902" y="53298"/>
                  <a:pt x="66749" y="58512"/>
                  <a:pt x="64542" y="60884"/>
                </a:cubicBezTo>
                <a:cubicBezTo>
                  <a:pt x="62433" y="63151"/>
                  <a:pt x="57394" y="64155"/>
                  <a:pt x="56338" y="67183"/>
                </a:cubicBezTo>
                <a:cubicBezTo>
                  <a:pt x="55337" y="70050"/>
                  <a:pt x="56584" y="68550"/>
                  <a:pt x="57510" y="70541"/>
                </a:cubicBezTo>
                <a:cubicBezTo>
                  <a:pt x="58612" y="72911"/>
                  <a:pt x="56966" y="77887"/>
                  <a:pt x="57510" y="80619"/>
                </a:cubicBezTo>
                <a:cubicBezTo>
                  <a:pt x="58118" y="83668"/>
                  <a:pt x="60562" y="88071"/>
                  <a:pt x="59854" y="91116"/>
                </a:cubicBezTo>
                <a:cubicBezTo>
                  <a:pt x="59221" y="93836"/>
                  <a:pt x="53994" y="95323"/>
                  <a:pt x="53994" y="97834"/>
                </a:cubicBezTo>
                <a:cubicBezTo>
                  <a:pt x="53994" y="98876"/>
                  <a:pt x="55212" y="99580"/>
                  <a:pt x="55752" y="100352"/>
                </a:cubicBezTo>
                <a:cubicBezTo>
                  <a:pt x="56520" y="101453"/>
                  <a:pt x="56578" y="103130"/>
                  <a:pt x="57510" y="104131"/>
                </a:cubicBezTo>
                <a:cubicBezTo>
                  <a:pt x="58393" y="105081"/>
                  <a:pt x="60201" y="105246"/>
                  <a:pt x="61026" y="106231"/>
                </a:cubicBezTo>
                <a:cubicBezTo>
                  <a:pt x="61709" y="107042"/>
                  <a:pt x="60940" y="108343"/>
                  <a:pt x="61613" y="109170"/>
                </a:cubicBezTo>
                <a:cubicBezTo>
                  <a:pt x="62488" y="110267"/>
                  <a:pt x="66887" y="112608"/>
                  <a:pt x="66887" y="114208"/>
                </a:cubicBezTo>
                <a:cubicBezTo>
                  <a:pt x="66887" y="114864"/>
                  <a:pt x="66105" y="115329"/>
                  <a:pt x="65715" y="115888"/>
                </a:cubicBezTo>
                <a:cubicBezTo>
                  <a:pt x="61613" y="121766"/>
                  <a:pt x="54446" y="119344"/>
                  <a:pt x="51066" y="121766"/>
                </a:cubicBezTo>
                <a:cubicBezTo>
                  <a:pt x="50902" y="121878"/>
                  <a:pt x="47752" y="130971"/>
                  <a:pt x="47550" y="131843"/>
                </a:cubicBezTo>
                <a:cubicBezTo>
                  <a:pt x="47455" y="132257"/>
                  <a:pt x="47777" y="132727"/>
                  <a:pt x="47550" y="133103"/>
                </a:cubicBezTo>
                <a:cubicBezTo>
                  <a:pt x="45626" y="136319"/>
                  <a:pt x="41267" y="137487"/>
                  <a:pt x="39346" y="140241"/>
                </a:cubicBezTo>
                <a:cubicBezTo>
                  <a:pt x="38562" y="141362"/>
                  <a:pt x="39649" y="143980"/>
                  <a:pt x="39346" y="145279"/>
                </a:cubicBezTo>
                <a:cubicBezTo>
                  <a:pt x="39018" y="146695"/>
                  <a:pt x="37918" y="148063"/>
                  <a:pt x="37588" y="149478"/>
                </a:cubicBezTo>
                <a:cubicBezTo>
                  <a:pt x="37305" y="150703"/>
                  <a:pt x="37961" y="151619"/>
                  <a:pt x="38175" y="152837"/>
                </a:cubicBezTo>
                <a:cubicBezTo>
                  <a:pt x="38444" y="154368"/>
                  <a:pt x="37331" y="155208"/>
                  <a:pt x="37003" y="156615"/>
                </a:cubicBezTo>
                <a:cubicBezTo>
                  <a:pt x="36809" y="157443"/>
                  <a:pt x="37510" y="158410"/>
                  <a:pt x="37003" y="159135"/>
                </a:cubicBezTo>
                <a:cubicBezTo>
                  <a:pt x="36617" y="159696"/>
                  <a:pt x="35916" y="160074"/>
                  <a:pt x="35245" y="160394"/>
                </a:cubicBezTo>
                <a:cubicBezTo>
                  <a:pt x="32589" y="161663"/>
                  <a:pt x="32184" y="158745"/>
                  <a:pt x="29971" y="157875"/>
                </a:cubicBezTo>
                <a:cubicBezTo>
                  <a:pt x="24808" y="155847"/>
                  <a:pt x="19423" y="154237"/>
                  <a:pt x="19423" y="138561"/>
                </a:cubicBezTo>
                <a:close/>
              </a:path>
            </a:pathLst>
          </a:custGeom>
          <a:gradFill>
            <a:gsLst>
              <a:gs pos="0">
                <a:srgbClr val="71C837"/>
              </a:gs>
              <a:gs pos="50000">
                <a:srgbClr val="71C837">
                  <a:alpha val="49804"/>
                </a:srgbClr>
              </a:gs>
              <a:gs pos="100000">
                <a:srgbClr val="71C837">
                  <a:alpha val="0"/>
                </a:srgbClr>
              </a:gs>
            </a:gsLst>
            <a:lin ang="5205722" scaled="1"/>
          </a:gra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01" name="任意多边形: 形状 200">
            <a:extLst>
              <a:ext uri="{FF2B5EF4-FFF2-40B4-BE49-F238E27FC236}">
                <a16:creationId xmlns:a16="http://schemas.microsoft.com/office/drawing/2014/main" id="{DC4F6A5A-23BD-E499-0683-EE2F407CF778}"/>
              </a:ext>
            </a:extLst>
          </p:cNvPr>
          <p:cNvSpPr/>
          <p:nvPr/>
        </p:nvSpPr>
        <p:spPr>
          <a:xfrm rot="118952">
            <a:off x="6007445" y="4138632"/>
            <a:ext cx="5775391" cy="2325697"/>
          </a:xfrm>
          <a:custGeom>
            <a:avLst/>
            <a:gdLst>
              <a:gd name="connsiteX0" fmla="*/ 102 w 5775391"/>
              <a:gd name="connsiteY0" fmla="*/ 1263922 h 2325697"/>
              <a:gd name="connsiteX1" fmla="*/ 2793747 w 5775391"/>
              <a:gd name="connsiteY1" fmla="*/ 256615 h 2325697"/>
              <a:gd name="connsiteX2" fmla="*/ 5748632 w 5775391"/>
              <a:gd name="connsiteY2" fmla="*/ 14858 h 2325697"/>
              <a:gd name="connsiteX3" fmla="*/ 5762063 w 5775391"/>
              <a:gd name="connsiteY3" fmla="*/ 2324969 h 2325697"/>
              <a:gd name="connsiteX4" fmla="*/ 5775493 w 5775391"/>
              <a:gd name="connsiteY4" fmla="*/ 2311539 h 2325697"/>
              <a:gd name="connsiteX5" fmla="*/ 2780369 w 5775391"/>
              <a:gd name="connsiteY5" fmla="*/ 1841450 h 2325697"/>
              <a:gd name="connsiteX6" fmla="*/ 1793182 w 5775391"/>
              <a:gd name="connsiteY6" fmla="*/ 1787725 h 2325697"/>
              <a:gd name="connsiteX7" fmla="*/ 168 w 5775391"/>
              <a:gd name="connsiteY7" fmla="*/ 1263915 h 2325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75391" h="2325697">
                <a:moveTo>
                  <a:pt x="102" y="1263922"/>
                </a:moveTo>
                <a:cubicBezTo>
                  <a:pt x="102" y="1263922"/>
                  <a:pt x="1289462" y="605798"/>
                  <a:pt x="2793747" y="256615"/>
                </a:cubicBezTo>
                <a:cubicBezTo>
                  <a:pt x="4298031" y="-92567"/>
                  <a:pt x="5748632" y="14858"/>
                  <a:pt x="5748632" y="14858"/>
                </a:cubicBezTo>
                <a:lnTo>
                  <a:pt x="5762063" y="2324969"/>
                </a:lnTo>
                <a:lnTo>
                  <a:pt x="5775493" y="2311539"/>
                </a:lnTo>
                <a:lnTo>
                  <a:pt x="2780369" y="1841450"/>
                </a:lnTo>
                <a:cubicBezTo>
                  <a:pt x="2780369" y="1841450"/>
                  <a:pt x="2411010" y="1854881"/>
                  <a:pt x="1793182" y="1787725"/>
                </a:cubicBezTo>
                <a:cubicBezTo>
                  <a:pt x="1376814" y="1572829"/>
                  <a:pt x="168" y="1263915"/>
                  <a:pt x="168" y="1263915"/>
                </a:cubicBezTo>
                <a:close/>
              </a:path>
            </a:pathLst>
          </a:custGeom>
          <a:gradFill flip="none" rotWithShape="1">
            <a:gsLst>
              <a:gs pos="0">
                <a:srgbClr val="2E8F5C"/>
              </a:gs>
              <a:gs pos="100000">
                <a:srgbClr val="61AE6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8C43DBC3-40E2-D60F-0EBE-939650984188}"/>
              </a:ext>
            </a:extLst>
          </p:cNvPr>
          <p:cNvSpPr/>
          <p:nvPr/>
        </p:nvSpPr>
        <p:spPr>
          <a:xfrm rot="118952">
            <a:off x="1112351" y="4391670"/>
            <a:ext cx="5674716" cy="840241"/>
          </a:xfrm>
          <a:custGeom>
            <a:avLst/>
            <a:gdLst>
              <a:gd name="connsiteX0" fmla="*/ 87 w 5674716"/>
              <a:gd name="connsiteY0" fmla="*/ 181357 h 840241"/>
              <a:gd name="connsiteX1" fmla="*/ 5634479 w 5674716"/>
              <a:gd name="connsiteY1" fmla="*/ 476846 h 840241"/>
              <a:gd name="connsiteX2" fmla="*/ 5674772 w 5674716"/>
              <a:gd name="connsiteY2" fmla="*/ 496992 h 840241"/>
              <a:gd name="connsiteX3" fmla="*/ 4909195 w 5674716"/>
              <a:gd name="connsiteY3" fmla="*/ 839489 h 840241"/>
              <a:gd name="connsiteX4" fmla="*/ 2800470 w 5674716"/>
              <a:gd name="connsiteY4" fmla="*/ 611158 h 840241"/>
              <a:gd name="connsiteX5" fmla="*/ 56 w 5674716"/>
              <a:gd name="connsiteY5" fmla="*/ 181365 h 84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74716" h="840241">
                <a:moveTo>
                  <a:pt x="87" y="181357"/>
                </a:moveTo>
                <a:cubicBezTo>
                  <a:pt x="87" y="181357"/>
                  <a:pt x="3913389" y="-383689"/>
                  <a:pt x="5634479" y="476846"/>
                </a:cubicBezTo>
                <a:lnTo>
                  <a:pt x="5674772" y="496992"/>
                </a:lnTo>
                <a:lnTo>
                  <a:pt x="4909195" y="839489"/>
                </a:lnTo>
                <a:cubicBezTo>
                  <a:pt x="4909195" y="839489"/>
                  <a:pt x="4049599" y="664889"/>
                  <a:pt x="2800470" y="611158"/>
                </a:cubicBezTo>
                <a:cubicBezTo>
                  <a:pt x="1333134" y="134356"/>
                  <a:pt x="56" y="181365"/>
                  <a:pt x="56" y="181365"/>
                </a:cubicBezTo>
                <a:close/>
              </a:path>
            </a:pathLst>
          </a:custGeom>
          <a:gradFill flip="none" rotWithShape="1">
            <a:gsLst>
              <a:gs pos="0">
                <a:srgbClr val="2E8F5C"/>
              </a:gs>
              <a:gs pos="100000">
                <a:srgbClr val="61AE6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4" name="任意多边形: 形状 203">
            <a:extLst>
              <a:ext uri="{FF2B5EF4-FFF2-40B4-BE49-F238E27FC236}">
                <a16:creationId xmlns:a16="http://schemas.microsoft.com/office/drawing/2014/main" id="{ADD47A90-7469-1A7C-15E7-6B2E0559C924}"/>
              </a:ext>
            </a:extLst>
          </p:cNvPr>
          <p:cNvSpPr/>
          <p:nvPr/>
        </p:nvSpPr>
        <p:spPr>
          <a:xfrm rot="118952">
            <a:off x="5550995" y="4361396"/>
            <a:ext cx="2471351" cy="632803"/>
          </a:xfrm>
          <a:custGeom>
            <a:avLst/>
            <a:gdLst>
              <a:gd name="connsiteX0" fmla="*/ 84 w 2471351"/>
              <a:gd name="connsiteY0" fmla="*/ 252635 h 632803"/>
              <a:gd name="connsiteX1" fmla="*/ 2471435 w 2471351"/>
              <a:gd name="connsiteY1" fmla="*/ 178764 h 632803"/>
              <a:gd name="connsiteX2" fmla="*/ 1249204 w 2471351"/>
              <a:gd name="connsiteY2" fmla="*/ 632061 h 632803"/>
              <a:gd name="connsiteX3" fmla="*/ 84 w 2471351"/>
              <a:gd name="connsiteY3" fmla="*/ 252633 h 632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1351" h="632803">
                <a:moveTo>
                  <a:pt x="84" y="252635"/>
                </a:moveTo>
                <a:cubicBezTo>
                  <a:pt x="84" y="252635"/>
                  <a:pt x="1141742" y="-264463"/>
                  <a:pt x="2471435" y="178764"/>
                </a:cubicBezTo>
                <a:cubicBezTo>
                  <a:pt x="1853607" y="366799"/>
                  <a:pt x="1249204" y="632061"/>
                  <a:pt x="1249204" y="632061"/>
                </a:cubicBezTo>
                <a:cubicBezTo>
                  <a:pt x="1249204" y="632061"/>
                  <a:pt x="607871" y="350008"/>
                  <a:pt x="84" y="252633"/>
                </a:cubicBezTo>
                <a:close/>
              </a:path>
            </a:pathLst>
          </a:custGeom>
          <a:gradFill flip="none" rotWithShape="1">
            <a:gsLst>
              <a:gs pos="0">
                <a:srgbClr val="2E8F5C"/>
              </a:gs>
              <a:gs pos="100000">
                <a:srgbClr val="61AE6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1" name="任意多边形: 形状 310">
            <a:extLst>
              <a:ext uri="{FF2B5EF4-FFF2-40B4-BE49-F238E27FC236}">
                <a16:creationId xmlns:a16="http://schemas.microsoft.com/office/drawing/2014/main" id="{6589217D-7D79-51AA-CB27-8F5B410FDBD8}"/>
              </a:ext>
            </a:extLst>
          </p:cNvPr>
          <p:cNvSpPr/>
          <p:nvPr/>
        </p:nvSpPr>
        <p:spPr>
          <a:xfrm rot="118952">
            <a:off x="5986624" y="4122620"/>
            <a:ext cx="6262157" cy="3575068"/>
          </a:xfrm>
          <a:custGeom>
            <a:avLst/>
            <a:gdLst>
              <a:gd name="connsiteX0" fmla="*/ 6145343 w 6262157"/>
              <a:gd name="connsiteY0" fmla="*/ 0 h 3575068"/>
              <a:gd name="connsiteX1" fmla="*/ 6262157 w 6262157"/>
              <a:gd name="connsiteY1" fmla="*/ 3374597 h 3575068"/>
              <a:gd name="connsiteX2" fmla="*/ 470808 w 6262157"/>
              <a:gd name="connsiteY2" fmla="*/ 3575068 h 3575068"/>
              <a:gd name="connsiteX3" fmla="*/ 470659 w 6262157"/>
              <a:gd name="connsiteY3" fmla="*/ 3574582 h 3575068"/>
              <a:gd name="connsiteX4" fmla="*/ 66 w 6262157"/>
              <a:gd name="connsiteY4" fmla="*/ 1287993 h 3575068"/>
              <a:gd name="connsiteX5" fmla="*/ 0 w 6262157"/>
              <a:gd name="connsiteY5" fmla="*/ 1288000 h 3575068"/>
              <a:gd name="connsiteX6" fmla="*/ 2793645 w 6262157"/>
              <a:gd name="connsiteY6" fmla="*/ 280693 h 3575068"/>
              <a:gd name="connsiteX7" fmla="*/ 6059187 w 6262157"/>
              <a:gd name="connsiteY7" fmla="*/ 3324 h 3575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62157" h="3575068">
                <a:moveTo>
                  <a:pt x="6145343" y="0"/>
                </a:moveTo>
                <a:lnTo>
                  <a:pt x="6262157" y="3374597"/>
                </a:lnTo>
                <a:lnTo>
                  <a:pt x="470808" y="3575068"/>
                </a:lnTo>
                <a:lnTo>
                  <a:pt x="470659" y="3574582"/>
                </a:lnTo>
                <a:cubicBezTo>
                  <a:pt x="206401" y="2652151"/>
                  <a:pt x="66" y="1287993"/>
                  <a:pt x="66" y="1287993"/>
                </a:cubicBezTo>
                <a:cubicBezTo>
                  <a:pt x="44" y="1287995"/>
                  <a:pt x="22" y="1287998"/>
                  <a:pt x="0" y="1288000"/>
                </a:cubicBezTo>
                <a:cubicBezTo>
                  <a:pt x="0" y="1288000"/>
                  <a:pt x="1713010" y="497348"/>
                  <a:pt x="2793645" y="280693"/>
                </a:cubicBezTo>
                <a:cubicBezTo>
                  <a:pt x="3604121" y="118202"/>
                  <a:pt x="5274602" y="34846"/>
                  <a:pt x="6059187" y="3324"/>
                </a:cubicBezTo>
                <a:close/>
              </a:path>
            </a:pathLst>
          </a:custGeom>
          <a:gradFill flip="none" rotWithShape="1">
            <a:gsLst>
              <a:gs pos="0">
                <a:srgbClr val="2E8F5C"/>
              </a:gs>
              <a:gs pos="100000">
                <a:srgbClr val="61AE6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8" name="任意多边形: 形状 207">
            <a:extLst>
              <a:ext uri="{FF2B5EF4-FFF2-40B4-BE49-F238E27FC236}">
                <a16:creationId xmlns:a16="http://schemas.microsoft.com/office/drawing/2014/main" id="{E5E9187F-26EF-773C-59AC-6879B3BB53EE}"/>
              </a:ext>
            </a:extLst>
          </p:cNvPr>
          <p:cNvSpPr/>
          <p:nvPr/>
        </p:nvSpPr>
        <p:spPr>
          <a:xfrm rot="118952">
            <a:off x="1112351" y="4391670"/>
            <a:ext cx="5674716" cy="840241"/>
          </a:xfrm>
          <a:custGeom>
            <a:avLst/>
            <a:gdLst>
              <a:gd name="connsiteX0" fmla="*/ 87 w 5674716"/>
              <a:gd name="connsiteY0" fmla="*/ 181357 h 840241"/>
              <a:gd name="connsiteX1" fmla="*/ 5634479 w 5674716"/>
              <a:gd name="connsiteY1" fmla="*/ 476846 h 840241"/>
              <a:gd name="connsiteX2" fmla="*/ 5674772 w 5674716"/>
              <a:gd name="connsiteY2" fmla="*/ 496992 h 840241"/>
              <a:gd name="connsiteX3" fmla="*/ 4909195 w 5674716"/>
              <a:gd name="connsiteY3" fmla="*/ 839489 h 840241"/>
              <a:gd name="connsiteX4" fmla="*/ 2800470 w 5674716"/>
              <a:gd name="connsiteY4" fmla="*/ 611158 h 840241"/>
              <a:gd name="connsiteX5" fmla="*/ 56 w 5674716"/>
              <a:gd name="connsiteY5" fmla="*/ 181365 h 84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74716" h="840241">
                <a:moveTo>
                  <a:pt x="87" y="181357"/>
                </a:moveTo>
                <a:cubicBezTo>
                  <a:pt x="87" y="181357"/>
                  <a:pt x="3913389" y="-383689"/>
                  <a:pt x="5634479" y="476846"/>
                </a:cubicBezTo>
                <a:lnTo>
                  <a:pt x="5674772" y="496992"/>
                </a:lnTo>
                <a:lnTo>
                  <a:pt x="4909195" y="839489"/>
                </a:lnTo>
                <a:cubicBezTo>
                  <a:pt x="4909195" y="839489"/>
                  <a:pt x="4049599" y="664889"/>
                  <a:pt x="2800470" y="611158"/>
                </a:cubicBezTo>
                <a:cubicBezTo>
                  <a:pt x="1333134" y="134356"/>
                  <a:pt x="56" y="181365"/>
                  <a:pt x="56" y="181365"/>
                </a:cubicBezTo>
                <a:close/>
              </a:path>
            </a:pathLst>
          </a:custGeom>
          <a:gradFill flip="none" rotWithShape="1">
            <a:gsLst>
              <a:gs pos="0">
                <a:srgbClr val="2E8F5C"/>
              </a:gs>
              <a:gs pos="100000">
                <a:srgbClr val="61AE6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9" name="任意多边形: 形状 208">
            <a:extLst>
              <a:ext uri="{FF2B5EF4-FFF2-40B4-BE49-F238E27FC236}">
                <a16:creationId xmlns:a16="http://schemas.microsoft.com/office/drawing/2014/main" id="{2930716F-0E7A-4411-8256-5170305599BE}"/>
              </a:ext>
            </a:extLst>
          </p:cNvPr>
          <p:cNvSpPr/>
          <p:nvPr/>
        </p:nvSpPr>
        <p:spPr>
          <a:xfrm rot="118952">
            <a:off x="5550995" y="4361396"/>
            <a:ext cx="2471351" cy="632803"/>
          </a:xfrm>
          <a:custGeom>
            <a:avLst/>
            <a:gdLst>
              <a:gd name="connsiteX0" fmla="*/ 84 w 2471351"/>
              <a:gd name="connsiteY0" fmla="*/ 252635 h 632803"/>
              <a:gd name="connsiteX1" fmla="*/ 2471435 w 2471351"/>
              <a:gd name="connsiteY1" fmla="*/ 178764 h 632803"/>
              <a:gd name="connsiteX2" fmla="*/ 1249204 w 2471351"/>
              <a:gd name="connsiteY2" fmla="*/ 632061 h 632803"/>
              <a:gd name="connsiteX3" fmla="*/ 84 w 2471351"/>
              <a:gd name="connsiteY3" fmla="*/ 252633 h 632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1351" h="632803">
                <a:moveTo>
                  <a:pt x="84" y="252635"/>
                </a:moveTo>
                <a:cubicBezTo>
                  <a:pt x="84" y="252635"/>
                  <a:pt x="1141742" y="-264463"/>
                  <a:pt x="2471435" y="178764"/>
                </a:cubicBezTo>
                <a:cubicBezTo>
                  <a:pt x="1853607" y="366799"/>
                  <a:pt x="1249204" y="632061"/>
                  <a:pt x="1249204" y="632061"/>
                </a:cubicBezTo>
                <a:cubicBezTo>
                  <a:pt x="1249204" y="632061"/>
                  <a:pt x="607871" y="350008"/>
                  <a:pt x="84" y="252633"/>
                </a:cubicBezTo>
                <a:close/>
              </a:path>
            </a:pathLst>
          </a:custGeom>
          <a:gradFill flip="none" rotWithShape="1">
            <a:gsLst>
              <a:gs pos="0">
                <a:srgbClr val="2E8F5C"/>
              </a:gs>
              <a:gs pos="100000">
                <a:srgbClr val="61AE6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15" name="任意多边形: 形状 214">
            <a:extLst>
              <a:ext uri="{FF2B5EF4-FFF2-40B4-BE49-F238E27FC236}">
                <a16:creationId xmlns:a16="http://schemas.microsoft.com/office/drawing/2014/main" id="{FB1BB47D-FB46-935E-C119-94CFE945AD9F}"/>
              </a:ext>
            </a:extLst>
          </p:cNvPr>
          <p:cNvSpPr/>
          <p:nvPr/>
        </p:nvSpPr>
        <p:spPr>
          <a:xfrm>
            <a:off x="6221821" y="4023084"/>
            <a:ext cx="184710" cy="375058"/>
          </a:xfrm>
          <a:custGeom>
            <a:avLst/>
            <a:gdLst>
              <a:gd name="connsiteX0" fmla="*/ 86807 w 184710"/>
              <a:gd name="connsiteY0" fmla="*/ 369195 h 375058"/>
              <a:gd name="connsiteX1" fmla="*/ 94996 w 184710"/>
              <a:gd name="connsiteY1" fmla="*/ 328262 h 375058"/>
              <a:gd name="connsiteX2" fmla="*/ 101977 w 184710"/>
              <a:gd name="connsiteY2" fmla="*/ 338913 h 375058"/>
              <a:gd name="connsiteX3" fmla="*/ 94173 w 184710"/>
              <a:gd name="connsiteY3" fmla="*/ 296643 h 375058"/>
              <a:gd name="connsiteX4" fmla="*/ 67891 w 184710"/>
              <a:gd name="connsiteY4" fmla="*/ 281419 h 375058"/>
              <a:gd name="connsiteX5" fmla="*/ 29944 w 184710"/>
              <a:gd name="connsiteY5" fmla="*/ 289837 h 375058"/>
              <a:gd name="connsiteX6" fmla="*/ 8295 w 184710"/>
              <a:gd name="connsiteY6" fmla="*/ 269547 h 375058"/>
              <a:gd name="connsiteX7" fmla="*/ 67 w 184710"/>
              <a:gd name="connsiteY7" fmla="*/ 238482 h 375058"/>
              <a:gd name="connsiteX8" fmla="*/ 10925 w 184710"/>
              <a:gd name="connsiteY8" fmla="*/ 178586 h 375058"/>
              <a:gd name="connsiteX9" fmla="*/ 20965 w 184710"/>
              <a:gd name="connsiteY9" fmla="*/ 125518 h 375058"/>
              <a:gd name="connsiteX10" fmla="*/ 24834 w 184710"/>
              <a:gd name="connsiteY10" fmla="*/ 81997 h 375058"/>
              <a:gd name="connsiteX11" fmla="*/ 30620 w 184710"/>
              <a:gd name="connsiteY11" fmla="*/ 53793 h 375058"/>
              <a:gd name="connsiteX12" fmla="*/ 45042 w 184710"/>
              <a:gd name="connsiteY12" fmla="*/ 17908 h 375058"/>
              <a:gd name="connsiteX13" fmla="*/ 54616 w 184710"/>
              <a:gd name="connsiteY13" fmla="*/ 6525 h 375058"/>
              <a:gd name="connsiteX14" fmla="*/ 70286 w 184710"/>
              <a:gd name="connsiteY14" fmla="*/ 3931 h 375058"/>
              <a:gd name="connsiteX15" fmla="*/ 98125 w 184710"/>
              <a:gd name="connsiteY15" fmla="*/ 25403 h 375058"/>
              <a:gd name="connsiteX16" fmla="*/ 117435 w 184710"/>
              <a:gd name="connsiteY16" fmla="*/ 45352 h 375058"/>
              <a:gd name="connsiteX17" fmla="*/ 143736 w 184710"/>
              <a:gd name="connsiteY17" fmla="*/ 73864 h 375058"/>
              <a:gd name="connsiteX18" fmla="*/ 160210 w 184710"/>
              <a:gd name="connsiteY18" fmla="*/ 101514 h 375058"/>
              <a:gd name="connsiteX19" fmla="*/ 171256 w 184710"/>
              <a:gd name="connsiteY19" fmla="*/ 146590 h 375058"/>
              <a:gd name="connsiteX20" fmla="*/ 176088 w 184710"/>
              <a:gd name="connsiteY20" fmla="*/ 203569 h 375058"/>
              <a:gd name="connsiteX21" fmla="*/ 175095 w 184710"/>
              <a:gd name="connsiteY21" fmla="*/ 262756 h 375058"/>
              <a:gd name="connsiteX22" fmla="*/ 126679 w 184710"/>
              <a:gd name="connsiteY22" fmla="*/ 275804 h 375058"/>
              <a:gd name="connsiteX23" fmla="*/ 137290 w 184710"/>
              <a:gd name="connsiteY23" fmla="*/ 280806 h 375058"/>
              <a:gd name="connsiteX24" fmla="*/ 171569 w 184710"/>
              <a:gd name="connsiteY24" fmla="*/ 282353 h 375058"/>
              <a:gd name="connsiteX25" fmla="*/ 127894 w 184710"/>
              <a:gd name="connsiteY25" fmla="*/ 286404 h 375058"/>
              <a:gd name="connsiteX26" fmla="*/ 111253 w 184710"/>
              <a:gd name="connsiteY26" fmla="*/ 282274 h 375058"/>
              <a:gd name="connsiteX27" fmla="*/ 121206 w 184710"/>
              <a:gd name="connsiteY27" fmla="*/ 319340 h 375058"/>
              <a:gd name="connsiteX28" fmla="*/ 120797 w 184710"/>
              <a:gd name="connsiteY28" fmla="*/ 354455 h 375058"/>
              <a:gd name="connsiteX29" fmla="*/ 126569 w 184710"/>
              <a:gd name="connsiteY29" fmla="*/ 372061 h 375058"/>
              <a:gd name="connsiteX30" fmla="*/ 100887 w 184710"/>
              <a:gd name="connsiteY30" fmla="*/ 368293 h 375058"/>
              <a:gd name="connsiteX31" fmla="*/ 86810 w 184710"/>
              <a:gd name="connsiteY31" fmla="*/ 369195 h 375058"/>
              <a:gd name="connsiteX32" fmla="*/ 86810 w 184710"/>
              <a:gd name="connsiteY32" fmla="*/ 369195 h 375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84710" h="375058">
                <a:moveTo>
                  <a:pt x="86807" y="369195"/>
                </a:moveTo>
                <a:cubicBezTo>
                  <a:pt x="96275" y="356702"/>
                  <a:pt x="92476" y="343339"/>
                  <a:pt x="94996" y="328262"/>
                </a:cubicBezTo>
                <a:cubicBezTo>
                  <a:pt x="93929" y="311519"/>
                  <a:pt x="100283" y="355716"/>
                  <a:pt x="101977" y="338913"/>
                </a:cubicBezTo>
                <a:cubicBezTo>
                  <a:pt x="101496" y="324350"/>
                  <a:pt x="95027" y="311109"/>
                  <a:pt x="94173" y="296643"/>
                </a:cubicBezTo>
                <a:cubicBezTo>
                  <a:pt x="96312" y="278225"/>
                  <a:pt x="80403" y="283648"/>
                  <a:pt x="67891" y="281419"/>
                </a:cubicBezTo>
                <a:cubicBezTo>
                  <a:pt x="61821" y="281074"/>
                  <a:pt x="39142" y="278869"/>
                  <a:pt x="29944" y="289837"/>
                </a:cubicBezTo>
                <a:cubicBezTo>
                  <a:pt x="15683" y="295008"/>
                  <a:pt x="19998" y="270584"/>
                  <a:pt x="8295" y="269547"/>
                </a:cubicBezTo>
                <a:cubicBezTo>
                  <a:pt x="4110" y="259439"/>
                  <a:pt x="9432" y="246884"/>
                  <a:pt x="67" y="238482"/>
                </a:cubicBezTo>
                <a:cubicBezTo>
                  <a:pt x="6084" y="226771"/>
                  <a:pt x="16131" y="189200"/>
                  <a:pt x="10925" y="178586"/>
                </a:cubicBezTo>
                <a:cubicBezTo>
                  <a:pt x="15873" y="130061"/>
                  <a:pt x="20929" y="169412"/>
                  <a:pt x="20965" y="125518"/>
                </a:cubicBezTo>
                <a:cubicBezTo>
                  <a:pt x="30126" y="117439"/>
                  <a:pt x="39605" y="92064"/>
                  <a:pt x="24834" y="81997"/>
                </a:cubicBezTo>
                <a:cubicBezTo>
                  <a:pt x="19307" y="72544"/>
                  <a:pt x="30755" y="66107"/>
                  <a:pt x="30620" y="53793"/>
                </a:cubicBezTo>
                <a:cubicBezTo>
                  <a:pt x="34777" y="42419"/>
                  <a:pt x="36185" y="23757"/>
                  <a:pt x="45042" y="17908"/>
                </a:cubicBezTo>
                <a:cubicBezTo>
                  <a:pt x="56582" y="12258"/>
                  <a:pt x="43389" y="11701"/>
                  <a:pt x="54616" y="6525"/>
                </a:cubicBezTo>
                <a:cubicBezTo>
                  <a:pt x="59828" y="3287"/>
                  <a:pt x="66477" y="-6062"/>
                  <a:pt x="70286" y="3931"/>
                </a:cubicBezTo>
                <a:cubicBezTo>
                  <a:pt x="80119" y="11309"/>
                  <a:pt x="90976" y="16368"/>
                  <a:pt x="98125" y="25403"/>
                </a:cubicBezTo>
                <a:cubicBezTo>
                  <a:pt x="107102" y="31340"/>
                  <a:pt x="106636" y="51765"/>
                  <a:pt x="117435" y="45352"/>
                </a:cubicBezTo>
                <a:cubicBezTo>
                  <a:pt x="134271" y="38695"/>
                  <a:pt x="145257" y="59066"/>
                  <a:pt x="143736" y="73864"/>
                </a:cubicBezTo>
                <a:cubicBezTo>
                  <a:pt x="145071" y="87958"/>
                  <a:pt x="151712" y="88623"/>
                  <a:pt x="160210" y="101514"/>
                </a:cubicBezTo>
                <a:cubicBezTo>
                  <a:pt x="164054" y="115118"/>
                  <a:pt x="170253" y="132272"/>
                  <a:pt x="171256" y="146590"/>
                </a:cubicBezTo>
                <a:cubicBezTo>
                  <a:pt x="176272" y="158663"/>
                  <a:pt x="161552" y="187929"/>
                  <a:pt x="176088" y="203569"/>
                </a:cubicBezTo>
                <a:cubicBezTo>
                  <a:pt x="181789" y="256004"/>
                  <a:pt x="192895" y="271742"/>
                  <a:pt x="175095" y="262756"/>
                </a:cubicBezTo>
                <a:cubicBezTo>
                  <a:pt x="161165" y="254919"/>
                  <a:pt x="137580" y="273935"/>
                  <a:pt x="126679" y="275804"/>
                </a:cubicBezTo>
                <a:cubicBezTo>
                  <a:pt x="116406" y="278260"/>
                  <a:pt x="134885" y="279463"/>
                  <a:pt x="137290" y="280806"/>
                </a:cubicBezTo>
                <a:cubicBezTo>
                  <a:pt x="144246" y="284482"/>
                  <a:pt x="182070" y="282621"/>
                  <a:pt x="171569" y="282353"/>
                </a:cubicBezTo>
                <a:cubicBezTo>
                  <a:pt x="164708" y="295536"/>
                  <a:pt x="141935" y="284930"/>
                  <a:pt x="127894" y="286404"/>
                </a:cubicBezTo>
                <a:cubicBezTo>
                  <a:pt x="116573" y="295045"/>
                  <a:pt x="115223" y="268871"/>
                  <a:pt x="111253" y="282274"/>
                </a:cubicBezTo>
                <a:cubicBezTo>
                  <a:pt x="110544" y="295777"/>
                  <a:pt x="117767" y="306289"/>
                  <a:pt x="121206" y="319340"/>
                </a:cubicBezTo>
                <a:cubicBezTo>
                  <a:pt x="123291" y="330147"/>
                  <a:pt x="112793" y="342882"/>
                  <a:pt x="120797" y="354455"/>
                </a:cubicBezTo>
                <a:cubicBezTo>
                  <a:pt x="122986" y="359860"/>
                  <a:pt x="141206" y="366539"/>
                  <a:pt x="126569" y="372061"/>
                </a:cubicBezTo>
                <a:cubicBezTo>
                  <a:pt x="112168" y="376968"/>
                  <a:pt x="115773" y="368065"/>
                  <a:pt x="100887" y="368293"/>
                </a:cubicBezTo>
                <a:cubicBezTo>
                  <a:pt x="95407" y="366914"/>
                  <a:pt x="86307" y="382258"/>
                  <a:pt x="86810" y="369195"/>
                </a:cubicBezTo>
                <a:lnTo>
                  <a:pt x="86810" y="369195"/>
                </a:ln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16" name="任意多边形: 形状 215">
            <a:extLst>
              <a:ext uri="{FF2B5EF4-FFF2-40B4-BE49-F238E27FC236}">
                <a16:creationId xmlns:a16="http://schemas.microsoft.com/office/drawing/2014/main" id="{53FE545A-A1DE-0FA9-801F-C6DF2780B13D}"/>
              </a:ext>
            </a:extLst>
          </p:cNvPr>
          <p:cNvSpPr/>
          <p:nvPr/>
        </p:nvSpPr>
        <p:spPr>
          <a:xfrm>
            <a:off x="6045228" y="4225560"/>
            <a:ext cx="203170" cy="198324"/>
          </a:xfrm>
          <a:custGeom>
            <a:avLst/>
            <a:gdLst>
              <a:gd name="connsiteX0" fmla="*/ 35418 w 203170"/>
              <a:gd name="connsiteY0" fmla="*/ 29138 h 198324"/>
              <a:gd name="connsiteX1" fmla="*/ 33876 w 203170"/>
              <a:gd name="connsiteY1" fmla="*/ 36375 h 198324"/>
              <a:gd name="connsiteX2" fmla="*/ 32505 w 203170"/>
              <a:gd name="connsiteY2" fmla="*/ 39753 h 198324"/>
              <a:gd name="connsiteX3" fmla="*/ 31455 w 203170"/>
              <a:gd name="connsiteY3" fmla="*/ 46159 h 198324"/>
              <a:gd name="connsiteX4" fmla="*/ 30394 w 203170"/>
              <a:gd name="connsiteY4" fmla="*/ 47676 h 198324"/>
              <a:gd name="connsiteX5" fmla="*/ 27348 w 203170"/>
              <a:gd name="connsiteY5" fmla="*/ 58740 h 198324"/>
              <a:gd name="connsiteX6" fmla="*/ 28676 w 203170"/>
              <a:gd name="connsiteY6" fmla="*/ 60845 h 198324"/>
              <a:gd name="connsiteX7" fmla="*/ 33644 w 203170"/>
              <a:gd name="connsiteY7" fmla="*/ 70016 h 198324"/>
              <a:gd name="connsiteX8" fmla="*/ 38222 w 203170"/>
              <a:gd name="connsiteY8" fmla="*/ 85426 h 198324"/>
              <a:gd name="connsiteX9" fmla="*/ 35080 w 203170"/>
              <a:gd name="connsiteY9" fmla="*/ 89010 h 198324"/>
              <a:gd name="connsiteX10" fmla="*/ 32981 w 203170"/>
              <a:gd name="connsiteY10" fmla="*/ 88260 h 198324"/>
              <a:gd name="connsiteX11" fmla="*/ 31871 w 203170"/>
              <a:gd name="connsiteY11" fmla="*/ 88260 h 198324"/>
              <a:gd name="connsiteX12" fmla="*/ 29141 w 203170"/>
              <a:gd name="connsiteY12" fmla="*/ 86349 h 198324"/>
              <a:gd name="connsiteX13" fmla="*/ 21619 w 203170"/>
              <a:gd name="connsiteY13" fmla="*/ 87410 h 198324"/>
              <a:gd name="connsiteX14" fmla="*/ 17300 w 203170"/>
              <a:gd name="connsiteY14" fmla="*/ 86737 h 198324"/>
              <a:gd name="connsiteX15" fmla="*/ 17404 w 203170"/>
              <a:gd name="connsiteY15" fmla="*/ 87623 h 198324"/>
              <a:gd name="connsiteX16" fmla="*/ 16427 w 203170"/>
              <a:gd name="connsiteY16" fmla="*/ 91729 h 198324"/>
              <a:gd name="connsiteX17" fmla="*/ 12926 w 203170"/>
              <a:gd name="connsiteY17" fmla="*/ 95697 h 198324"/>
              <a:gd name="connsiteX18" fmla="*/ 9590 w 203170"/>
              <a:gd name="connsiteY18" fmla="*/ 97880 h 198324"/>
              <a:gd name="connsiteX19" fmla="*/ 9772 w 203170"/>
              <a:gd name="connsiteY19" fmla="*/ 98912 h 198324"/>
              <a:gd name="connsiteX20" fmla="*/ 9859 w 203170"/>
              <a:gd name="connsiteY20" fmla="*/ 103575 h 198324"/>
              <a:gd name="connsiteX21" fmla="*/ 6157 w 203170"/>
              <a:gd name="connsiteY21" fmla="*/ 112735 h 198324"/>
              <a:gd name="connsiteX22" fmla="*/ 8031 w 203170"/>
              <a:gd name="connsiteY22" fmla="*/ 117935 h 198324"/>
              <a:gd name="connsiteX23" fmla="*/ 7632 w 203170"/>
              <a:gd name="connsiteY23" fmla="*/ 119280 h 198324"/>
              <a:gd name="connsiteX24" fmla="*/ 7262 w 203170"/>
              <a:gd name="connsiteY24" fmla="*/ 123812 h 198324"/>
              <a:gd name="connsiteX25" fmla="*/ 7451 w 203170"/>
              <a:gd name="connsiteY25" fmla="*/ 127288 h 198324"/>
              <a:gd name="connsiteX26" fmla="*/ 92 w 203170"/>
              <a:gd name="connsiteY26" fmla="*/ 140123 h 198324"/>
              <a:gd name="connsiteX27" fmla="*/ 9876 w 203170"/>
              <a:gd name="connsiteY27" fmla="*/ 151583 h 198324"/>
              <a:gd name="connsiteX28" fmla="*/ 13721 w 203170"/>
              <a:gd name="connsiteY28" fmla="*/ 155902 h 198324"/>
              <a:gd name="connsiteX29" fmla="*/ 14328 w 203170"/>
              <a:gd name="connsiteY29" fmla="*/ 156325 h 198324"/>
              <a:gd name="connsiteX30" fmla="*/ 14414 w 203170"/>
              <a:gd name="connsiteY30" fmla="*/ 156471 h 198324"/>
              <a:gd name="connsiteX31" fmla="*/ 15244 w 203170"/>
              <a:gd name="connsiteY31" fmla="*/ 156962 h 198324"/>
              <a:gd name="connsiteX32" fmla="*/ 20533 w 203170"/>
              <a:gd name="connsiteY32" fmla="*/ 164643 h 198324"/>
              <a:gd name="connsiteX33" fmla="*/ 23275 w 203170"/>
              <a:gd name="connsiteY33" fmla="*/ 166924 h 198324"/>
              <a:gd name="connsiteX34" fmla="*/ 23748 w 203170"/>
              <a:gd name="connsiteY34" fmla="*/ 167797 h 198324"/>
              <a:gd name="connsiteX35" fmla="*/ 27078 w 203170"/>
              <a:gd name="connsiteY35" fmla="*/ 172208 h 198324"/>
              <a:gd name="connsiteX36" fmla="*/ 31051 w 203170"/>
              <a:gd name="connsiteY36" fmla="*/ 173634 h 198324"/>
              <a:gd name="connsiteX37" fmla="*/ 34072 w 203170"/>
              <a:gd name="connsiteY37" fmla="*/ 175387 h 198324"/>
              <a:gd name="connsiteX38" fmla="*/ 40915 w 203170"/>
              <a:gd name="connsiteY38" fmla="*/ 171682 h 198324"/>
              <a:gd name="connsiteX39" fmla="*/ 49741 w 203170"/>
              <a:gd name="connsiteY39" fmla="*/ 171984 h 198324"/>
              <a:gd name="connsiteX40" fmla="*/ 50427 w 203170"/>
              <a:gd name="connsiteY40" fmla="*/ 172562 h 198324"/>
              <a:gd name="connsiteX41" fmla="*/ 51550 w 203170"/>
              <a:gd name="connsiteY41" fmla="*/ 172898 h 198324"/>
              <a:gd name="connsiteX42" fmla="*/ 51361 w 203170"/>
              <a:gd name="connsiteY42" fmla="*/ 173941 h 198324"/>
              <a:gd name="connsiteX43" fmla="*/ 51688 w 203170"/>
              <a:gd name="connsiteY43" fmla="*/ 174893 h 198324"/>
              <a:gd name="connsiteX44" fmla="*/ 55788 w 203170"/>
              <a:gd name="connsiteY44" fmla="*/ 177944 h 198324"/>
              <a:gd name="connsiteX45" fmla="*/ 57784 w 203170"/>
              <a:gd name="connsiteY45" fmla="*/ 177806 h 198324"/>
              <a:gd name="connsiteX46" fmla="*/ 62577 w 203170"/>
              <a:gd name="connsiteY46" fmla="*/ 174834 h 198324"/>
              <a:gd name="connsiteX47" fmla="*/ 63578 w 203170"/>
              <a:gd name="connsiteY47" fmla="*/ 171467 h 198324"/>
              <a:gd name="connsiteX48" fmla="*/ 67339 w 203170"/>
              <a:gd name="connsiteY48" fmla="*/ 168678 h 198324"/>
              <a:gd name="connsiteX49" fmla="*/ 76073 w 203170"/>
              <a:gd name="connsiteY49" fmla="*/ 172985 h 198324"/>
              <a:gd name="connsiteX50" fmla="*/ 83019 w 203170"/>
              <a:gd name="connsiteY50" fmla="*/ 170165 h 198324"/>
              <a:gd name="connsiteX51" fmla="*/ 87866 w 203170"/>
              <a:gd name="connsiteY51" fmla="*/ 171118 h 198324"/>
              <a:gd name="connsiteX52" fmla="*/ 89201 w 203170"/>
              <a:gd name="connsiteY52" fmla="*/ 171118 h 198324"/>
              <a:gd name="connsiteX53" fmla="*/ 93914 w 203170"/>
              <a:gd name="connsiteY53" fmla="*/ 172519 h 198324"/>
              <a:gd name="connsiteX54" fmla="*/ 97438 w 203170"/>
              <a:gd name="connsiteY54" fmla="*/ 173811 h 198324"/>
              <a:gd name="connsiteX55" fmla="*/ 105560 w 203170"/>
              <a:gd name="connsiteY55" fmla="*/ 175250 h 198324"/>
              <a:gd name="connsiteX56" fmla="*/ 106247 w 203170"/>
              <a:gd name="connsiteY56" fmla="*/ 175819 h 198324"/>
              <a:gd name="connsiteX57" fmla="*/ 109457 w 203170"/>
              <a:gd name="connsiteY57" fmla="*/ 176526 h 198324"/>
              <a:gd name="connsiteX58" fmla="*/ 113830 w 203170"/>
              <a:gd name="connsiteY58" fmla="*/ 176612 h 198324"/>
              <a:gd name="connsiteX59" fmla="*/ 118914 w 203170"/>
              <a:gd name="connsiteY59" fmla="*/ 178002 h 198324"/>
              <a:gd name="connsiteX60" fmla="*/ 129135 w 203170"/>
              <a:gd name="connsiteY60" fmla="*/ 180187 h 198324"/>
              <a:gd name="connsiteX61" fmla="*/ 133120 w 203170"/>
              <a:gd name="connsiteY61" fmla="*/ 181983 h 198324"/>
              <a:gd name="connsiteX62" fmla="*/ 134006 w 203170"/>
              <a:gd name="connsiteY62" fmla="*/ 181880 h 198324"/>
              <a:gd name="connsiteX63" fmla="*/ 139246 w 203170"/>
              <a:gd name="connsiteY63" fmla="*/ 188079 h 198324"/>
              <a:gd name="connsiteX64" fmla="*/ 139736 w 203170"/>
              <a:gd name="connsiteY64" fmla="*/ 191767 h 198324"/>
              <a:gd name="connsiteX65" fmla="*/ 146936 w 203170"/>
              <a:gd name="connsiteY65" fmla="*/ 196718 h 198324"/>
              <a:gd name="connsiteX66" fmla="*/ 149369 w 203170"/>
              <a:gd name="connsiteY66" fmla="*/ 196347 h 198324"/>
              <a:gd name="connsiteX67" fmla="*/ 149702 w 203170"/>
              <a:gd name="connsiteY67" fmla="*/ 195225 h 198324"/>
              <a:gd name="connsiteX68" fmla="*/ 152662 w 203170"/>
              <a:gd name="connsiteY68" fmla="*/ 190609 h 198324"/>
              <a:gd name="connsiteX69" fmla="*/ 153766 w 203170"/>
              <a:gd name="connsiteY69" fmla="*/ 188127 h 198324"/>
              <a:gd name="connsiteX70" fmla="*/ 156060 w 203170"/>
              <a:gd name="connsiteY70" fmla="*/ 185756 h 198324"/>
              <a:gd name="connsiteX71" fmla="*/ 157164 w 203170"/>
              <a:gd name="connsiteY71" fmla="*/ 183275 h 198324"/>
              <a:gd name="connsiteX72" fmla="*/ 160798 w 203170"/>
              <a:gd name="connsiteY72" fmla="*/ 178859 h 198324"/>
              <a:gd name="connsiteX73" fmla="*/ 155005 w 203170"/>
              <a:gd name="connsiteY73" fmla="*/ 167122 h 198324"/>
              <a:gd name="connsiteX74" fmla="*/ 156455 w 203170"/>
              <a:gd name="connsiteY74" fmla="*/ 163888 h 198324"/>
              <a:gd name="connsiteX75" fmla="*/ 159167 w 203170"/>
              <a:gd name="connsiteY75" fmla="*/ 162985 h 198324"/>
              <a:gd name="connsiteX76" fmla="*/ 161491 w 203170"/>
              <a:gd name="connsiteY76" fmla="*/ 159278 h 198324"/>
              <a:gd name="connsiteX77" fmla="*/ 161145 w 203170"/>
              <a:gd name="connsiteY77" fmla="*/ 155511 h 198324"/>
              <a:gd name="connsiteX78" fmla="*/ 157675 w 203170"/>
              <a:gd name="connsiteY78" fmla="*/ 149105 h 198324"/>
              <a:gd name="connsiteX79" fmla="*/ 156940 w 203170"/>
              <a:gd name="connsiteY79" fmla="*/ 147054 h 198324"/>
              <a:gd name="connsiteX80" fmla="*/ 155442 w 203170"/>
              <a:gd name="connsiteY80" fmla="*/ 144288 h 198324"/>
              <a:gd name="connsiteX81" fmla="*/ 155765 w 203170"/>
              <a:gd name="connsiteY81" fmla="*/ 138277 h 198324"/>
              <a:gd name="connsiteX82" fmla="*/ 157028 w 203170"/>
              <a:gd name="connsiteY82" fmla="*/ 127049 h 198324"/>
              <a:gd name="connsiteX83" fmla="*/ 162852 w 203170"/>
              <a:gd name="connsiteY83" fmla="*/ 119376 h 198324"/>
              <a:gd name="connsiteX84" fmla="*/ 168518 w 203170"/>
              <a:gd name="connsiteY84" fmla="*/ 115931 h 198324"/>
              <a:gd name="connsiteX85" fmla="*/ 173304 w 203170"/>
              <a:gd name="connsiteY85" fmla="*/ 110514 h 198324"/>
              <a:gd name="connsiteX86" fmla="*/ 176047 w 203170"/>
              <a:gd name="connsiteY86" fmla="*/ 108275 h 198324"/>
              <a:gd name="connsiteX87" fmla="*/ 180384 w 203170"/>
              <a:gd name="connsiteY87" fmla="*/ 102725 h 198324"/>
              <a:gd name="connsiteX88" fmla="*/ 184024 w 203170"/>
              <a:gd name="connsiteY88" fmla="*/ 100755 h 198324"/>
              <a:gd name="connsiteX89" fmla="*/ 188501 w 203170"/>
              <a:gd name="connsiteY89" fmla="*/ 97200 h 198324"/>
              <a:gd name="connsiteX90" fmla="*/ 203188 w 203170"/>
              <a:gd name="connsiteY90" fmla="*/ 86422 h 198324"/>
              <a:gd name="connsiteX91" fmla="*/ 201399 w 203170"/>
              <a:gd name="connsiteY91" fmla="*/ 79293 h 198324"/>
              <a:gd name="connsiteX92" fmla="*/ 197456 w 203170"/>
              <a:gd name="connsiteY92" fmla="*/ 76533 h 198324"/>
              <a:gd name="connsiteX93" fmla="*/ 191118 w 203170"/>
              <a:gd name="connsiteY93" fmla="*/ 66221 h 198324"/>
              <a:gd name="connsiteX94" fmla="*/ 190826 w 203170"/>
              <a:gd name="connsiteY94" fmla="*/ 57339 h 198324"/>
              <a:gd name="connsiteX95" fmla="*/ 190626 w 203170"/>
              <a:gd name="connsiteY95" fmla="*/ 53494 h 198324"/>
              <a:gd name="connsiteX96" fmla="*/ 191203 w 203170"/>
              <a:gd name="connsiteY96" fmla="*/ 50735 h 198324"/>
              <a:gd name="connsiteX97" fmla="*/ 190810 w 203170"/>
              <a:gd name="connsiteY97" fmla="*/ 50010 h 198324"/>
              <a:gd name="connsiteX98" fmla="*/ 189664 w 203170"/>
              <a:gd name="connsiteY98" fmla="*/ 44417 h 198324"/>
              <a:gd name="connsiteX99" fmla="*/ 188402 w 203170"/>
              <a:gd name="connsiteY99" fmla="*/ 42087 h 198324"/>
              <a:gd name="connsiteX100" fmla="*/ 188105 w 203170"/>
              <a:gd name="connsiteY100" fmla="*/ 39800 h 198324"/>
              <a:gd name="connsiteX101" fmla="*/ 184903 w 203170"/>
              <a:gd name="connsiteY101" fmla="*/ 32497 h 198324"/>
              <a:gd name="connsiteX102" fmla="*/ 176356 w 203170"/>
              <a:gd name="connsiteY102" fmla="*/ 36184 h 198324"/>
              <a:gd name="connsiteX103" fmla="*/ 175088 w 203170"/>
              <a:gd name="connsiteY103" fmla="*/ 35934 h 198324"/>
              <a:gd name="connsiteX104" fmla="*/ 171345 w 203170"/>
              <a:gd name="connsiteY104" fmla="*/ 37020 h 198324"/>
              <a:gd name="connsiteX105" fmla="*/ 167699 w 203170"/>
              <a:gd name="connsiteY105" fmla="*/ 36545 h 198324"/>
              <a:gd name="connsiteX106" fmla="*/ 162113 w 203170"/>
              <a:gd name="connsiteY106" fmla="*/ 35617 h 198324"/>
              <a:gd name="connsiteX107" fmla="*/ 161820 w 203170"/>
              <a:gd name="connsiteY107" fmla="*/ 31256 h 198324"/>
              <a:gd name="connsiteX108" fmla="*/ 162071 w 203170"/>
              <a:gd name="connsiteY108" fmla="*/ 27543 h 198324"/>
              <a:gd name="connsiteX109" fmla="*/ 160682 w 203170"/>
              <a:gd name="connsiteY109" fmla="*/ 23588 h 198324"/>
              <a:gd name="connsiteX110" fmla="*/ 161227 w 203170"/>
              <a:gd name="connsiteY110" fmla="*/ 22163 h 198324"/>
              <a:gd name="connsiteX111" fmla="*/ 161544 w 203170"/>
              <a:gd name="connsiteY111" fmla="*/ 13706 h 198324"/>
              <a:gd name="connsiteX112" fmla="*/ 157267 w 203170"/>
              <a:gd name="connsiteY112" fmla="*/ 7549 h 198324"/>
              <a:gd name="connsiteX113" fmla="*/ 154447 w 203170"/>
              <a:gd name="connsiteY113" fmla="*/ 5121 h 198324"/>
              <a:gd name="connsiteX114" fmla="*/ 152979 w 203170"/>
              <a:gd name="connsiteY114" fmla="*/ 5544 h 198324"/>
              <a:gd name="connsiteX115" fmla="*/ 150480 w 203170"/>
              <a:gd name="connsiteY115" fmla="*/ 6139 h 198324"/>
              <a:gd name="connsiteX116" fmla="*/ 144365 w 203170"/>
              <a:gd name="connsiteY116" fmla="*/ 9451 h 198324"/>
              <a:gd name="connsiteX117" fmla="*/ 129927 w 203170"/>
              <a:gd name="connsiteY117" fmla="*/ 16517 h 198324"/>
              <a:gd name="connsiteX118" fmla="*/ 122374 w 203170"/>
              <a:gd name="connsiteY118" fmla="*/ 18912 h 198324"/>
              <a:gd name="connsiteX119" fmla="*/ 120949 w 203170"/>
              <a:gd name="connsiteY119" fmla="*/ 18369 h 198324"/>
              <a:gd name="connsiteX120" fmla="*/ 117977 w 203170"/>
              <a:gd name="connsiteY120" fmla="*/ 18093 h 198324"/>
              <a:gd name="connsiteX121" fmla="*/ 115509 w 203170"/>
              <a:gd name="connsiteY121" fmla="*/ 12840 h 198324"/>
              <a:gd name="connsiteX122" fmla="*/ 109722 w 203170"/>
              <a:gd name="connsiteY122" fmla="*/ 3547 h 198324"/>
              <a:gd name="connsiteX123" fmla="*/ 107138 w 203170"/>
              <a:gd name="connsiteY123" fmla="*/ 1557 h 198324"/>
              <a:gd name="connsiteX124" fmla="*/ 105440 w 203170"/>
              <a:gd name="connsiteY124" fmla="*/ -536 h 198324"/>
              <a:gd name="connsiteX125" fmla="*/ 103201 w 203170"/>
              <a:gd name="connsiteY125" fmla="*/ 1240 h 198324"/>
              <a:gd name="connsiteX126" fmla="*/ 98779 w 203170"/>
              <a:gd name="connsiteY126" fmla="*/ 4199 h 198324"/>
              <a:gd name="connsiteX127" fmla="*/ 98300 w 203170"/>
              <a:gd name="connsiteY127" fmla="*/ 5401 h 198324"/>
              <a:gd name="connsiteX128" fmla="*/ 95091 w 203170"/>
              <a:gd name="connsiteY128" fmla="*/ 9210 h 198324"/>
              <a:gd name="connsiteX129" fmla="*/ 89746 w 203170"/>
              <a:gd name="connsiteY129" fmla="*/ 11163 h 198324"/>
              <a:gd name="connsiteX130" fmla="*/ 87320 w 203170"/>
              <a:gd name="connsiteY130" fmla="*/ 9464 h 198324"/>
              <a:gd name="connsiteX131" fmla="*/ 86751 w 203170"/>
              <a:gd name="connsiteY131" fmla="*/ 10154 h 198324"/>
              <a:gd name="connsiteX132" fmla="*/ 83166 w 203170"/>
              <a:gd name="connsiteY132" fmla="*/ 11531 h 198324"/>
              <a:gd name="connsiteX133" fmla="*/ 81455 w 203170"/>
              <a:gd name="connsiteY133" fmla="*/ 13588 h 198324"/>
              <a:gd name="connsiteX134" fmla="*/ 79508 w 203170"/>
              <a:gd name="connsiteY134" fmla="*/ 15207 h 198324"/>
              <a:gd name="connsiteX135" fmla="*/ 78318 w 203170"/>
              <a:gd name="connsiteY135" fmla="*/ 19616 h 198324"/>
              <a:gd name="connsiteX136" fmla="*/ 77244 w 203170"/>
              <a:gd name="connsiteY136" fmla="*/ 20763 h 198324"/>
              <a:gd name="connsiteX137" fmla="*/ 73398 w 203170"/>
              <a:gd name="connsiteY137" fmla="*/ 25482 h 198324"/>
              <a:gd name="connsiteX138" fmla="*/ 65694 w 203170"/>
              <a:gd name="connsiteY138" fmla="*/ 30030 h 198324"/>
              <a:gd name="connsiteX139" fmla="*/ 54083 w 203170"/>
              <a:gd name="connsiteY139" fmla="*/ 32929 h 198324"/>
              <a:gd name="connsiteX140" fmla="*/ 52209 w 203170"/>
              <a:gd name="connsiteY140" fmla="*/ 32248 h 198324"/>
              <a:gd name="connsiteX141" fmla="*/ 45239 w 203170"/>
              <a:gd name="connsiteY141" fmla="*/ 29810 h 198324"/>
              <a:gd name="connsiteX142" fmla="*/ 37923 w 203170"/>
              <a:gd name="connsiteY142" fmla="*/ 28122 h 198324"/>
              <a:gd name="connsiteX143" fmla="*/ 35437 w 203170"/>
              <a:gd name="connsiteY143" fmla="*/ 29092 h 198324"/>
              <a:gd name="connsiteX144" fmla="*/ 106227 w 203170"/>
              <a:gd name="connsiteY144" fmla="*/ 105648 h 198324"/>
              <a:gd name="connsiteX145" fmla="*/ 107829 w 203170"/>
              <a:gd name="connsiteY145" fmla="*/ 104782 h 198324"/>
              <a:gd name="connsiteX146" fmla="*/ 109375 w 203170"/>
              <a:gd name="connsiteY146" fmla="*/ 104506 h 198324"/>
              <a:gd name="connsiteX147" fmla="*/ 109768 w 203170"/>
              <a:gd name="connsiteY147" fmla="*/ 105230 h 198324"/>
              <a:gd name="connsiteX148" fmla="*/ 110374 w 203170"/>
              <a:gd name="connsiteY148" fmla="*/ 105662 h 198324"/>
              <a:gd name="connsiteX149" fmla="*/ 110737 w 203170"/>
              <a:gd name="connsiteY149" fmla="*/ 107723 h 198324"/>
              <a:gd name="connsiteX150" fmla="*/ 112878 w 203170"/>
              <a:gd name="connsiteY150" fmla="*/ 112025 h 198324"/>
              <a:gd name="connsiteX151" fmla="*/ 112053 w 203170"/>
              <a:gd name="connsiteY151" fmla="*/ 113978 h 198324"/>
              <a:gd name="connsiteX152" fmla="*/ 112841 w 203170"/>
              <a:gd name="connsiteY152" fmla="*/ 115434 h 198324"/>
              <a:gd name="connsiteX153" fmla="*/ 113368 w 203170"/>
              <a:gd name="connsiteY153" fmla="*/ 120232 h 198324"/>
              <a:gd name="connsiteX154" fmla="*/ 112409 w 203170"/>
              <a:gd name="connsiteY154" fmla="*/ 127154 h 198324"/>
              <a:gd name="connsiteX155" fmla="*/ 113392 w 203170"/>
              <a:gd name="connsiteY155" fmla="*/ 130010 h 198324"/>
              <a:gd name="connsiteX156" fmla="*/ 114496 w 203170"/>
              <a:gd name="connsiteY156" fmla="*/ 132049 h 198324"/>
              <a:gd name="connsiteX157" fmla="*/ 113622 w 203170"/>
              <a:gd name="connsiteY157" fmla="*/ 132523 h 198324"/>
              <a:gd name="connsiteX158" fmla="*/ 112573 w 203170"/>
              <a:gd name="connsiteY158" fmla="*/ 134409 h 198324"/>
              <a:gd name="connsiteX159" fmla="*/ 112676 w 203170"/>
              <a:gd name="connsiteY159" fmla="*/ 135296 h 198324"/>
              <a:gd name="connsiteX160" fmla="*/ 111785 w 203170"/>
              <a:gd name="connsiteY160" fmla="*/ 137473 h 198324"/>
              <a:gd name="connsiteX161" fmla="*/ 113883 w 203170"/>
              <a:gd name="connsiteY161" fmla="*/ 142737 h 198324"/>
              <a:gd name="connsiteX162" fmla="*/ 118117 w 203170"/>
              <a:gd name="connsiteY162" fmla="*/ 149861 h 198324"/>
              <a:gd name="connsiteX163" fmla="*/ 121871 w 203170"/>
              <a:gd name="connsiteY163" fmla="*/ 153664 h 198324"/>
              <a:gd name="connsiteX164" fmla="*/ 124267 w 203170"/>
              <a:gd name="connsiteY164" fmla="*/ 156697 h 198324"/>
              <a:gd name="connsiteX165" fmla="*/ 126317 w 203170"/>
              <a:gd name="connsiteY165" fmla="*/ 160482 h 198324"/>
              <a:gd name="connsiteX166" fmla="*/ 127609 w 203170"/>
              <a:gd name="connsiteY166" fmla="*/ 161477 h 198324"/>
              <a:gd name="connsiteX167" fmla="*/ 131236 w 203170"/>
              <a:gd name="connsiteY167" fmla="*/ 168174 h 198324"/>
              <a:gd name="connsiteX168" fmla="*/ 134111 w 203170"/>
              <a:gd name="connsiteY168" fmla="*/ 174526 h 198324"/>
              <a:gd name="connsiteX169" fmla="*/ 135379 w 203170"/>
              <a:gd name="connsiteY169" fmla="*/ 174776 h 198324"/>
              <a:gd name="connsiteX170" fmla="*/ 138114 w 203170"/>
              <a:gd name="connsiteY170" fmla="*/ 183650 h 198324"/>
              <a:gd name="connsiteX171" fmla="*/ 134111 w 203170"/>
              <a:gd name="connsiteY171" fmla="*/ 174520 h 198324"/>
              <a:gd name="connsiteX172" fmla="*/ 128221 w 203170"/>
              <a:gd name="connsiteY172" fmla="*/ 177899 h 198324"/>
              <a:gd name="connsiteX173" fmla="*/ 127390 w 203170"/>
              <a:gd name="connsiteY173" fmla="*/ 177408 h 198324"/>
              <a:gd name="connsiteX174" fmla="*/ 125988 w 203170"/>
              <a:gd name="connsiteY174" fmla="*/ 177597 h 198324"/>
              <a:gd name="connsiteX175" fmla="*/ 125515 w 203170"/>
              <a:gd name="connsiteY175" fmla="*/ 176724 h 198324"/>
              <a:gd name="connsiteX176" fmla="*/ 123125 w 203170"/>
              <a:gd name="connsiteY176" fmla="*/ 176138 h 198324"/>
              <a:gd name="connsiteX177" fmla="*/ 119286 w 203170"/>
              <a:gd name="connsiteY177" fmla="*/ 174263 h 198324"/>
              <a:gd name="connsiteX178" fmla="*/ 116671 w 203170"/>
              <a:gd name="connsiteY178" fmla="*/ 173599 h 198324"/>
              <a:gd name="connsiteX179" fmla="*/ 113996 w 203170"/>
              <a:gd name="connsiteY179" fmla="*/ 171094 h 198324"/>
              <a:gd name="connsiteX180" fmla="*/ 112570 w 203170"/>
              <a:gd name="connsiteY180" fmla="*/ 170551 h 198324"/>
              <a:gd name="connsiteX181" fmla="*/ 111569 w 203170"/>
              <a:gd name="connsiteY181" fmla="*/ 169398 h 198324"/>
              <a:gd name="connsiteX182" fmla="*/ 107863 w 203170"/>
              <a:gd name="connsiteY182" fmla="*/ 167074 h 198324"/>
              <a:gd name="connsiteX183" fmla="*/ 106704 w 203170"/>
              <a:gd name="connsiteY183" fmla="*/ 165631 h 198324"/>
              <a:gd name="connsiteX184" fmla="*/ 104740 w 203170"/>
              <a:gd name="connsiteY184" fmla="*/ 164435 h 198324"/>
              <a:gd name="connsiteX185" fmla="*/ 102792 w 203170"/>
              <a:gd name="connsiteY185" fmla="*/ 161536 h 198324"/>
              <a:gd name="connsiteX186" fmla="*/ 100717 w 203170"/>
              <a:gd name="connsiteY186" fmla="*/ 161530 h 198324"/>
              <a:gd name="connsiteX187" fmla="*/ 99110 w 203170"/>
              <a:gd name="connsiteY187" fmla="*/ 159952 h 198324"/>
              <a:gd name="connsiteX188" fmla="*/ 96247 w 203170"/>
              <a:gd name="connsiteY188" fmla="*/ 158491 h 198324"/>
              <a:gd name="connsiteX189" fmla="*/ 89975 w 203170"/>
              <a:gd name="connsiteY189" fmla="*/ 156991 h 198324"/>
              <a:gd name="connsiteX190" fmla="*/ 88616 w 203170"/>
              <a:gd name="connsiteY190" fmla="*/ 156224 h 198324"/>
              <a:gd name="connsiteX191" fmla="*/ 86080 w 203170"/>
              <a:gd name="connsiteY191" fmla="*/ 155706 h 198324"/>
              <a:gd name="connsiteX192" fmla="*/ 82138 w 203170"/>
              <a:gd name="connsiteY192" fmla="*/ 152947 h 198324"/>
              <a:gd name="connsiteX193" fmla="*/ 77831 w 203170"/>
              <a:gd name="connsiteY193" fmla="*/ 152636 h 198324"/>
              <a:gd name="connsiteX194" fmla="*/ 76987 w 203170"/>
              <a:gd name="connsiteY194" fmla="*/ 151773 h 198324"/>
              <a:gd name="connsiteX195" fmla="*/ 75932 w 203170"/>
              <a:gd name="connsiteY195" fmla="*/ 151213 h 198324"/>
              <a:gd name="connsiteX196" fmla="*/ 81198 w 203170"/>
              <a:gd name="connsiteY196" fmla="*/ 144595 h 198324"/>
              <a:gd name="connsiteX197" fmla="*/ 83042 w 203170"/>
              <a:gd name="connsiteY197" fmla="*/ 142090 h 198324"/>
              <a:gd name="connsiteX198" fmla="*/ 86967 w 203170"/>
              <a:gd name="connsiteY198" fmla="*/ 137516 h 198324"/>
              <a:gd name="connsiteX199" fmla="*/ 88229 w 203170"/>
              <a:gd name="connsiteY199" fmla="*/ 135327 h 198324"/>
              <a:gd name="connsiteX200" fmla="*/ 89885 w 203170"/>
              <a:gd name="connsiteY200" fmla="*/ 133865 h 198324"/>
              <a:gd name="connsiteX201" fmla="*/ 91281 w 203170"/>
              <a:gd name="connsiteY201" fmla="*/ 131226 h 198324"/>
              <a:gd name="connsiteX202" fmla="*/ 92791 w 203170"/>
              <a:gd name="connsiteY202" fmla="*/ 129843 h 198324"/>
              <a:gd name="connsiteX203" fmla="*/ 93817 w 203170"/>
              <a:gd name="connsiteY203" fmla="*/ 127216 h 198324"/>
              <a:gd name="connsiteX204" fmla="*/ 95953 w 203170"/>
              <a:gd name="connsiteY204" fmla="*/ 124554 h 198324"/>
              <a:gd name="connsiteX205" fmla="*/ 96893 w 203170"/>
              <a:gd name="connsiteY205" fmla="*/ 119337 h 198324"/>
              <a:gd name="connsiteX206" fmla="*/ 98367 w 203170"/>
              <a:gd name="connsiteY206" fmla="*/ 116845 h 198324"/>
              <a:gd name="connsiteX207" fmla="*/ 102487 w 203170"/>
              <a:gd name="connsiteY207" fmla="*/ 109153 h 198324"/>
              <a:gd name="connsiteX208" fmla="*/ 106224 w 203170"/>
              <a:gd name="connsiteY208" fmla="*/ 105623 h 198324"/>
              <a:gd name="connsiteX209" fmla="*/ 122606 w 203170"/>
              <a:gd name="connsiteY209" fmla="*/ 103557 h 198324"/>
              <a:gd name="connsiteX210" fmla="*/ 123335 w 203170"/>
              <a:gd name="connsiteY210" fmla="*/ 103161 h 198324"/>
              <a:gd name="connsiteX211" fmla="*/ 124803 w 203170"/>
              <a:gd name="connsiteY211" fmla="*/ 102739 h 198324"/>
              <a:gd name="connsiteX212" fmla="*/ 127351 w 203170"/>
              <a:gd name="connsiteY212" fmla="*/ 103618 h 198324"/>
              <a:gd name="connsiteX213" fmla="*/ 131724 w 203170"/>
              <a:gd name="connsiteY213" fmla="*/ 103704 h 198324"/>
              <a:gd name="connsiteX214" fmla="*/ 142304 w 203170"/>
              <a:gd name="connsiteY214" fmla="*/ 100987 h 198324"/>
              <a:gd name="connsiteX215" fmla="*/ 148807 w 203170"/>
              <a:gd name="connsiteY215" fmla="*/ 95959 h 198324"/>
              <a:gd name="connsiteX216" fmla="*/ 150931 w 203170"/>
              <a:gd name="connsiteY216" fmla="*/ 97445 h 198324"/>
              <a:gd name="connsiteX217" fmla="*/ 152926 w 203170"/>
              <a:gd name="connsiteY217" fmla="*/ 97307 h 198324"/>
              <a:gd name="connsiteX218" fmla="*/ 154188 w 203170"/>
              <a:gd name="connsiteY218" fmla="*/ 99637 h 198324"/>
              <a:gd name="connsiteX219" fmla="*/ 161291 w 203170"/>
              <a:gd name="connsiteY219" fmla="*/ 106147 h 198324"/>
              <a:gd name="connsiteX220" fmla="*/ 166525 w 203170"/>
              <a:gd name="connsiteY220" fmla="*/ 105379 h 198324"/>
              <a:gd name="connsiteX221" fmla="*/ 158530 w 203170"/>
              <a:gd name="connsiteY221" fmla="*/ 110085 h 198324"/>
              <a:gd name="connsiteX222" fmla="*/ 156449 w 203170"/>
              <a:gd name="connsiteY222" fmla="*/ 112153 h 198324"/>
              <a:gd name="connsiteX223" fmla="*/ 153288 w 203170"/>
              <a:gd name="connsiteY223" fmla="*/ 117443 h 198324"/>
              <a:gd name="connsiteX224" fmla="*/ 147628 w 203170"/>
              <a:gd name="connsiteY224" fmla="*/ 123333 h 198324"/>
              <a:gd name="connsiteX225" fmla="*/ 145335 w 203170"/>
              <a:gd name="connsiteY225" fmla="*/ 125704 h 198324"/>
              <a:gd name="connsiteX226" fmla="*/ 143696 w 203170"/>
              <a:gd name="connsiteY226" fmla="*/ 129981 h 198324"/>
              <a:gd name="connsiteX227" fmla="*/ 144340 w 203170"/>
              <a:gd name="connsiteY227" fmla="*/ 131515 h 198324"/>
              <a:gd name="connsiteX228" fmla="*/ 144199 w 203170"/>
              <a:gd name="connsiteY228" fmla="*/ 134039 h 198324"/>
              <a:gd name="connsiteX229" fmla="*/ 144484 w 203170"/>
              <a:gd name="connsiteY229" fmla="*/ 135956 h 198324"/>
              <a:gd name="connsiteX230" fmla="*/ 142403 w 203170"/>
              <a:gd name="connsiteY230" fmla="*/ 142543 h 198324"/>
              <a:gd name="connsiteX231" fmla="*/ 142747 w 203170"/>
              <a:gd name="connsiteY231" fmla="*/ 146310 h 198324"/>
              <a:gd name="connsiteX232" fmla="*/ 145257 w 203170"/>
              <a:gd name="connsiteY232" fmla="*/ 155119 h 198324"/>
              <a:gd name="connsiteX233" fmla="*/ 138554 w 203170"/>
              <a:gd name="connsiteY233" fmla="*/ 156300 h 198324"/>
              <a:gd name="connsiteX234" fmla="*/ 137371 w 203170"/>
              <a:gd name="connsiteY234" fmla="*/ 154117 h 198324"/>
              <a:gd name="connsiteX235" fmla="*/ 134666 w 203170"/>
              <a:gd name="connsiteY235" fmla="*/ 152947 h 198324"/>
              <a:gd name="connsiteX236" fmla="*/ 132276 w 203170"/>
              <a:gd name="connsiteY236" fmla="*/ 147839 h 198324"/>
              <a:gd name="connsiteX237" fmla="*/ 131093 w 203170"/>
              <a:gd name="connsiteY237" fmla="*/ 145655 h 198324"/>
              <a:gd name="connsiteX238" fmla="*/ 130984 w 203170"/>
              <a:gd name="connsiteY238" fmla="*/ 142324 h 198324"/>
              <a:gd name="connsiteX239" fmla="*/ 129571 w 203170"/>
              <a:gd name="connsiteY239" fmla="*/ 137630 h 198324"/>
              <a:gd name="connsiteX240" fmla="*/ 129571 w 203170"/>
              <a:gd name="connsiteY240" fmla="*/ 133110 h 198324"/>
              <a:gd name="connsiteX241" fmla="*/ 129172 w 203170"/>
              <a:gd name="connsiteY241" fmla="*/ 129938 h 198324"/>
              <a:gd name="connsiteX242" fmla="*/ 128286 w 203170"/>
              <a:gd name="connsiteY242" fmla="*/ 125521 h 198324"/>
              <a:gd name="connsiteX243" fmla="*/ 129264 w 203170"/>
              <a:gd name="connsiteY243" fmla="*/ 121414 h 198324"/>
              <a:gd name="connsiteX244" fmla="*/ 127213 w 203170"/>
              <a:gd name="connsiteY244" fmla="*/ 117629 h 198324"/>
              <a:gd name="connsiteX245" fmla="*/ 126243 w 203170"/>
              <a:gd name="connsiteY245" fmla="*/ 115143 h 198324"/>
              <a:gd name="connsiteX246" fmla="*/ 122774 w 203170"/>
              <a:gd name="connsiteY246" fmla="*/ 108736 h 198324"/>
              <a:gd name="connsiteX247" fmla="*/ 122532 w 203170"/>
              <a:gd name="connsiteY247" fmla="*/ 105855 h 198324"/>
              <a:gd name="connsiteX248" fmla="*/ 122325 w 203170"/>
              <a:gd name="connsiteY248" fmla="*/ 104083 h 198324"/>
              <a:gd name="connsiteX249" fmla="*/ 122602 w 203170"/>
              <a:gd name="connsiteY249" fmla="*/ 103557 h 19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203170" h="198324">
                <a:moveTo>
                  <a:pt x="35418" y="29138"/>
                </a:moveTo>
                <a:cubicBezTo>
                  <a:pt x="33760" y="31023"/>
                  <a:pt x="34054" y="34091"/>
                  <a:pt x="33876" y="36375"/>
                </a:cubicBezTo>
                <a:cubicBezTo>
                  <a:pt x="33772" y="37719"/>
                  <a:pt x="32838" y="38567"/>
                  <a:pt x="32505" y="39753"/>
                </a:cubicBezTo>
                <a:cubicBezTo>
                  <a:pt x="31947" y="41751"/>
                  <a:pt x="32209" y="44180"/>
                  <a:pt x="31455" y="46159"/>
                </a:cubicBezTo>
                <a:cubicBezTo>
                  <a:pt x="31246" y="46702"/>
                  <a:pt x="30654" y="47153"/>
                  <a:pt x="30394" y="47676"/>
                </a:cubicBezTo>
                <a:cubicBezTo>
                  <a:pt x="29481" y="49510"/>
                  <a:pt x="26757" y="57026"/>
                  <a:pt x="27348" y="58740"/>
                </a:cubicBezTo>
                <a:cubicBezTo>
                  <a:pt x="27619" y="59525"/>
                  <a:pt x="28223" y="60185"/>
                  <a:pt x="28676" y="60845"/>
                </a:cubicBezTo>
                <a:cubicBezTo>
                  <a:pt x="30626" y="63684"/>
                  <a:pt x="31586" y="67258"/>
                  <a:pt x="33644" y="70016"/>
                </a:cubicBezTo>
                <a:cubicBezTo>
                  <a:pt x="36611" y="73996"/>
                  <a:pt x="41244" y="80542"/>
                  <a:pt x="38222" y="85426"/>
                </a:cubicBezTo>
                <a:cubicBezTo>
                  <a:pt x="37929" y="85900"/>
                  <a:pt x="35562" y="88904"/>
                  <a:pt x="35080" y="89010"/>
                </a:cubicBezTo>
                <a:cubicBezTo>
                  <a:pt x="34350" y="89174"/>
                  <a:pt x="33721" y="88355"/>
                  <a:pt x="32981" y="88260"/>
                </a:cubicBezTo>
                <a:cubicBezTo>
                  <a:pt x="32626" y="88174"/>
                  <a:pt x="32204" y="88432"/>
                  <a:pt x="31871" y="88260"/>
                </a:cubicBezTo>
                <a:cubicBezTo>
                  <a:pt x="30935" y="87889"/>
                  <a:pt x="30249" y="86410"/>
                  <a:pt x="29141" y="86349"/>
                </a:cubicBezTo>
                <a:cubicBezTo>
                  <a:pt x="26626" y="86211"/>
                  <a:pt x="24097" y="87755"/>
                  <a:pt x="21619" y="87410"/>
                </a:cubicBezTo>
                <a:cubicBezTo>
                  <a:pt x="20780" y="87297"/>
                  <a:pt x="17975" y="85882"/>
                  <a:pt x="17300" y="86737"/>
                </a:cubicBezTo>
                <a:cubicBezTo>
                  <a:pt x="17122" y="86961"/>
                  <a:pt x="17429" y="87341"/>
                  <a:pt x="17404" y="87623"/>
                </a:cubicBezTo>
                <a:cubicBezTo>
                  <a:pt x="17283" y="88934"/>
                  <a:pt x="17047" y="90555"/>
                  <a:pt x="16427" y="91729"/>
                </a:cubicBezTo>
                <a:cubicBezTo>
                  <a:pt x="15567" y="93360"/>
                  <a:pt x="14449" y="94673"/>
                  <a:pt x="12926" y="95697"/>
                </a:cubicBezTo>
                <a:cubicBezTo>
                  <a:pt x="11905" y="96386"/>
                  <a:pt x="9963" y="96550"/>
                  <a:pt x="9590" y="97880"/>
                </a:cubicBezTo>
                <a:cubicBezTo>
                  <a:pt x="9490" y="98242"/>
                  <a:pt x="9760" y="98544"/>
                  <a:pt x="9772" y="98912"/>
                </a:cubicBezTo>
                <a:cubicBezTo>
                  <a:pt x="9824" y="100333"/>
                  <a:pt x="10053" y="102145"/>
                  <a:pt x="9859" y="103575"/>
                </a:cubicBezTo>
                <a:cubicBezTo>
                  <a:pt x="9389" y="106889"/>
                  <a:pt x="6757" y="109735"/>
                  <a:pt x="6157" y="112735"/>
                </a:cubicBezTo>
                <a:cubicBezTo>
                  <a:pt x="5886" y="114106"/>
                  <a:pt x="7917" y="116591"/>
                  <a:pt x="8031" y="117935"/>
                </a:cubicBezTo>
                <a:cubicBezTo>
                  <a:pt x="8074" y="118409"/>
                  <a:pt x="7668" y="118809"/>
                  <a:pt x="7632" y="119280"/>
                </a:cubicBezTo>
                <a:cubicBezTo>
                  <a:pt x="7521" y="120702"/>
                  <a:pt x="7304" y="122402"/>
                  <a:pt x="7262" y="123812"/>
                </a:cubicBezTo>
                <a:cubicBezTo>
                  <a:pt x="7228" y="124876"/>
                  <a:pt x="7745" y="126236"/>
                  <a:pt x="7451" y="127288"/>
                </a:cubicBezTo>
                <a:cubicBezTo>
                  <a:pt x="6607" y="130298"/>
                  <a:pt x="-406" y="137823"/>
                  <a:pt x="92" y="140123"/>
                </a:cubicBezTo>
                <a:cubicBezTo>
                  <a:pt x="795" y="143371"/>
                  <a:pt x="7449" y="148974"/>
                  <a:pt x="9876" y="151583"/>
                </a:cubicBezTo>
                <a:cubicBezTo>
                  <a:pt x="11179" y="152984"/>
                  <a:pt x="12372" y="154538"/>
                  <a:pt x="13721" y="155902"/>
                </a:cubicBezTo>
                <a:cubicBezTo>
                  <a:pt x="14452" y="156644"/>
                  <a:pt x="14399" y="156463"/>
                  <a:pt x="14328" y="156325"/>
                </a:cubicBezTo>
                <a:cubicBezTo>
                  <a:pt x="14213" y="156325"/>
                  <a:pt x="14353" y="156411"/>
                  <a:pt x="14414" y="156471"/>
                </a:cubicBezTo>
                <a:cubicBezTo>
                  <a:pt x="14549" y="156557"/>
                  <a:pt x="14768" y="156592"/>
                  <a:pt x="15244" y="156962"/>
                </a:cubicBezTo>
                <a:cubicBezTo>
                  <a:pt x="17713" y="158891"/>
                  <a:pt x="18781" y="162148"/>
                  <a:pt x="20533" y="164643"/>
                </a:cubicBezTo>
                <a:cubicBezTo>
                  <a:pt x="21172" y="165553"/>
                  <a:pt x="22590" y="166045"/>
                  <a:pt x="23275" y="166924"/>
                </a:cubicBezTo>
                <a:cubicBezTo>
                  <a:pt x="23498" y="167208"/>
                  <a:pt x="23528" y="167510"/>
                  <a:pt x="23748" y="167797"/>
                </a:cubicBezTo>
                <a:cubicBezTo>
                  <a:pt x="24520" y="168787"/>
                  <a:pt x="26059" y="171668"/>
                  <a:pt x="27078" y="172208"/>
                </a:cubicBezTo>
                <a:cubicBezTo>
                  <a:pt x="28406" y="172915"/>
                  <a:pt x="29735" y="172828"/>
                  <a:pt x="31051" y="173634"/>
                </a:cubicBezTo>
                <a:cubicBezTo>
                  <a:pt x="32064" y="174255"/>
                  <a:pt x="32691" y="175513"/>
                  <a:pt x="34072" y="175387"/>
                </a:cubicBezTo>
                <a:cubicBezTo>
                  <a:pt x="35353" y="175275"/>
                  <a:pt x="39396" y="172325"/>
                  <a:pt x="40915" y="171682"/>
                </a:cubicBezTo>
                <a:cubicBezTo>
                  <a:pt x="42216" y="171130"/>
                  <a:pt x="48224" y="171510"/>
                  <a:pt x="49741" y="171984"/>
                </a:cubicBezTo>
                <a:cubicBezTo>
                  <a:pt x="50016" y="172070"/>
                  <a:pt x="50163" y="172440"/>
                  <a:pt x="50427" y="172562"/>
                </a:cubicBezTo>
                <a:cubicBezTo>
                  <a:pt x="50802" y="172734"/>
                  <a:pt x="51289" y="172562"/>
                  <a:pt x="51550" y="172898"/>
                </a:cubicBezTo>
                <a:cubicBezTo>
                  <a:pt x="51769" y="173156"/>
                  <a:pt x="51350" y="173596"/>
                  <a:pt x="51361" y="173941"/>
                </a:cubicBezTo>
                <a:cubicBezTo>
                  <a:pt x="51372" y="174286"/>
                  <a:pt x="51569" y="174545"/>
                  <a:pt x="51688" y="174893"/>
                </a:cubicBezTo>
                <a:cubicBezTo>
                  <a:pt x="52424" y="177035"/>
                  <a:pt x="53395" y="178040"/>
                  <a:pt x="55788" y="177944"/>
                </a:cubicBezTo>
                <a:cubicBezTo>
                  <a:pt x="56810" y="177944"/>
                  <a:pt x="56826" y="178160"/>
                  <a:pt x="57784" y="177806"/>
                </a:cubicBezTo>
                <a:cubicBezTo>
                  <a:pt x="59214" y="177281"/>
                  <a:pt x="61628" y="176035"/>
                  <a:pt x="62577" y="174834"/>
                </a:cubicBezTo>
                <a:cubicBezTo>
                  <a:pt x="63441" y="173740"/>
                  <a:pt x="62996" y="172660"/>
                  <a:pt x="63578" y="171467"/>
                </a:cubicBezTo>
                <a:cubicBezTo>
                  <a:pt x="64160" y="170274"/>
                  <a:pt x="66036" y="169018"/>
                  <a:pt x="67339" y="168678"/>
                </a:cubicBezTo>
                <a:cubicBezTo>
                  <a:pt x="71138" y="167685"/>
                  <a:pt x="74194" y="173155"/>
                  <a:pt x="76073" y="172985"/>
                </a:cubicBezTo>
                <a:cubicBezTo>
                  <a:pt x="77255" y="172873"/>
                  <a:pt x="80693" y="170376"/>
                  <a:pt x="83019" y="170165"/>
                </a:cubicBezTo>
                <a:cubicBezTo>
                  <a:pt x="84982" y="169993"/>
                  <a:pt x="86063" y="170872"/>
                  <a:pt x="87866" y="171118"/>
                </a:cubicBezTo>
                <a:cubicBezTo>
                  <a:pt x="88314" y="171204"/>
                  <a:pt x="88753" y="171118"/>
                  <a:pt x="89201" y="171118"/>
                </a:cubicBezTo>
                <a:cubicBezTo>
                  <a:pt x="90586" y="171307"/>
                  <a:pt x="92585" y="172052"/>
                  <a:pt x="93914" y="172519"/>
                </a:cubicBezTo>
                <a:cubicBezTo>
                  <a:pt x="95243" y="172986"/>
                  <a:pt x="96012" y="173613"/>
                  <a:pt x="97438" y="173811"/>
                </a:cubicBezTo>
                <a:cubicBezTo>
                  <a:pt x="99014" y="174036"/>
                  <a:pt x="104240" y="174665"/>
                  <a:pt x="105560" y="175250"/>
                </a:cubicBezTo>
                <a:cubicBezTo>
                  <a:pt x="105825" y="175362"/>
                  <a:pt x="105973" y="175733"/>
                  <a:pt x="106247" y="175819"/>
                </a:cubicBezTo>
                <a:cubicBezTo>
                  <a:pt x="106554" y="175922"/>
                  <a:pt x="109115" y="176483"/>
                  <a:pt x="109457" y="176526"/>
                </a:cubicBezTo>
                <a:cubicBezTo>
                  <a:pt x="110849" y="176699"/>
                  <a:pt x="112462" y="176310"/>
                  <a:pt x="113830" y="176612"/>
                </a:cubicBezTo>
                <a:cubicBezTo>
                  <a:pt x="115530" y="176983"/>
                  <a:pt x="117198" y="177629"/>
                  <a:pt x="118914" y="178002"/>
                </a:cubicBezTo>
                <a:cubicBezTo>
                  <a:pt x="122316" y="178744"/>
                  <a:pt x="125765" y="179217"/>
                  <a:pt x="129135" y="180187"/>
                </a:cubicBezTo>
                <a:cubicBezTo>
                  <a:pt x="130258" y="180514"/>
                  <a:pt x="132197" y="181884"/>
                  <a:pt x="133120" y="181983"/>
                </a:cubicBezTo>
                <a:cubicBezTo>
                  <a:pt x="133442" y="181983"/>
                  <a:pt x="133687" y="181802"/>
                  <a:pt x="134006" y="181880"/>
                </a:cubicBezTo>
                <a:cubicBezTo>
                  <a:pt x="134483" y="181983"/>
                  <a:pt x="139175" y="187520"/>
                  <a:pt x="139246" y="188079"/>
                </a:cubicBezTo>
                <a:cubicBezTo>
                  <a:pt x="139410" y="189350"/>
                  <a:pt x="138537" y="190651"/>
                  <a:pt x="139736" y="191767"/>
                </a:cubicBezTo>
                <a:cubicBezTo>
                  <a:pt x="141966" y="199592"/>
                  <a:pt x="144309" y="197963"/>
                  <a:pt x="146936" y="196718"/>
                </a:cubicBezTo>
                <a:cubicBezTo>
                  <a:pt x="148146" y="196140"/>
                  <a:pt x="148478" y="197468"/>
                  <a:pt x="149369" y="196347"/>
                </a:cubicBezTo>
                <a:cubicBezTo>
                  <a:pt x="149623" y="196028"/>
                  <a:pt x="149524" y="195597"/>
                  <a:pt x="149702" y="195225"/>
                </a:cubicBezTo>
                <a:cubicBezTo>
                  <a:pt x="150484" y="193619"/>
                  <a:pt x="151880" y="192214"/>
                  <a:pt x="152662" y="190609"/>
                </a:cubicBezTo>
                <a:cubicBezTo>
                  <a:pt x="153329" y="189237"/>
                  <a:pt x="152792" y="189497"/>
                  <a:pt x="153766" y="188127"/>
                </a:cubicBezTo>
                <a:cubicBezTo>
                  <a:pt x="154414" y="187218"/>
                  <a:pt x="155500" y="186775"/>
                  <a:pt x="156060" y="185756"/>
                </a:cubicBezTo>
                <a:cubicBezTo>
                  <a:pt x="156464" y="185015"/>
                  <a:pt x="156509" y="183914"/>
                  <a:pt x="157164" y="183275"/>
                </a:cubicBezTo>
                <a:cubicBezTo>
                  <a:pt x="158432" y="182032"/>
                  <a:pt x="160399" y="180858"/>
                  <a:pt x="160798" y="178859"/>
                </a:cubicBezTo>
                <a:cubicBezTo>
                  <a:pt x="161329" y="176198"/>
                  <a:pt x="153607" y="170787"/>
                  <a:pt x="155005" y="167122"/>
                </a:cubicBezTo>
                <a:cubicBezTo>
                  <a:pt x="155251" y="166483"/>
                  <a:pt x="156005" y="164330"/>
                  <a:pt x="156455" y="163888"/>
                </a:cubicBezTo>
                <a:cubicBezTo>
                  <a:pt x="156956" y="163397"/>
                  <a:pt x="158594" y="163414"/>
                  <a:pt x="159167" y="162985"/>
                </a:cubicBezTo>
                <a:cubicBezTo>
                  <a:pt x="159740" y="162555"/>
                  <a:pt x="161294" y="160040"/>
                  <a:pt x="161491" y="159278"/>
                </a:cubicBezTo>
                <a:cubicBezTo>
                  <a:pt x="161588" y="158907"/>
                  <a:pt x="161258" y="155872"/>
                  <a:pt x="161145" y="155511"/>
                </a:cubicBezTo>
                <a:cubicBezTo>
                  <a:pt x="160437" y="153259"/>
                  <a:pt x="158526" y="151311"/>
                  <a:pt x="157675" y="149105"/>
                </a:cubicBezTo>
                <a:cubicBezTo>
                  <a:pt x="156632" y="146396"/>
                  <a:pt x="157900" y="148821"/>
                  <a:pt x="156940" y="147054"/>
                </a:cubicBezTo>
                <a:cubicBezTo>
                  <a:pt x="156462" y="146173"/>
                  <a:pt x="155742" y="145243"/>
                  <a:pt x="155442" y="144288"/>
                </a:cubicBezTo>
                <a:cubicBezTo>
                  <a:pt x="154838" y="142365"/>
                  <a:pt x="155826" y="140202"/>
                  <a:pt x="155765" y="138277"/>
                </a:cubicBezTo>
                <a:cubicBezTo>
                  <a:pt x="155650" y="134875"/>
                  <a:pt x="155555" y="130177"/>
                  <a:pt x="157028" y="127049"/>
                </a:cubicBezTo>
                <a:cubicBezTo>
                  <a:pt x="158563" y="123786"/>
                  <a:pt x="160185" y="121796"/>
                  <a:pt x="162852" y="119376"/>
                </a:cubicBezTo>
                <a:cubicBezTo>
                  <a:pt x="164442" y="117932"/>
                  <a:pt x="166895" y="117438"/>
                  <a:pt x="168518" y="115931"/>
                </a:cubicBezTo>
                <a:cubicBezTo>
                  <a:pt x="170290" y="114283"/>
                  <a:pt x="171638" y="112258"/>
                  <a:pt x="173304" y="110514"/>
                </a:cubicBezTo>
                <a:cubicBezTo>
                  <a:pt x="174117" y="109661"/>
                  <a:pt x="175238" y="109122"/>
                  <a:pt x="176047" y="108275"/>
                </a:cubicBezTo>
                <a:cubicBezTo>
                  <a:pt x="177514" y="106740"/>
                  <a:pt x="178741" y="103945"/>
                  <a:pt x="180384" y="102725"/>
                </a:cubicBezTo>
                <a:cubicBezTo>
                  <a:pt x="181457" y="101932"/>
                  <a:pt x="182924" y="101511"/>
                  <a:pt x="184024" y="100755"/>
                </a:cubicBezTo>
                <a:cubicBezTo>
                  <a:pt x="185582" y="99680"/>
                  <a:pt x="186976" y="98332"/>
                  <a:pt x="188501" y="97200"/>
                </a:cubicBezTo>
                <a:cubicBezTo>
                  <a:pt x="192395" y="94310"/>
                  <a:pt x="202300" y="91808"/>
                  <a:pt x="203188" y="86422"/>
                </a:cubicBezTo>
                <a:cubicBezTo>
                  <a:pt x="203439" y="84905"/>
                  <a:pt x="202730" y="80332"/>
                  <a:pt x="201399" y="79293"/>
                </a:cubicBezTo>
                <a:cubicBezTo>
                  <a:pt x="200068" y="78255"/>
                  <a:pt x="198591" y="77754"/>
                  <a:pt x="197456" y="76533"/>
                </a:cubicBezTo>
                <a:cubicBezTo>
                  <a:pt x="194832" y="73713"/>
                  <a:pt x="192373" y="69865"/>
                  <a:pt x="191118" y="66221"/>
                </a:cubicBezTo>
                <a:cubicBezTo>
                  <a:pt x="190175" y="63482"/>
                  <a:pt x="190882" y="60192"/>
                  <a:pt x="190826" y="57339"/>
                </a:cubicBezTo>
                <a:cubicBezTo>
                  <a:pt x="190800" y="56042"/>
                  <a:pt x="190454" y="54788"/>
                  <a:pt x="190626" y="53494"/>
                </a:cubicBezTo>
                <a:cubicBezTo>
                  <a:pt x="190752" y="52554"/>
                  <a:pt x="191234" y="51681"/>
                  <a:pt x="191203" y="50735"/>
                </a:cubicBezTo>
                <a:cubicBezTo>
                  <a:pt x="191196" y="50467"/>
                  <a:pt x="190897" y="50260"/>
                  <a:pt x="190810" y="50010"/>
                </a:cubicBezTo>
                <a:cubicBezTo>
                  <a:pt x="190201" y="48242"/>
                  <a:pt x="190276" y="46191"/>
                  <a:pt x="189664" y="44417"/>
                </a:cubicBezTo>
                <a:cubicBezTo>
                  <a:pt x="189383" y="43606"/>
                  <a:pt x="188609" y="42921"/>
                  <a:pt x="188402" y="42087"/>
                </a:cubicBezTo>
                <a:cubicBezTo>
                  <a:pt x="188342" y="41854"/>
                  <a:pt x="188244" y="40249"/>
                  <a:pt x="188105" y="39800"/>
                </a:cubicBezTo>
                <a:cubicBezTo>
                  <a:pt x="187788" y="38795"/>
                  <a:pt x="185814" y="33051"/>
                  <a:pt x="184903" y="32497"/>
                </a:cubicBezTo>
                <a:cubicBezTo>
                  <a:pt x="182132" y="30807"/>
                  <a:pt x="178927" y="35951"/>
                  <a:pt x="176356" y="36184"/>
                </a:cubicBezTo>
                <a:cubicBezTo>
                  <a:pt x="175947" y="36184"/>
                  <a:pt x="175498" y="35908"/>
                  <a:pt x="175088" y="35934"/>
                </a:cubicBezTo>
                <a:cubicBezTo>
                  <a:pt x="173888" y="36020"/>
                  <a:pt x="172529" y="36799"/>
                  <a:pt x="171345" y="37020"/>
                </a:cubicBezTo>
                <a:cubicBezTo>
                  <a:pt x="169887" y="37296"/>
                  <a:pt x="169090" y="36580"/>
                  <a:pt x="167699" y="36545"/>
                </a:cubicBezTo>
                <a:cubicBezTo>
                  <a:pt x="166389" y="36545"/>
                  <a:pt x="162960" y="37175"/>
                  <a:pt x="162113" y="35617"/>
                </a:cubicBezTo>
                <a:cubicBezTo>
                  <a:pt x="161601" y="34672"/>
                  <a:pt x="161914" y="32350"/>
                  <a:pt x="161820" y="31256"/>
                </a:cubicBezTo>
                <a:cubicBezTo>
                  <a:pt x="161703" y="29888"/>
                  <a:pt x="162408" y="28903"/>
                  <a:pt x="162071" y="27543"/>
                </a:cubicBezTo>
                <a:cubicBezTo>
                  <a:pt x="161813" y="26510"/>
                  <a:pt x="160467" y="24668"/>
                  <a:pt x="160682" y="23588"/>
                </a:cubicBezTo>
                <a:cubicBezTo>
                  <a:pt x="160790" y="23053"/>
                  <a:pt x="161120" y="22700"/>
                  <a:pt x="161227" y="22163"/>
                </a:cubicBezTo>
                <a:cubicBezTo>
                  <a:pt x="161508" y="20745"/>
                  <a:pt x="161911" y="14872"/>
                  <a:pt x="161544" y="13706"/>
                </a:cubicBezTo>
                <a:cubicBezTo>
                  <a:pt x="160572" y="10616"/>
                  <a:pt x="159052" y="9843"/>
                  <a:pt x="157267" y="7549"/>
                </a:cubicBezTo>
                <a:cubicBezTo>
                  <a:pt x="156436" y="6481"/>
                  <a:pt x="156256" y="4958"/>
                  <a:pt x="154447" y="5121"/>
                </a:cubicBezTo>
                <a:cubicBezTo>
                  <a:pt x="153923" y="5208"/>
                  <a:pt x="153490" y="5415"/>
                  <a:pt x="152979" y="5544"/>
                </a:cubicBezTo>
                <a:cubicBezTo>
                  <a:pt x="152132" y="5751"/>
                  <a:pt x="151287" y="5811"/>
                  <a:pt x="150480" y="6139"/>
                </a:cubicBezTo>
                <a:cubicBezTo>
                  <a:pt x="148424" y="6984"/>
                  <a:pt x="146318" y="8393"/>
                  <a:pt x="144365" y="9451"/>
                </a:cubicBezTo>
                <a:cubicBezTo>
                  <a:pt x="139599" y="12032"/>
                  <a:pt x="134985" y="14646"/>
                  <a:pt x="129927" y="16517"/>
                </a:cubicBezTo>
                <a:cubicBezTo>
                  <a:pt x="127709" y="17336"/>
                  <a:pt x="124883" y="19264"/>
                  <a:pt x="122374" y="18912"/>
                </a:cubicBezTo>
                <a:cubicBezTo>
                  <a:pt x="121906" y="18825"/>
                  <a:pt x="121417" y="18438"/>
                  <a:pt x="120949" y="18369"/>
                </a:cubicBezTo>
                <a:cubicBezTo>
                  <a:pt x="120143" y="18248"/>
                  <a:pt x="118798" y="18602"/>
                  <a:pt x="117977" y="18093"/>
                </a:cubicBezTo>
                <a:cubicBezTo>
                  <a:pt x="117192" y="17610"/>
                  <a:pt x="115822" y="13694"/>
                  <a:pt x="115509" y="12840"/>
                </a:cubicBezTo>
                <a:cubicBezTo>
                  <a:pt x="114447" y="9949"/>
                  <a:pt x="111880" y="5729"/>
                  <a:pt x="109722" y="3547"/>
                </a:cubicBezTo>
                <a:cubicBezTo>
                  <a:pt x="108971" y="2788"/>
                  <a:pt x="107918" y="2288"/>
                  <a:pt x="107138" y="1557"/>
                </a:cubicBezTo>
                <a:cubicBezTo>
                  <a:pt x="106469" y="928"/>
                  <a:pt x="106280" y="-169"/>
                  <a:pt x="105440" y="-536"/>
                </a:cubicBezTo>
                <a:cubicBezTo>
                  <a:pt x="104924" y="-770"/>
                  <a:pt x="103499" y="971"/>
                  <a:pt x="103201" y="1240"/>
                </a:cubicBezTo>
                <a:cubicBezTo>
                  <a:pt x="102077" y="2261"/>
                  <a:pt x="99609" y="3255"/>
                  <a:pt x="98779" y="4199"/>
                </a:cubicBezTo>
                <a:cubicBezTo>
                  <a:pt x="98508" y="4510"/>
                  <a:pt x="98538" y="5066"/>
                  <a:pt x="98300" y="5401"/>
                </a:cubicBezTo>
                <a:lnTo>
                  <a:pt x="95091" y="9210"/>
                </a:lnTo>
                <a:cubicBezTo>
                  <a:pt x="94663" y="9658"/>
                  <a:pt x="90286" y="11220"/>
                  <a:pt x="89746" y="11163"/>
                </a:cubicBezTo>
                <a:cubicBezTo>
                  <a:pt x="88837" y="11068"/>
                  <a:pt x="87984" y="9405"/>
                  <a:pt x="87320" y="9464"/>
                </a:cubicBezTo>
                <a:cubicBezTo>
                  <a:pt x="86998" y="9464"/>
                  <a:pt x="87034" y="9999"/>
                  <a:pt x="86751" y="10154"/>
                </a:cubicBezTo>
                <a:cubicBezTo>
                  <a:pt x="85609" y="10775"/>
                  <a:pt x="84186" y="10654"/>
                  <a:pt x="83166" y="11531"/>
                </a:cubicBezTo>
                <a:cubicBezTo>
                  <a:pt x="82479" y="12118"/>
                  <a:pt x="82101" y="12955"/>
                  <a:pt x="81455" y="13588"/>
                </a:cubicBezTo>
                <a:cubicBezTo>
                  <a:pt x="81421" y="13588"/>
                  <a:pt x="79674" y="14866"/>
                  <a:pt x="79508" y="15207"/>
                </a:cubicBezTo>
                <a:cubicBezTo>
                  <a:pt x="78895" y="16465"/>
                  <a:pt x="78989" y="18394"/>
                  <a:pt x="78318" y="19616"/>
                </a:cubicBezTo>
                <a:cubicBezTo>
                  <a:pt x="78054" y="20099"/>
                  <a:pt x="77598" y="20341"/>
                  <a:pt x="77244" y="20763"/>
                </a:cubicBezTo>
                <a:cubicBezTo>
                  <a:pt x="75979" y="22258"/>
                  <a:pt x="74780" y="24127"/>
                  <a:pt x="73398" y="25482"/>
                </a:cubicBezTo>
                <a:cubicBezTo>
                  <a:pt x="71791" y="27057"/>
                  <a:pt x="67874" y="29225"/>
                  <a:pt x="65694" y="30030"/>
                </a:cubicBezTo>
                <a:cubicBezTo>
                  <a:pt x="62123" y="31351"/>
                  <a:pt x="58026" y="33785"/>
                  <a:pt x="54083" y="32929"/>
                </a:cubicBezTo>
                <a:cubicBezTo>
                  <a:pt x="53421" y="32783"/>
                  <a:pt x="52858" y="32446"/>
                  <a:pt x="52209" y="32248"/>
                </a:cubicBezTo>
                <a:cubicBezTo>
                  <a:pt x="49968" y="31576"/>
                  <a:pt x="47238" y="31123"/>
                  <a:pt x="45239" y="29810"/>
                </a:cubicBezTo>
                <a:cubicBezTo>
                  <a:pt x="40991" y="27016"/>
                  <a:pt x="43189" y="26449"/>
                  <a:pt x="37923" y="28122"/>
                </a:cubicBezTo>
                <a:cubicBezTo>
                  <a:pt x="37029" y="28407"/>
                  <a:pt x="36057" y="28390"/>
                  <a:pt x="35437" y="29092"/>
                </a:cubicBezTo>
                <a:close/>
                <a:moveTo>
                  <a:pt x="106227" y="105648"/>
                </a:moveTo>
                <a:cubicBezTo>
                  <a:pt x="106779" y="105269"/>
                  <a:pt x="107322" y="105019"/>
                  <a:pt x="107829" y="104782"/>
                </a:cubicBezTo>
                <a:cubicBezTo>
                  <a:pt x="108503" y="104463"/>
                  <a:pt x="108974" y="104360"/>
                  <a:pt x="109375" y="104506"/>
                </a:cubicBezTo>
                <a:cubicBezTo>
                  <a:pt x="109624" y="104592"/>
                  <a:pt x="109600" y="105023"/>
                  <a:pt x="109768" y="105230"/>
                </a:cubicBezTo>
                <a:cubicBezTo>
                  <a:pt x="109950" y="105455"/>
                  <a:pt x="110236" y="105403"/>
                  <a:pt x="110374" y="105662"/>
                </a:cubicBezTo>
                <a:cubicBezTo>
                  <a:pt x="110688" y="106239"/>
                  <a:pt x="110525" y="107100"/>
                  <a:pt x="110737" y="107723"/>
                </a:cubicBezTo>
                <a:cubicBezTo>
                  <a:pt x="111255" y="109236"/>
                  <a:pt x="112822" y="110364"/>
                  <a:pt x="112878" y="112025"/>
                </a:cubicBezTo>
                <a:cubicBezTo>
                  <a:pt x="113046" y="116998"/>
                  <a:pt x="112873" y="110331"/>
                  <a:pt x="112053" y="113978"/>
                </a:cubicBezTo>
                <a:cubicBezTo>
                  <a:pt x="111935" y="114495"/>
                  <a:pt x="112680" y="114923"/>
                  <a:pt x="112841" y="115434"/>
                </a:cubicBezTo>
                <a:cubicBezTo>
                  <a:pt x="112987" y="115891"/>
                  <a:pt x="113388" y="119657"/>
                  <a:pt x="113368" y="120232"/>
                </a:cubicBezTo>
                <a:cubicBezTo>
                  <a:pt x="113291" y="122408"/>
                  <a:pt x="111737" y="125018"/>
                  <a:pt x="112409" y="127154"/>
                </a:cubicBezTo>
                <a:cubicBezTo>
                  <a:pt x="112701" y="128077"/>
                  <a:pt x="113074" y="129083"/>
                  <a:pt x="113392" y="130010"/>
                </a:cubicBezTo>
                <a:cubicBezTo>
                  <a:pt x="113508" y="130347"/>
                  <a:pt x="114611" y="131746"/>
                  <a:pt x="114496" y="132049"/>
                </a:cubicBezTo>
                <a:cubicBezTo>
                  <a:pt x="114383" y="132342"/>
                  <a:pt x="113843" y="132298"/>
                  <a:pt x="113622" y="132523"/>
                </a:cubicBezTo>
                <a:cubicBezTo>
                  <a:pt x="113109" y="133023"/>
                  <a:pt x="112753" y="133714"/>
                  <a:pt x="112573" y="134409"/>
                </a:cubicBezTo>
                <a:cubicBezTo>
                  <a:pt x="112495" y="134685"/>
                  <a:pt x="112724" y="135013"/>
                  <a:pt x="112676" y="135296"/>
                </a:cubicBezTo>
                <a:cubicBezTo>
                  <a:pt x="112566" y="135959"/>
                  <a:pt x="111893" y="136808"/>
                  <a:pt x="111785" y="137473"/>
                </a:cubicBezTo>
                <a:cubicBezTo>
                  <a:pt x="111488" y="139272"/>
                  <a:pt x="113074" y="141243"/>
                  <a:pt x="113883" y="142737"/>
                </a:cubicBezTo>
                <a:cubicBezTo>
                  <a:pt x="115194" y="145159"/>
                  <a:pt x="116360" y="147723"/>
                  <a:pt x="118117" y="149861"/>
                </a:cubicBezTo>
                <a:cubicBezTo>
                  <a:pt x="119230" y="151214"/>
                  <a:pt x="120748" y="152296"/>
                  <a:pt x="121871" y="153664"/>
                </a:cubicBezTo>
                <a:cubicBezTo>
                  <a:pt x="122664" y="154627"/>
                  <a:pt x="123508" y="155721"/>
                  <a:pt x="124267" y="156697"/>
                </a:cubicBezTo>
                <a:cubicBezTo>
                  <a:pt x="125121" y="157795"/>
                  <a:pt x="125396" y="159442"/>
                  <a:pt x="126317" y="160482"/>
                </a:cubicBezTo>
                <a:cubicBezTo>
                  <a:pt x="126696" y="160913"/>
                  <a:pt x="127218" y="161060"/>
                  <a:pt x="127609" y="161477"/>
                </a:cubicBezTo>
                <a:cubicBezTo>
                  <a:pt x="129256" y="163248"/>
                  <a:pt x="129704" y="166296"/>
                  <a:pt x="131236" y="168174"/>
                </a:cubicBezTo>
                <a:lnTo>
                  <a:pt x="134111" y="174526"/>
                </a:lnTo>
                <a:cubicBezTo>
                  <a:pt x="134523" y="174439"/>
                  <a:pt x="134964" y="174612"/>
                  <a:pt x="135379" y="174776"/>
                </a:cubicBezTo>
                <a:cubicBezTo>
                  <a:pt x="136271" y="175207"/>
                  <a:pt x="137529" y="180949"/>
                  <a:pt x="138114" y="183650"/>
                </a:cubicBezTo>
                <a:lnTo>
                  <a:pt x="134111" y="174520"/>
                </a:lnTo>
                <a:cubicBezTo>
                  <a:pt x="132187" y="174762"/>
                  <a:pt x="130241" y="177188"/>
                  <a:pt x="128221" y="177899"/>
                </a:cubicBezTo>
                <a:cubicBezTo>
                  <a:pt x="127902" y="178012"/>
                  <a:pt x="127726" y="177451"/>
                  <a:pt x="127390" y="177408"/>
                </a:cubicBezTo>
                <a:cubicBezTo>
                  <a:pt x="126942" y="177322"/>
                  <a:pt x="126402" y="177779"/>
                  <a:pt x="125988" y="177597"/>
                </a:cubicBezTo>
                <a:cubicBezTo>
                  <a:pt x="125661" y="177451"/>
                  <a:pt x="125807" y="176934"/>
                  <a:pt x="125515" y="176724"/>
                </a:cubicBezTo>
                <a:cubicBezTo>
                  <a:pt x="124842" y="176250"/>
                  <a:pt x="123908" y="176379"/>
                  <a:pt x="123125" y="176138"/>
                </a:cubicBezTo>
                <a:cubicBezTo>
                  <a:pt x="121753" y="175715"/>
                  <a:pt x="120591" y="174787"/>
                  <a:pt x="119286" y="174263"/>
                </a:cubicBezTo>
                <a:cubicBezTo>
                  <a:pt x="117297" y="173470"/>
                  <a:pt x="118759" y="174755"/>
                  <a:pt x="116671" y="173599"/>
                </a:cubicBezTo>
                <a:cubicBezTo>
                  <a:pt x="115479" y="172944"/>
                  <a:pt x="115051" y="171812"/>
                  <a:pt x="113996" y="171094"/>
                </a:cubicBezTo>
                <a:cubicBezTo>
                  <a:pt x="113606" y="170826"/>
                  <a:pt x="112958" y="170818"/>
                  <a:pt x="112570" y="170551"/>
                </a:cubicBezTo>
                <a:cubicBezTo>
                  <a:pt x="112125" y="170240"/>
                  <a:pt x="112350" y="169437"/>
                  <a:pt x="111569" y="169398"/>
                </a:cubicBezTo>
                <a:cubicBezTo>
                  <a:pt x="110414" y="168691"/>
                  <a:pt x="108863" y="168012"/>
                  <a:pt x="107863" y="167074"/>
                </a:cubicBezTo>
                <a:cubicBezTo>
                  <a:pt x="107401" y="166643"/>
                  <a:pt x="107542" y="165781"/>
                  <a:pt x="106704" y="165631"/>
                </a:cubicBezTo>
                <a:cubicBezTo>
                  <a:pt x="105125" y="164397"/>
                  <a:pt x="106238" y="165346"/>
                  <a:pt x="104740" y="164435"/>
                </a:cubicBezTo>
                <a:cubicBezTo>
                  <a:pt x="103730" y="163823"/>
                  <a:pt x="103669" y="161976"/>
                  <a:pt x="102792" y="161536"/>
                </a:cubicBezTo>
                <a:cubicBezTo>
                  <a:pt x="102150" y="161217"/>
                  <a:pt x="101434" y="163644"/>
                  <a:pt x="100717" y="161530"/>
                </a:cubicBezTo>
                <a:cubicBezTo>
                  <a:pt x="100034" y="161168"/>
                  <a:pt x="99695" y="160409"/>
                  <a:pt x="99110" y="159952"/>
                </a:cubicBezTo>
                <a:cubicBezTo>
                  <a:pt x="98345" y="159357"/>
                  <a:pt x="97102" y="158943"/>
                  <a:pt x="96247" y="158491"/>
                </a:cubicBezTo>
                <a:cubicBezTo>
                  <a:pt x="94387" y="157503"/>
                  <a:pt x="91905" y="157568"/>
                  <a:pt x="89975" y="156991"/>
                </a:cubicBezTo>
                <a:cubicBezTo>
                  <a:pt x="89455" y="156836"/>
                  <a:pt x="89126" y="156414"/>
                  <a:pt x="88616" y="156224"/>
                </a:cubicBezTo>
                <a:cubicBezTo>
                  <a:pt x="87846" y="155930"/>
                  <a:pt x="86822" y="156068"/>
                  <a:pt x="86080" y="155706"/>
                </a:cubicBezTo>
                <a:cubicBezTo>
                  <a:pt x="85123" y="155249"/>
                  <a:pt x="82965" y="153224"/>
                  <a:pt x="82138" y="152947"/>
                </a:cubicBezTo>
                <a:cubicBezTo>
                  <a:pt x="80849" y="152515"/>
                  <a:pt x="79100" y="153197"/>
                  <a:pt x="77831" y="152636"/>
                </a:cubicBezTo>
                <a:cubicBezTo>
                  <a:pt x="77492" y="152481"/>
                  <a:pt x="77281" y="152007"/>
                  <a:pt x="76987" y="151773"/>
                </a:cubicBezTo>
                <a:cubicBezTo>
                  <a:pt x="76659" y="151524"/>
                  <a:pt x="76129" y="151576"/>
                  <a:pt x="75932" y="151213"/>
                </a:cubicBezTo>
                <a:cubicBezTo>
                  <a:pt x="74857" y="149227"/>
                  <a:pt x="80149" y="145622"/>
                  <a:pt x="81198" y="144595"/>
                </a:cubicBezTo>
                <a:cubicBezTo>
                  <a:pt x="81929" y="143879"/>
                  <a:pt x="82281" y="142836"/>
                  <a:pt x="83042" y="142090"/>
                </a:cubicBezTo>
                <a:cubicBezTo>
                  <a:pt x="84399" y="140759"/>
                  <a:pt x="85867" y="139064"/>
                  <a:pt x="86967" y="137516"/>
                </a:cubicBezTo>
                <a:cubicBezTo>
                  <a:pt x="87638" y="136573"/>
                  <a:pt x="87559" y="136175"/>
                  <a:pt x="88229" y="135327"/>
                </a:cubicBezTo>
                <a:cubicBezTo>
                  <a:pt x="88533" y="134947"/>
                  <a:pt x="89583" y="134123"/>
                  <a:pt x="89885" y="133865"/>
                </a:cubicBezTo>
                <a:cubicBezTo>
                  <a:pt x="90498" y="133089"/>
                  <a:pt x="90709" y="132031"/>
                  <a:pt x="91281" y="131226"/>
                </a:cubicBezTo>
                <a:cubicBezTo>
                  <a:pt x="91656" y="130700"/>
                  <a:pt x="92450" y="130398"/>
                  <a:pt x="92791" y="129843"/>
                </a:cubicBezTo>
                <a:cubicBezTo>
                  <a:pt x="93296" y="129033"/>
                  <a:pt x="93338" y="128047"/>
                  <a:pt x="93817" y="127216"/>
                </a:cubicBezTo>
                <a:cubicBezTo>
                  <a:pt x="94452" y="126118"/>
                  <a:pt x="95444" y="125887"/>
                  <a:pt x="95953" y="124554"/>
                </a:cubicBezTo>
                <a:cubicBezTo>
                  <a:pt x="96564" y="122951"/>
                  <a:pt x="96273" y="120962"/>
                  <a:pt x="96893" y="119337"/>
                </a:cubicBezTo>
                <a:cubicBezTo>
                  <a:pt x="97247" y="118414"/>
                  <a:pt x="97962" y="117746"/>
                  <a:pt x="98367" y="116845"/>
                </a:cubicBezTo>
                <a:cubicBezTo>
                  <a:pt x="99582" y="114139"/>
                  <a:pt x="100940" y="111652"/>
                  <a:pt x="102487" y="109153"/>
                </a:cubicBezTo>
                <a:cubicBezTo>
                  <a:pt x="102909" y="108463"/>
                  <a:pt x="104570" y="106780"/>
                  <a:pt x="106224" y="105623"/>
                </a:cubicBezTo>
                <a:close/>
                <a:moveTo>
                  <a:pt x="122606" y="103557"/>
                </a:moveTo>
                <a:cubicBezTo>
                  <a:pt x="122783" y="103402"/>
                  <a:pt x="123069" y="103290"/>
                  <a:pt x="123335" y="103161"/>
                </a:cubicBezTo>
                <a:cubicBezTo>
                  <a:pt x="123861" y="102911"/>
                  <a:pt x="124507" y="102712"/>
                  <a:pt x="124803" y="102739"/>
                </a:cubicBezTo>
                <a:cubicBezTo>
                  <a:pt x="125679" y="102851"/>
                  <a:pt x="126476" y="103506"/>
                  <a:pt x="127351" y="103618"/>
                </a:cubicBezTo>
                <a:cubicBezTo>
                  <a:pt x="128710" y="103790"/>
                  <a:pt x="130356" y="103747"/>
                  <a:pt x="131724" y="103704"/>
                </a:cubicBezTo>
                <a:cubicBezTo>
                  <a:pt x="133826" y="103618"/>
                  <a:pt x="140771" y="102489"/>
                  <a:pt x="142304" y="100987"/>
                </a:cubicBezTo>
                <a:cubicBezTo>
                  <a:pt x="144329" y="99002"/>
                  <a:pt x="145351" y="95877"/>
                  <a:pt x="148807" y="95959"/>
                </a:cubicBezTo>
                <a:cubicBezTo>
                  <a:pt x="150737" y="96045"/>
                  <a:pt x="150112" y="97140"/>
                  <a:pt x="150931" y="97445"/>
                </a:cubicBezTo>
                <a:cubicBezTo>
                  <a:pt x="153533" y="98417"/>
                  <a:pt x="150082" y="95879"/>
                  <a:pt x="152926" y="97307"/>
                </a:cubicBezTo>
                <a:cubicBezTo>
                  <a:pt x="153376" y="97540"/>
                  <a:pt x="153901" y="99253"/>
                  <a:pt x="154188" y="99637"/>
                </a:cubicBezTo>
                <a:cubicBezTo>
                  <a:pt x="154905" y="100599"/>
                  <a:pt x="160240" y="105409"/>
                  <a:pt x="161291" y="106147"/>
                </a:cubicBezTo>
                <a:cubicBezTo>
                  <a:pt x="163100" y="107416"/>
                  <a:pt x="167377" y="103151"/>
                  <a:pt x="166525" y="105379"/>
                </a:cubicBezTo>
                <a:cubicBezTo>
                  <a:pt x="166025" y="106692"/>
                  <a:pt x="159890" y="109076"/>
                  <a:pt x="158530" y="110085"/>
                </a:cubicBezTo>
                <a:cubicBezTo>
                  <a:pt x="157849" y="110585"/>
                  <a:pt x="156974" y="111489"/>
                  <a:pt x="156449" y="112153"/>
                </a:cubicBezTo>
                <a:cubicBezTo>
                  <a:pt x="155170" y="113773"/>
                  <a:pt x="154562" y="115831"/>
                  <a:pt x="153288" y="117443"/>
                </a:cubicBezTo>
                <a:cubicBezTo>
                  <a:pt x="151658" y="119505"/>
                  <a:pt x="149370" y="121352"/>
                  <a:pt x="147628" y="123333"/>
                </a:cubicBezTo>
                <a:cubicBezTo>
                  <a:pt x="146830" y="124239"/>
                  <a:pt x="145887" y="124569"/>
                  <a:pt x="145335" y="125704"/>
                </a:cubicBezTo>
                <a:cubicBezTo>
                  <a:pt x="144783" y="126838"/>
                  <a:pt x="143532" y="128681"/>
                  <a:pt x="143696" y="129981"/>
                </a:cubicBezTo>
                <a:cubicBezTo>
                  <a:pt x="143774" y="130524"/>
                  <a:pt x="144681" y="130843"/>
                  <a:pt x="144340" y="131515"/>
                </a:cubicBezTo>
                <a:cubicBezTo>
                  <a:pt x="144365" y="132343"/>
                  <a:pt x="144130" y="133217"/>
                  <a:pt x="144199" y="134039"/>
                </a:cubicBezTo>
                <a:cubicBezTo>
                  <a:pt x="144234" y="134470"/>
                  <a:pt x="144531" y="135456"/>
                  <a:pt x="144484" y="135956"/>
                </a:cubicBezTo>
                <a:cubicBezTo>
                  <a:pt x="144270" y="138296"/>
                  <a:pt x="142852" y="140292"/>
                  <a:pt x="142403" y="142543"/>
                </a:cubicBezTo>
                <a:cubicBezTo>
                  <a:pt x="142132" y="143895"/>
                  <a:pt x="142787" y="144970"/>
                  <a:pt x="142747" y="146310"/>
                </a:cubicBezTo>
                <a:cubicBezTo>
                  <a:pt x="142653" y="149397"/>
                  <a:pt x="143760" y="152398"/>
                  <a:pt x="145257" y="155119"/>
                </a:cubicBezTo>
                <a:cubicBezTo>
                  <a:pt x="144881" y="163163"/>
                  <a:pt x="140546" y="158862"/>
                  <a:pt x="138554" y="156300"/>
                </a:cubicBezTo>
                <a:cubicBezTo>
                  <a:pt x="138118" y="155740"/>
                  <a:pt x="137912" y="154575"/>
                  <a:pt x="137371" y="154117"/>
                </a:cubicBezTo>
                <a:cubicBezTo>
                  <a:pt x="136504" y="153384"/>
                  <a:pt x="135415" y="153910"/>
                  <a:pt x="134666" y="152947"/>
                </a:cubicBezTo>
                <a:cubicBezTo>
                  <a:pt x="133550" y="151511"/>
                  <a:pt x="132803" y="149513"/>
                  <a:pt x="132276" y="147839"/>
                </a:cubicBezTo>
                <a:cubicBezTo>
                  <a:pt x="132038" y="147088"/>
                  <a:pt x="131330" y="146406"/>
                  <a:pt x="131093" y="145655"/>
                </a:cubicBezTo>
                <a:cubicBezTo>
                  <a:pt x="130700" y="144403"/>
                  <a:pt x="131016" y="143533"/>
                  <a:pt x="130984" y="142324"/>
                </a:cubicBezTo>
                <a:cubicBezTo>
                  <a:pt x="130949" y="141332"/>
                  <a:pt x="129773" y="138879"/>
                  <a:pt x="129571" y="137630"/>
                </a:cubicBezTo>
                <a:cubicBezTo>
                  <a:pt x="129314" y="136052"/>
                  <a:pt x="129631" y="134650"/>
                  <a:pt x="129571" y="133110"/>
                </a:cubicBezTo>
                <a:cubicBezTo>
                  <a:pt x="129528" y="131979"/>
                  <a:pt x="129137" y="131083"/>
                  <a:pt x="129172" y="129938"/>
                </a:cubicBezTo>
                <a:cubicBezTo>
                  <a:pt x="129224" y="128436"/>
                  <a:pt x="128336" y="126996"/>
                  <a:pt x="128286" y="125521"/>
                </a:cubicBezTo>
                <a:cubicBezTo>
                  <a:pt x="128236" y="124047"/>
                  <a:pt x="129727" y="122887"/>
                  <a:pt x="129264" y="121414"/>
                </a:cubicBezTo>
                <a:cubicBezTo>
                  <a:pt x="128865" y="120147"/>
                  <a:pt x="127844" y="118794"/>
                  <a:pt x="127213" y="117629"/>
                </a:cubicBezTo>
                <a:cubicBezTo>
                  <a:pt x="126733" y="116741"/>
                  <a:pt x="126587" y="116077"/>
                  <a:pt x="126243" y="115143"/>
                </a:cubicBezTo>
                <a:cubicBezTo>
                  <a:pt x="125421" y="112903"/>
                  <a:pt x="123595" y="110975"/>
                  <a:pt x="122774" y="108736"/>
                </a:cubicBezTo>
                <a:cubicBezTo>
                  <a:pt x="122398" y="107709"/>
                  <a:pt x="122663" y="106899"/>
                  <a:pt x="122532" y="105855"/>
                </a:cubicBezTo>
                <a:cubicBezTo>
                  <a:pt x="122454" y="105294"/>
                  <a:pt x="122213" y="104646"/>
                  <a:pt x="122325" y="104083"/>
                </a:cubicBezTo>
                <a:cubicBezTo>
                  <a:pt x="122359" y="103911"/>
                  <a:pt x="122426" y="103713"/>
                  <a:pt x="122602" y="103557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17" name="任意多边形: 形状 216">
            <a:extLst>
              <a:ext uri="{FF2B5EF4-FFF2-40B4-BE49-F238E27FC236}">
                <a16:creationId xmlns:a16="http://schemas.microsoft.com/office/drawing/2014/main" id="{59ABD77E-3713-69F0-0A33-671A47102F39}"/>
              </a:ext>
            </a:extLst>
          </p:cNvPr>
          <p:cNvSpPr/>
          <p:nvPr/>
        </p:nvSpPr>
        <p:spPr>
          <a:xfrm>
            <a:off x="6400013" y="4135952"/>
            <a:ext cx="201069" cy="245522"/>
          </a:xfrm>
          <a:custGeom>
            <a:avLst/>
            <a:gdLst>
              <a:gd name="connsiteX0" fmla="*/ 105277 w 201069"/>
              <a:gd name="connsiteY0" fmla="*/ -537 h 245522"/>
              <a:gd name="connsiteX1" fmla="*/ 98432 w 201069"/>
              <a:gd name="connsiteY1" fmla="*/ 1868 h 245522"/>
              <a:gd name="connsiteX2" fmla="*/ 96397 w 201069"/>
              <a:gd name="connsiteY2" fmla="*/ 1868 h 245522"/>
              <a:gd name="connsiteX3" fmla="*/ 86594 w 201069"/>
              <a:gd name="connsiteY3" fmla="*/ 3902 h 245522"/>
              <a:gd name="connsiteX4" fmla="*/ 85855 w 201069"/>
              <a:gd name="connsiteY4" fmla="*/ 4827 h 245522"/>
              <a:gd name="connsiteX5" fmla="*/ 79565 w 201069"/>
              <a:gd name="connsiteY5" fmla="*/ 8342 h 245522"/>
              <a:gd name="connsiteX6" fmla="*/ 64397 w 201069"/>
              <a:gd name="connsiteY6" fmla="*/ 10376 h 245522"/>
              <a:gd name="connsiteX7" fmla="*/ 58663 w 201069"/>
              <a:gd name="connsiteY7" fmla="*/ 11117 h 245522"/>
              <a:gd name="connsiteX8" fmla="*/ 57368 w 201069"/>
              <a:gd name="connsiteY8" fmla="*/ 12782 h 245522"/>
              <a:gd name="connsiteX9" fmla="*/ 49969 w 201069"/>
              <a:gd name="connsiteY9" fmla="*/ 16668 h 245522"/>
              <a:gd name="connsiteX10" fmla="*/ 46639 w 201069"/>
              <a:gd name="connsiteY10" fmla="*/ 19811 h 245522"/>
              <a:gd name="connsiteX11" fmla="*/ 42015 w 201069"/>
              <a:gd name="connsiteY11" fmla="*/ 20921 h 245522"/>
              <a:gd name="connsiteX12" fmla="*/ 38130 w 201069"/>
              <a:gd name="connsiteY12" fmla="*/ 26841 h 245522"/>
              <a:gd name="connsiteX13" fmla="*/ 35355 w 201069"/>
              <a:gd name="connsiteY13" fmla="*/ 30540 h 245522"/>
              <a:gd name="connsiteX14" fmla="*/ 34985 w 201069"/>
              <a:gd name="connsiteY14" fmla="*/ 34610 h 245522"/>
              <a:gd name="connsiteX15" fmla="*/ 34061 w 201069"/>
              <a:gd name="connsiteY15" fmla="*/ 38864 h 245522"/>
              <a:gd name="connsiteX16" fmla="*/ 31286 w 201069"/>
              <a:gd name="connsiteY16" fmla="*/ 43119 h 245522"/>
              <a:gd name="connsiteX17" fmla="*/ 29806 w 201069"/>
              <a:gd name="connsiteY17" fmla="*/ 45709 h 245522"/>
              <a:gd name="connsiteX18" fmla="*/ 18337 w 201069"/>
              <a:gd name="connsiteY18" fmla="*/ 51073 h 245522"/>
              <a:gd name="connsiteX19" fmla="*/ 15562 w 201069"/>
              <a:gd name="connsiteY19" fmla="*/ 55697 h 245522"/>
              <a:gd name="connsiteX20" fmla="*/ 14268 w 201069"/>
              <a:gd name="connsiteY20" fmla="*/ 56438 h 245522"/>
              <a:gd name="connsiteX21" fmla="*/ 12788 w 201069"/>
              <a:gd name="connsiteY21" fmla="*/ 58289 h 245522"/>
              <a:gd name="connsiteX22" fmla="*/ 579 w 201069"/>
              <a:gd name="connsiteY22" fmla="*/ 69018 h 245522"/>
              <a:gd name="connsiteX23" fmla="*/ 579 w 201069"/>
              <a:gd name="connsiteY23" fmla="*/ 75122 h 245522"/>
              <a:gd name="connsiteX24" fmla="*/ 949 w 201069"/>
              <a:gd name="connsiteY24" fmla="*/ 82151 h 245522"/>
              <a:gd name="connsiteX25" fmla="*/ 2799 w 201069"/>
              <a:gd name="connsiteY25" fmla="*/ 84556 h 245522"/>
              <a:gd name="connsiteX26" fmla="*/ 2986 w 201069"/>
              <a:gd name="connsiteY26" fmla="*/ 88256 h 245522"/>
              <a:gd name="connsiteX27" fmla="*/ 6130 w 201069"/>
              <a:gd name="connsiteY27" fmla="*/ 93250 h 245522"/>
              <a:gd name="connsiteX28" fmla="*/ 7610 w 201069"/>
              <a:gd name="connsiteY28" fmla="*/ 98429 h 245522"/>
              <a:gd name="connsiteX29" fmla="*/ 9275 w 201069"/>
              <a:gd name="connsiteY29" fmla="*/ 101944 h 245522"/>
              <a:gd name="connsiteX30" fmla="*/ 12050 w 201069"/>
              <a:gd name="connsiteY30" fmla="*/ 105644 h 245522"/>
              <a:gd name="connsiteX31" fmla="*/ 13529 w 201069"/>
              <a:gd name="connsiteY31" fmla="*/ 115078 h 245522"/>
              <a:gd name="connsiteX32" fmla="*/ 13529 w 201069"/>
              <a:gd name="connsiteY32" fmla="*/ 120442 h 245522"/>
              <a:gd name="connsiteX33" fmla="*/ 14454 w 201069"/>
              <a:gd name="connsiteY33" fmla="*/ 126177 h 245522"/>
              <a:gd name="connsiteX34" fmla="*/ 14454 w 201069"/>
              <a:gd name="connsiteY34" fmla="*/ 133020 h 245522"/>
              <a:gd name="connsiteX35" fmla="*/ 15934 w 201069"/>
              <a:gd name="connsiteY35" fmla="*/ 137645 h 245522"/>
              <a:gd name="connsiteX36" fmla="*/ 17414 w 201069"/>
              <a:gd name="connsiteY36" fmla="*/ 142270 h 245522"/>
              <a:gd name="connsiteX37" fmla="*/ 17414 w 201069"/>
              <a:gd name="connsiteY37" fmla="*/ 143934 h 245522"/>
              <a:gd name="connsiteX38" fmla="*/ 28513 w 201069"/>
              <a:gd name="connsiteY38" fmla="*/ 143193 h 245522"/>
              <a:gd name="connsiteX39" fmla="*/ 46825 w 201069"/>
              <a:gd name="connsiteY39" fmla="*/ 147447 h 245522"/>
              <a:gd name="connsiteX40" fmla="*/ 49600 w 201069"/>
              <a:gd name="connsiteY40" fmla="*/ 148927 h 245522"/>
              <a:gd name="connsiteX41" fmla="*/ 67358 w 201069"/>
              <a:gd name="connsiteY41" fmla="*/ 153367 h 245522"/>
              <a:gd name="connsiteX42" fmla="*/ 67728 w 201069"/>
              <a:gd name="connsiteY42" fmla="*/ 154292 h 245522"/>
              <a:gd name="connsiteX43" fmla="*/ 68839 w 201069"/>
              <a:gd name="connsiteY43" fmla="*/ 154662 h 245522"/>
              <a:gd name="connsiteX44" fmla="*/ 69209 w 201069"/>
              <a:gd name="connsiteY44" fmla="*/ 155587 h 245522"/>
              <a:gd name="connsiteX45" fmla="*/ 69948 w 201069"/>
              <a:gd name="connsiteY45" fmla="*/ 156329 h 245522"/>
              <a:gd name="connsiteX46" fmla="*/ 70134 w 201069"/>
              <a:gd name="connsiteY46" fmla="*/ 161509 h 245522"/>
              <a:gd name="connsiteX47" fmla="*/ 71243 w 201069"/>
              <a:gd name="connsiteY47" fmla="*/ 161509 h 245522"/>
              <a:gd name="connsiteX48" fmla="*/ 77163 w 201069"/>
              <a:gd name="connsiteY48" fmla="*/ 163357 h 245522"/>
              <a:gd name="connsiteX49" fmla="*/ 81048 w 201069"/>
              <a:gd name="connsiteY49" fmla="*/ 165763 h 245522"/>
              <a:gd name="connsiteX50" fmla="*/ 83452 w 201069"/>
              <a:gd name="connsiteY50" fmla="*/ 166315 h 245522"/>
              <a:gd name="connsiteX51" fmla="*/ 84932 w 201069"/>
              <a:gd name="connsiteY51" fmla="*/ 171124 h 245522"/>
              <a:gd name="connsiteX52" fmla="*/ 87337 w 201069"/>
              <a:gd name="connsiteY52" fmla="*/ 175009 h 245522"/>
              <a:gd name="connsiteX53" fmla="*/ 88261 w 201069"/>
              <a:gd name="connsiteY53" fmla="*/ 175560 h 245522"/>
              <a:gd name="connsiteX54" fmla="*/ 89742 w 201069"/>
              <a:gd name="connsiteY54" fmla="*/ 177410 h 245522"/>
              <a:gd name="connsiteX55" fmla="*/ 92516 w 201069"/>
              <a:gd name="connsiteY55" fmla="*/ 179999 h 245522"/>
              <a:gd name="connsiteX56" fmla="*/ 92516 w 201069"/>
              <a:gd name="connsiteY56" fmla="*/ 189249 h 245522"/>
              <a:gd name="connsiteX57" fmla="*/ 92516 w 201069"/>
              <a:gd name="connsiteY57" fmla="*/ 209966 h 245522"/>
              <a:gd name="connsiteX58" fmla="*/ 95661 w 201069"/>
              <a:gd name="connsiteY58" fmla="*/ 217735 h 245522"/>
              <a:gd name="connsiteX59" fmla="*/ 96400 w 201069"/>
              <a:gd name="connsiteY59" fmla="*/ 224949 h 245522"/>
              <a:gd name="connsiteX60" fmla="*/ 96954 w 201069"/>
              <a:gd name="connsiteY60" fmla="*/ 229389 h 245522"/>
              <a:gd name="connsiteX61" fmla="*/ 91774 w 201069"/>
              <a:gd name="connsiteY61" fmla="*/ 231238 h 245522"/>
              <a:gd name="connsiteX62" fmla="*/ 91774 w 201069"/>
              <a:gd name="connsiteY62" fmla="*/ 235124 h 245522"/>
              <a:gd name="connsiteX63" fmla="*/ 91035 w 201069"/>
              <a:gd name="connsiteY63" fmla="*/ 236048 h 245522"/>
              <a:gd name="connsiteX64" fmla="*/ 90666 w 201069"/>
              <a:gd name="connsiteY64" fmla="*/ 237713 h 245522"/>
              <a:gd name="connsiteX65" fmla="*/ 86966 w 201069"/>
              <a:gd name="connsiteY65" fmla="*/ 239193 h 245522"/>
              <a:gd name="connsiteX66" fmla="*/ 89001 w 201069"/>
              <a:gd name="connsiteY66" fmla="*/ 239193 h 245522"/>
              <a:gd name="connsiteX67" fmla="*/ 92146 w 201069"/>
              <a:gd name="connsiteY67" fmla="*/ 239935 h 245522"/>
              <a:gd name="connsiteX68" fmla="*/ 94551 w 201069"/>
              <a:gd name="connsiteY68" fmla="*/ 239193 h 245522"/>
              <a:gd name="connsiteX69" fmla="*/ 98435 w 201069"/>
              <a:gd name="connsiteY69" fmla="*/ 239193 h 245522"/>
              <a:gd name="connsiteX70" fmla="*/ 101580 w 201069"/>
              <a:gd name="connsiteY70" fmla="*/ 239935 h 245522"/>
              <a:gd name="connsiteX71" fmla="*/ 105649 w 201069"/>
              <a:gd name="connsiteY71" fmla="*/ 239935 h 245522"/>
              <a:gd name="connsiteX72" fmla="*/ 107499 w 201069"/>
              <a:gd name="connsiteY72" fmla="*/ 240487 h 245522"/>
              <a:gd name="connsiteX73" fmla="*/ 107868 w 201069"/>
              <a:gd name="connsiteY73" fmla="*/ 240668 h 245522"/>
              <a:gd name="connsiteX74" fmla="*/ 111013 w 201069"/>
              <a:gd name="connsiteY74" fmla="*/ 241409 h 245522"/>
              <a:gd name="connsiteX75" fmla="*/ 114713 w 201069"/>
              <a:gd name="connsiteY75" fmla="*/ 243075 h 245522"/>
              <a:gd name="connsiteX76" fmla="*/ 118227 w 201069"/>
              <a:gd name="connsiteY76" fmla="*/ 243816 h 245522"/>
              <a:gd name="connsiteX77" fmla="*/ 123406 w 201069"/>
              <a:gd name="connsiteY77" fmla="*/ 244925 h 245522"/>
              <a:gd name="connsiteX78" fmla="*/ 125811 w 201069"/>
              <a:gd name="connsiteY78" fmla="*/ 242891 h 245522"/>
              <a:gd name="connsiteX79" fmla="*/ 125256 w 201069"/>
              <a:gd name="connsiteY79" fmla="*/ 241041 h 245522"/>
              <a:gd name="connsiteX80" fmla="*/ 124886 w 201069"/>
              <a:gd name="connsiteY80" fmla="*/ 239191 h 245522"/>
              <a:gd name="connsiteX81" fmla="*/ 123776 w 201069"/>
              <a:gd name="connsiteY81" fmla="*/ 239191 h 245522"/>
              <a:gd name="connsiteX82" fmla="*/ 123406 w 201069"/>
              <a:gd name="connsiteY82" fmla="*/ 238267 h 245522"/>
              <a:gd name="connsiteX83" fmla="*/ 121741 w 201069"/>
              <a:gd name="connsiteY83" fmla="*/ 236786 h 245522"/>
              <a:gd name="connsiteX84" fmla="*/ 121741 w 201069"/>
              <a:gd name="connsiteY84" fmla="*/ 236045 h 245522"/>
              <a:gd name="connsiteX85" fmla="*/ 120261 w 201069"/>
              <a:gd name="connsiteY85" fmla="*/ 232901 h 245522"/>
              <a:gd name="connsiteX86" fmla="*/ 120631 w 201069"/>
              <a:gd name="connsiteY86" fmla="*/ 232159 h 245522"/>
              <a:gd name="connsiteX87" fmla="*/ 118597 w 201069"/>
              <a:gd name="connsiteY87" fmla="*/ 231233 h 245522"/>
              <a:gd name="connsiteX88" fmla="*/ 115452 w 201069"/>
              <a:gd name="connsiteY88" fmla="*/ 229014 h 245522"/>
              <a:gd name="connsiteX89" fmla="*/ 108793 w 201069"/>
              <a:gd name="connsiteY89" fmla="*/ 225869 h 245522"/>
              <a:gd name="connsiteX90" fmla="*/ 108793 w 201069"/>
              <a:gd name="connsiteY90" fmla="*/ 222725 h 245522"/>
              <a:gd name="connsiteX91" fmla="*/ 108793 w 201069"/>
              <a:gd name="connsiteY91" fmla="*/ 212365 h 245522"/>
              <a:gd name="connsiteX92" fmla="*/ 108793 w 201069"/>
              <a:gd name="connsiteY92" fmla="*/ 208111 h 245522"/>
              <a:gd name="connsiteX93" fmla="*/ 107498 w 201069"/>
              <a:gd name="connsiteY93" fmla="*/ 204782 h 245522"/>
              <a:gd name="connsiteX94" fmla="*/ 107498 w 201069"/>
              <a:gd name="connsiteY94" fmla="*/ 195903 h 245522"/>
              <a:gd name="connsiteX95" fmla="*/ 106759 w 201069"/>
              <a:gd name="connsiteY95" fmla="*/ 194053 h 245522"/>
              <a:gd name="connsiteX96" fmla="*/ 107129 w 201069"/>
              <a:gd name="connsiteY96" fmla="*/ 186283 h 245522"/>
              <a:gd name="connsiteX97" fmla="*/ 106759 w 201069"/>
              <a:gd name="connsiteY97" fmla="*/ 179069 h 245522"/>
              <a:gd name="connsiteX98" fmla="*/ 115453 w 201069"/>
              <a:gd name="connsiteY98" fmla="*/ 172041 h 245522"/>
              <a:gd name="connsiteX99" fmla="*/ 118598 w 201069"/>
              <a:gd name="connsiteY99" fmla="*/ 164826 h 245522"/>
              <a:gd name="connsiteX100" fmla="*/ 119708 w 201069"/>
              <a:gd name="connsiteY100" fmla="*/ 158537 h 245522"/>
              <a:gd name="connsiteX101" fmla="*/ 118228 w 201069"/>
              <a:gd name="connsiteY101" fmla="*/ 154098 h 245522"/>
              <a:gd name="connsiteX102" fmla="*/ 118228 w 201069"/>
              <a:gd name="connsiteY102" fmla="*/ 152802 h 245522"/>
              <a:gd name="connsiteX103" fmla="*/ 118967 w 201069"/>
              <a:gd name="connsiteY103" fmla="*/ 154652 h 245522"/>
              <a:gd name="connsiteX104" fmla="*/ 120077 w 201069"/>
              <a:gd name="connsiteY104" fmla="*/ 154833 h 245522"/>
              <a:gd name="connsiteX105" fmla="*/ 121372 w 201069"/>
              <a:gd name="connsiteY105" fmla="*/ 156684 h 245522"/>
              <a:gd name="connsiteX106" fmla="*/ 129696 w 201069"/>
              <a:gd name="connsiteY106" fmla="*/ 158718 h 245522"/>
              <a:gd name="connsiteX107" fmla="*/ 134690 w 201069"/>
              <a:gd name="connsiteY107" fmla="*/ 154649 h 245522"/>
              <a:gd name="connsiteX108" fmla="*/ 143569 w 201069"/>
              <a:gd name="connsiteY108" fmla="*/ 149284 h 245522"/>
              <a:gd name="connsiteX109" fmla="*/ 153373 w 201069"/>
              <a:gd name="connsiteY109" fmla="*/ 149284 h 245522"/>
              <a:gd name="connsiteX110" fmla="*/ 157258 w 201069"/>
              <a:gd name="connsiteY110" fmla="*/ 150208 h 245522"/>
              <a:gd name="connsiteX111" fmla="*/ 160957 w 201069"/>
              <a:gd name="connsiteY111" fmla="*/ 150389 h 245522"/>
              <a:gd name="connsiteX112" fmla="*/ 165952 w 201069"/>
              <a:gd name="connsiteY112" fmla="*/ 151870 h 245522"/>
              <a:gd name="connsiteX113" fmla="*/ 167986 w 201069"/>
              <a:gd name="connsiteY113" fmla="*/ 150389 h 245522"/>
              <a:gd name="connsiteX114" fmla="*/ 171501 w 201069"/>
              <a:gd name="connsiteY114" fmla="*/ 148910 h 245522"/>
              <a:gd name="connsiteX115" fmla="*/ 172611 w 201069"/>
              <a:gd name="connsiteY115" fmla="*/ 148539 h 245522"/>
              <a:gd name="connsiteX116" fmla="*/ 172797 w 201069"/>
              <a:gd name="connsiteY116" fmla="*/ 145579 h 245522"/>
              <a:gd name="connsiteX117" fmla="*/ 173907 w 201069"/>
              <a:gd name="connsiteY117" fmla="*/ 143545 h 245522"/>
              <a:gd name="connsiteX118" fmla="*/ 173538 w 201069"/>
              <a:gd name="connsiteY118" fmla="*/ 142620 h 245522"/>
              <a:gd name="connsiteX119" fmla="*/ 174647 w 201069"/>
              <a:gd name="connsiteY119" fmla="*/ 141510 h 245522"/>
              <a:gd name="connsiteX120" fmla="*/ 179826 w 201069"/>
              <a:gd name="connsiteY120" fmla="*/ 136330 h 245522"/>
              <a:gd name="connsiteX121" fmla="*/ 181307 w 201069"/>
              <a:gd name="connsiteY121" fmla="*/ 132446 h 245522"/>
              <a:gd name="connsiteX122" fmla="*/ 188150 w 201069"/>
              <a:gd name="connsiteY122" fmla="*/ 123567 h 245522"/>
              <a:gd name="connsiteX123" fmla="*/ 190555 w 201069"/>
              <a:gd name="connsiteY123" fmla="*/ 121348 h 245522"/>
              <a:gd name="connsiteX124" fmla="*/ 192035 w 201069"/>
              <a:gd name="connsiteY124" fmla="*/ 118943 h 245522"/>
              <a:gd name="connsiteX125" fmla="*/ 198694 w 201069"/>
              <a:gd name="connsiteY125" fmla="*/ 112468 h 245522"/>
              <a:gd name="connsiteX126" fmla="*/ 201099 w 201069"/>
              <a:gd name="connsiteY126" fmla="*/ 104884 h 245522"/>
              <a:gd name="connsiteX127" fmla="*/ 200360 w 201069"/>
              <a:gd name="connsiteY127" fmla="*/ 99890 h 245522"/>
              <a:gd name="connsiteX128" fmla="*/ 200360 w 201069"/>
              <a:gd name="connsiteY128" fmla="*/ 96560 h 245522"/>
              <a:gd name="connsiteX129" fmla="*/ 198325 w 201069"/>
              <a:gd name="connsiteY129" fmla="*/ 87311 h 245522"/>
              <a:gd name="connsiteX130" fmla="*/ 198325 w 201069"/>
              <a:gd name="connsiteY130" fmla="*/ 84352 h 245522"/>
              <a:gd name="connsiteX131" fmla="*/ 196845 w 201069"/>
              <a:gd name="connsiteY131" fmla="*/ 79542 h 245522"/>
              <a:gd name="connsiteX132" fmla="*/ 192405 w 201069"/>
              <a:gd name="connsiteY132" fmla="*/ 73623 h 245522"/>
              <a:gd name="connsiteX133" fmla="*/ 187781 w 201069"/>
              <a:gd name="connsiteY133" fmla="*/ 68258 h 245522"/>
              <a:gd name="connsiteX134" fmla="*/ 185006 w 201069"/>
              <a:gd name="connsiteY134" fmla="*/ 64558 h 245522"/>
              <a:gd name="connsiteX135" fmla="*/ 180567 w 201069"/>
              <a:gd name="connsiteY135" fmla="*/ 61969 h 245522"/>
              <a:gd name="connsiteX136" fmla="*/ 178162 w 201069"/>
              <a:gd name="connsiteY136" fmla="*/ 57715 h 245522"/>
              <a:gd name="connsiteX137" fmla="*/ 175017 w 201069"/>
              <a:gd name="connsiteY137" fmla="*/ 54754 h 245522"/>
              <a:gd name="connsiteX138" fmla="*/ 169838 w 201069"/>
              <a:gd name="connsiteY138" fmla="*/ 41806 h 245522"/>
              <a:gd name="connsiteX139" fmla="*/ 168728 w 201069"/>
              <a:gd name="connsiteY139" fmla="*/ 38847 h 245522"/>
              <a:gd name="connsiteX140" fmla="*/ 167248 w 201069"/>
              <a:gd name="connsiteY140" fmla="*/ 28118 h 245522"/>
              <a:gd name="connsiteX141" fmla="*/ 166323 w 201069"/>
              <a:gd name="connsiteY141" fmla="*/ 26083 h 245522"/>
              <a:gd name="connsiteX142" fmla="*/ 165214 w 201069"/>
              <a:gd name="connsiteY142" fmla="*/ 20534 h 245522"/>
              <a:gd name="connsiteX143" fmla="*/ 162439 w 201069"/>
              <a:gd name="connsiteY143" fmla="*/ 16094 h 245522"/>
              <a:gd name="connsiteX144" fmla="*/ 160959 w 201069"/>
              <a:gd name="connsiteY144" fmla="*/ 12209 h 245522"/>
              <a:gd name="connsiteX145" fmla="*/ 156889 w 201069"/>
              <a:gd name="connsiteY145" fmla="*/ 11285 h 245522"/>
              <a:gd name="connsiteX146" fmla="*/ 152635 w 201069"/>
              <a:gd name="connsiteY146" fmla="*/ 9804 h 245522"/>
              <a:gd name="connsiteX147" fmla="*/ 149490 w 201069"/>
              <a:gd name="connsiteY147" fmla="*/ 9253 h 245522"/>
              <a:gd name="connsiteX148" fmla="*/ 148565 w 201069"/>
              <a:gd name="connsiteY148" fmla="*/ 8328 h 245522"/>
              <a:gd name="connsiteX149" fmla="*/ 142646 w 201069"/>
              <a:gd name="connsiteY149" fmla="*/ 5368 h 245522"/>
              <a:gd name="connsiteX150" fmla="*/ 141536 w 201069"/>
              <a:gd name="connsiteY150" fmla="*/ 4997 h 245522"/>
              <a:gd name="connsiteX151" fmla="*/ 139501 w 201069"/>
              <a:gd name="connsiteY151" fmla="*/ 6293 h 245522"/>
              <a:gd name="connsiteX152" fmla="*/ 132472 w 201069"/>
              <a:gd name="connsiteY152" fmla="*/ 6474 h 245522"/>
              <a:gd name="connsiteX153" fmla="*/ 119708 w 201069"/>
              <a:gd name="connsiteY153" fmla="*/ 4439 h 245522"/>
              <a:gd name="connsiteX154" fmla="*/ 115084 w 201069"/>
              <a:gd name="connsiteY154" fmla="*/ 2403 h 245522"/>
              <a:gd name="connsiteX155" fmla="*/ 112310 w 201069"/>
              <a:gd name="connsiteY155" fmla="*/ 1479 h 245522"/>
              <a:gd name="connsiteX156" fmla="*/ 111200 w 201069"/>
              <a:gd name="connsiteY156" fmla="*/ 184 h 245522"/>
              <a:gd name="connsiteX157" fmla="*/ 105280 w 201069"/>
              <a:gd name="connsiteY157" fmla="*/ -558 h 245522"/>
              <a:gd name="connsiteX158" fmla="*/ 100282 w 201069"/>
              <a:gd name="connsiteY158" fmla="*/ 20365 h 245522"/>
              <a:gd name="connsiteX159" fmla="*/ 101207 w 201069"/>
              <a:gd name="connsiteY159" fmla="*/ 21290 h 245522"/>
              <a:gd name="connsiteX160" fmla="*/ 100097 w 201069"/>
              <a:gd name="connsiteY160" fmla="*/ 21471 h 245522"/>
              <a:gd name="connsiteX161" fmla="*/ 100097 w 201069"/>
              <a:gd name="connsiteY161" fmla="*/ 22396 h 245522"/>
              <a:gd name="connsiteX162" fmla="*/ 99172 w 201069"/>
              <a:gd name="connsiteY162" fmla="*/ 25356 h 245522"/>
              <a:gd name="connsiteX163" fmla="*/ 98433 w 201069"/>
              <a:gd name="connsiteY163" fmla="*/ 29980 h 245522"/>
              <a:gd name="connsiteX164" fmla="*/ 97324 w 201069"/>
              <a:gd name="connsiteY164" fmla="*/ 32570 h 245522"/>
              <a:gd name="connsiteX165" fmla="*/ 96955 w 201069"/>
              <a:gd name="connsiteY165" fmla="*/ 36269 h 245522"/>
              <a:gd name="connsiteX166" fmla="*/ 94920 w 201069"/>
              <a:gd name="connsiteY166" fmla="*/ 41264 h 245522"/>
              <a:gd name="connsiteX167" fmla="*/ 91405 w 201069"/>
              <a:gd name="connsiteY167" fmla="*/ 44594 h 245522"/>
              <a:gd name="connsiteX168" fmla="*/ 89370 w 201069"/>
              <a:gd name="connsiteY168" fmla="*/ 40894 h 245522"/>
              <a:gd name="connsiteX169" fmla="*/ 88260 w 201069"/>
              <a:gd name="connsiteY169" fmla="*/ 40713 h 245522"/>
              <a:gd name="connsiteX170" fmla="*/ 85856 w 201069"/>
              <a:gd name="connsiteY170" fmla="*/ 37754 h 245522"/>
              <a:gd name="connsiteX171" fmla="*/ 89370 w 201069"/>
              <a:gd name="connsiteY171" fmla="*/ 28135 h 245522"/>
              <a:gd name="connsiteX172" fmla="*/ 92885 w 201069"/>
              <a:gd name="connsiteY172" fmla="*/ 27574 h 245522"/>
              <a:gd name="connsiteX173" fmla="*/ 93255 w 201069"/>
              <a:gd name="connsiteY173" fmla="*/ 26279 h 245522"/>
              <a:gd name="connsiteX174" fmla="*/ 94180 w 201069"/>
              <a:gd name="connsiteY174" fmla="*/ 26279 h 245522"/>
              <a:gd name="connsiteX175" fmla="*/ 94919 w 201069"/>
              <a:gd name="connsiteY175" fmla="*/ 24244 h 245522"/>
              <a:gd name="connsiteX176" fmla="*/ 100283 w 201069"/>
              <a:gd name="connsiteY176" fmla="*/ 20360 h 245522"/>
              <a:gd name="connsiteX177" fmla="*/ 26105 w 201069"/>
              <a:gd name="connsiteY177" fmla="*/ 67535 h 245522"/>
              <a:gd name="connsiteX178" fmla="*/ 29435 w 201069"/>
              <a:gd name="connsiteY178" fmla="*/ 69755 h 245522"/>
              <a:gd name="connsiteX179" fmla="*/ 31655 w 201069"/>
              <a:gd name="connsiteY179" fmla="*/ 70307 h 245522"/>
              <a:gd name="connsiteX180" fmla="*/ 32023 w 201069"/>
              <a:gd name="connsiteY180" fmla="*/ 72712 h 245522"/>
              <a:gd name="connsiteX181" fmla="*/ 32023 w 201069"/>
              <a:gd name="connsiteY181" fmla="*/ 72893 h 245522"/>
              <a:gd name="connsiteX182" fmla="*/ 35353 w 201069"/>
              <a:gd name="connsiteY182" fmla="*/ 76592 h 245522"/>
              <a:gd name="connsiteX183" fmla="*/ 45527 w 201069"/>
              <a:gd name="connsiteY183" fmla="*/ 78626 h 245522"/>
              <a:gd name="connsiteX184" fmla="*/ 46266 w 201069"/>
              <a:gd name="connsiteY184" fmla="*/ 79551 h 245522"/>
              <a:gd name="connsiteX185" fmla="*/ 47191 w 201069"/>
              <a:gd name="connsiteY185" fmla="*/ 79914 h 245522"/>
              <a:gd name="connsiteX186" fmla="*/ 47562 w 201069"/>
              <a:gd name="connsiteY186" fmla="*/ 86203 h 245522"/>
              <a:gd name="connsiteX187" fmla="*/ 43122 w 201069"/>
              <a:gd name="connsiteY187" fmla="*/ 88423 h 245522"/>
              <a:gd name="connsiteX188" fmla="*/ 42752 w 201069"/>
              <a:gd name="connsiteY188" fmla="*/ 89348 h 245522"/>
              <a:gd name="connsiteX189" fmla="*/ 40717 w 201069"/>
              <a:gd name="connsiteY189" fmla="*/ 89719 h 245522"/>
              <a:gd name="connsiteX190" fmla="*/ 40717 w 201069"/>
              <a:gd name="connsiteY190" fmla="*/ 89719 h 245522"/>
              <a:gd name="connsiteX191" fmla="*/ 27769 w 201069"/>
              <a:gd name="connsiteY191" fmla="*/ 77140 h 245522"/>
              <a:gd name="connsiteX192" fmla="*/ 32023 w 201069"/>
              <a:gd name="connsiteY192" fmla="*/ 72885 h 245522"/>
              <a:gd name="connsiteX193" fmla="*/ 26105 w 201069"/>
              <a:gd name="connsiteY193" fmla="*/ 69741 h 245522"/>
              <a:gd name="connsiteX194" fmla="*/ 26105 w 201069"/>
              <a:gd name="connsiteY194" fmla="*/ 68446 h 245522"/>
              <a:gd name="connsiteX195" fmla="*/ 26105 w 201069"/>
              <a:gd name="connsiteY195" fmla="*/ 67521 h 245522"/>
              <a:gd name="connsiteX196" fmla="*/ 60882 w 201069"/>
              <a:gd name="connsiteY196" fmla="*/ 121734 h 245522"/>
              <a:gd name="connsiteX197" fmla="*/ 68835 w 201069"/>
              <a:gd name="connsiteY197" fmla="*/ 122104 h 245522"/>
              <a:gd name="connsiteX198" fmla="*/ 80305 w 201069"/>
              <a:gd name="connsiteY198" fmla="*/ 124139 h 245522"/>
              <a:gd name="connsiteX199" fmla="*/ 83079 w 201069"/>
              <a:gd name="connsiteY199" fmla="*/ 128949 h 245522"/>
              <a:gd name="connsiteX200" fmla="*/ 85484 w 201069"/>
              <a:gd name="connsiteY200" fmla="*/ 131908 h 245522"/>
              <a:gd name="connsiteX201" fmla="*/ 89369 w 201069"/>
              <a:gd name="connsiteY201" fmla="*/ 137828 h 245522"/>
              <a:gd name="connsiteX202" fmla="*/ 91403 w 201069"/>
              <a:gd name="connsiteY202" fmla="*/ 138380 h 245522"/>
              <a:gd name="connsiteX203" fmla="*/ 93622 w 201069"/>
              <a:gd name="connsiteY203" fmla="*/ 137270 h 245522"/>
              <a:gd name="connsiteX204" fmla="*/ 98062 w 201069"/>
              <a:gd name="connsiteY204" fmla="*/ 133016 h 245522"/>
              <a:gd name="connsiteX205" fmla="*/ 102502 w 201069"/>
              <a:gd name="connsiteY205" fmla="*/ 129870 h 245522"/>
              <a:gd name="connsiteX206" fmla="*/ 106016 w 201069"/>
              <a:gd name="connsiteY206" fmla="*/ 128945 h 245522"/>
              <a:gd name="connsiteX207" fmla="*/ 105647 w 201069"/>
              <a:gd name="connsiteY207" fmla="*/ 129870 h 245522"/>
              <a:gd name="connsiteX208" fmla="*/ 105647 w 201069"/>
              <a:gd name="connsiteY208" fmla="*/ 130612 h 245522"/>
              <a:gd name="connsiteX209" fmla="*/ 104722 w 201069"/>
              <a:gd name="connsiteY209" fmla="*/ 130983 h 245522"/>
              <a:gd name="connsiteX210" fmla="*/ 102317 w 201069"/>
              <a:gd name="connsiteY210" fmla="*/ 134498 h 245522"/>
              <a:gd name="connsiteX211" fmla="*/ 103981 w 201069"/>
              <a:gd name="connsiteY211" fmla="*/ 137272 h 245522"/>
              <a:gd name="connsiteX212" fmla="*/ 105461 w 201069"/>
              <a:gd name="connsiteY212" fmla="*/ 147816 h 245522"/>
              <a:gd name="connsiteX213" fmla="*/ 103611 w 201069"/>
              <a:gd name="connsiteY213" fmla="*/ 148926 h 245522"/>
              <a:gd name="connsiteX214" fmla="*/ 102317 w 201069"/>
              <a:gd name="connsiteY214" fmla="*/ 150776 h 245522"/>
              <a:gd name="connsiteX215" fmla="*/ 101207 w 201069"/>
              <a:gd name="connsiteY215" fmla="*/ 150957 h 245522"/>
              <a:gd name="connsiteX216" fmla="*/ 100468 w 201069"/>
              <a:gd name="connsiteY216" fmla="*/ 160575 h 245522"/>
              <a:gd name="connsiteX217" fmla="*/ 98434 w 201069"/>
              <a:gd name="connsiteY217" fmla="*/ 166310 h 245522"/>
              <a:gd name="connsiteX218" fmla="*/ 98434 w 201069"/>
              <a:gd name="connsiteY218" fmla="*/ 162611 h 245522"/>
              <a:gd name="connsiteX219" fmla="*/ 97324 w 201069"/>
              <a:gd name="connsiteY219" fmla="*/ 157986 h 245522"/>
              <a:gd name="connsiteX220" fmla="*/ 95289 w 201069"/>
              <a:gd name="connsiteY220" fmla="*/ 159096 h 245522"/>
              <a:gd name="connsiteX221" fmla="*/ 93809 w 201069"/>
              <a:gd name="connsiteY221" fmla="*/ 159648 h 245522"/>
              <a:gd name="connsiteX222" fmla="*/ 93809 w 201069"/>
              <a:gd name="connsiteY222" fmla="*/ 160572 h 245522"/>
              <a:gd name="connsiteX223" fmla="*/ 91404 w 201069"/>
              <a:gd name="connsiteY223" fmla="*/ 163533 h 245522"/>
              <a:gd name="connsiteX224" fmla="*/ 91034 w 201069"/>
              <a:gd name="connsiteY224" fmla="*/ 165383 h 245522"/>
              <a:gd name="connsiteX225" fmla="*/ 88260 w 201069"/>
              <a:gd name="connsiteY225" fmla="*/ 163533 h 245522"/>
              <a:gd name="connsiteX226" fmla="*/ 81416 w 201069"/>
              <a:gd name="connsiteY226" fmla="*/ 159462 h 245522"/>
              <a:gd name="connsiteX227" fmla="*/ 79936 w 201069"/>
              <a:gd name="connsiteY227" fmla="*/ 156133 h 245522"/>
              <a:gd name="connsiteX228" fmla="*/ 77531 w 201069"/>
              <a:gd name="connsiteY228" fmla="*/ 153729 h 245522"/>
              <a:gd name="connsiteX229" fmla="*/ 76421 w 201069"/>
              <a:gd name="connsiteY229" fmla="*/ 152434 h 245522"/>
              <a:gd name="connsiteX230" fmla="*/ 76791 w 201069"/>
              <a:gd name="connsiteY230" fmla="*/ 147994 h 245522"/>
              <a:gd name="connsiteX231" fmla="*/ 77530 w 201069"/>
              <a:gd name="connsiteY231" fmla="*/ 147069 h 245522"/>
              <a:gd name="connsiteX232" fmla="*/ 79195 w 201069"/>
              <a:gd name="connsiteY232" fmla="*/ 145035 h 245522"/>
              <a:gd name="connsiteX233" fmla="*/ 78641 w 201069"/>
              <a:gd name="connsiteY233" fmla="*/ 144110 h 245522"/>
              <a:gd name="connsiteX234" fmla="*/ 78641 w 201069"/>
              <a:gd name="connsiteY234" fmla="*/ 142075 h 245522"/>
              <a:gd name="connsiteX235" fmla="*/ 67357 w 201069"/>
              <a:gd name="connsiteY235" fmla="*/ 146514 h 245522"/>
              <a:gd name="connsiteX236" fmla="*/ 70502 w 201069"/>
              <a:gd name="connsiteY236" fmla="*/ 137820 h 245522"/>
              <a:gd name="connsiteX237" fmla="*/ 62918 w 201069"/>
              <a:gd name="connsiteY237" fmla="*/ 134491 h 245522"/>
              <a:gd name="connsiteX238" fmla="*/ 59034 w 201069"/>
              <a:gd name="connsiteY238" fmla="*/ 131346 h 245522"/>
              <a:gd name="connsiteX239" fmla="*/ 57738 w 201069"/>
              <a:gd name="connsiteY239" fmla="*/ 130605 h 245522"/>
              <a:gd name="connsiteX240" fmla="*/ 57000 w 201069"/>
              <a:gd name="connsiteY240" fmla="*/ 129863 h 245522"/>
              <a:gd name="connsiteX241" fmla="*/ 50341 w 201069"/>
              <a:gd name="connsiteY241" fmla="*/ 125979 h 245522"/>
              <a:gd name="connsiteX242" fmla="*/ 47751 w 201069"/>
              <a:gd name="connsiteY242" fmla="*/ 122834 h 245522"/>
              <a:gd name="connsiteX243" fmla="*/ 51820 w 201069"/>
              <a:gd name="connsiteY243" fmla="*/ 123205 h 245522"/>
              <a:gd name="connsiteX244" fmla="*/ 56260 w 201069"/>
              <a:gd name="connsiteY244" fmla="*/ 123205 h 245522"/>
              <a:gd name="connsiteX245" fmla="*/ 57739 w 201069"/>
              <a:gd name="connsiteY245" fmla="*/ 122653 h 245522"/>
              <a:gd name="connsiteX246" fmla="*/ 58665 w 201069"/>
              <a:gd name="connsiteY246" fmla="*/ 122101 h 245522"/>
              <a:gd name="connsiteX247" fmla="*/ 60884 w 201069"/>
              <a:gd name="connsiteY247" fmla="*/ 121730 h 245522"/>
              <a:gd name="connsiteX248" fmla="*/ 47193 w 201069"/>
              <a:gd name="connsiteY248" fmla="*/ 122475 h 245522"/>
              <a:gd name="connsiteX249" fmla="*/ 47563 w 201069"/>
              <a:gd name="connsiteY249" fmla="*/ 122656 h 245522"/>
              <a:gd name="connsiteX250" fmla="*/ 46823 w 201069"/>
              <a:gd name="connsiteY250" fmla="*/ 122656 h 245522"/>
              <a:gd name="connsiteX251" fmla="*/ 47193 w 201069"/>
              <a:gd name="connsiteY251" fmla="*/ 122475 h 24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201069" h="245522">
                <a:moveTo>
                  <a:pt x="105277" y="-537"/>
                </a:moveTo>
                <a:cubicBezTo>
                  <a:pt x="102819" y="-537"/>
                  <a:pt x="100835" y="1523"/>
                  <a:pt x="98432" y="1868"/>
                </a:cubicBezTo>
                <a:cubicBezTo>
                  <a:pt x="97741" y="1962"/>
                  <a:pt x="97087" y="1764"/>
                  <a:pt x="96397" y="1868"/>
                </a:cubicBezTo>
                <a:cubicBezTo>
                  <a:pt x="95066" y="2057"/>
                  <a:pt x="87420" y="3333"/>
                  <a:pt x="86594" y="3902"/>
                </a:cubicBezTo>
                <a:cubicBezTo>
                  <a:pt x="86281" y="4118"/>
                  <a:pt x="86143" y="4584"/>
                  <a:pt x="85855" y="4827"/>
                </a:cubicBezTo>
                <a:cubicBezTo>
                  <a:pt x="84033" y="6394"/>
                  <a:pt x="81849" y="7587"/>
                  <a:pt x="79565" y="8342"/>
                </a:cubicBezTo>
                <a:cubicBezTo>
                  <a:pt x="74587" y="9987"/>
                  <a:pt x="69561" y="9933"/>
                  <a:pt x="64397" y="10376"/>
                </a:cubicBezTo>
                <a:cubicBezTo>
                  <a:pt x="63252" y="10471"/>
                  <a:pt x="59496" y="10686"/>
                  <a:pt x="58663" y="11117"/>
                </a:cubicBezTo>
                <a:cubicBezTo>
                  <a:pt x="57989" y="11463"/>
                  <a:pt x="57941" y="12289"/>
                  <a:pt x="57368" y="12782"/>
                </a:cubicBezTo>
                <a:cubicBezTo>
                  <a:pt x="55202" y="14644"/>
                  <a:pt x="52207" y="15019"/>
                  <a:pt x="49969" y="16668"/>
                </a:cubicBezTo>
                <a:cubicBezTo>
                  <a:pt x="48820" y="17513"/>
                  <a:pt x="47956" y="19105"/>
                  <a:pt x="46639" y="19811"/>
                </a:cubicBezTo>
                <a:cubicBezTo>
                  <a:pt x="46091" y="20105"/>
                  <a:pt x="42257" y="20796"/>
                  <a:pt x="42015" y="20921"/>
                </a:cubicBezTo>
                <a:cubicBezTo>
                  <a:pt x="40505" y="21697"/>
                  <a:pt x="38933" y="25598"/>
                  <a:pt x="38130" y="26841"/>
                </a:cubicBezTo>
                <a:cubicBezTo>
                  <a:pt x="37327" y="28083"/>
                  <a:pt x="35898" y="29143"/>
                  <a:pt x="35355" y="30540"/>
                </a:cubicBezTo>
                <a:cubicBezTo>
                  <a:pt x="34961" y="31565"/>
                  <a:pt x="35203" y="33485"/>
                  <a:pt x="34985" y="34610"/>
                </a:cubicBezTo>
                <a:cubicBezTo>
                  <a:pt x="34768" y="35735"/>
                  <a:pt x="34542" y="37872"/>
                  <a:pt x="34061" y="38864"/>
                </a:cubicBezTo>
                <a:cubicBezTo>
                  <a:pt x="33364" y="40300"/>
                  <a:pt x="31993" y="41599"/>
                  <a:pt x="31286" y="43119"/>
                </a:cubicBezTo>
                <a:cubicBezTo>
                  <a:pt x="30533" y="44734"/>
                  <a:pt x="31432" y="44113"/>
                  <a:pt x="29806" y="45709"/>
                </a:cubicBezTo>
                <a:cubicBezTo>
                  <a:pt x="26773" y="48687"/>
                  <a:pt x="21802" y="48840"/>
                  <a:pt x="18337" y="51073"/>
                </a:cubicBezTo>
                <a:cubicBezTo>
                  <a:pt x="16372" y="52340"/>
                  <a:pt x="17229" y="54061"/>
                  <a:pt x="15562" y="55697"/>
                </a:cubicBezTo>
                <a:cubicBezTo>
                  <a:pt x="15170" y="56085"/>
                  <a:pt x="14665" y="56059"/>
                  <a:pt x="14268" y="56438"/>
                </a:cubicBezTo>
                <a:cubicBezTo>
                  <a:pt x="13724" y="56964"/>
                  <a:pt x="13338" y="57769"/>
                  <a:pt x="12788" y="58289"/>
                </a:cubicBezTo>
                <a:cubicBezTo>
                  <a:pt x="8867" y="61996"/>
                  <a:pt x="3623" y="64438"/>
                  <a:pt x="579" y="69018"/>
                </a:cubicBezTo>
                <a:cubicBezTo>
                  <a:pt x="-428" y="70533"/>
                  <a:pt x="315" y="73548"/>
                  <a:pt x="579" y="75122"/>
                </a:cubicBezTo>
                <a:cubicBezTo>
                  <a:pt x="930" y="77241"/>
                  <a:pt x="372" y="80172"/>
                  <a:pt x="949" y="82151"/>
                </a:cubicBezTo>
                <a:cubicBezTo>
                  <a:pt x="2439" y="87271"/>
                  <a:pt x="837" y="80622"/>
                  <a:pt x="2799" y="84556"/>
                </a:cubicBezTo>
                <a:cubicBezTo>
                  <a:pt x="3233" y="85428"/>
                  <a:pt x="2684" y="87312"/>
                  <a:pt x="2986" y="88256"/>
                </a:cubicBezTo>
                <a:cubicBezTo>
                  <a:pt x="3634" y="90297"/>
                  <a:pt x="5304" y="91358"/>
                  <a:pt x="6130" y="93250"/>
                </a:cubicBezTo>
                <a:cubicBezTo>
                  <a:pt x="6826" y="94845"/>
                  <a:pt x="6838" y="96882"/>
                  <a:pt x="7610" y="98429"/>
                </a:cubicBezTo>
                <a:cubicBezTo>
                  <a:pt x="7953" y="99119"/>
                  <a:pt x="8862" y="101449"/>
                  <a:pt x="9275" y="101944"/>
                </a:cubicBezTo>
                <a:cubicBezTo>
                  <a:pt x="10492" y="103409"/>
                  <a:pt x="11384" y="103737"/>
                  <a:pt x="12050" y="105644"/>
                </a:cubicBezTo>
                <a:cubicBezTo>
                  <a:pt x="13067" y="108560"/>
                  <a:pt x="13529" y="112009"/>
                  <a:pt x="13529" y="115078"/>
                </a:cubicBezTo>
                <a:cubicBezTo>
                  <a:pt x="13529" y="116771"/>
                  <a:pt x="13252" y="118780"/>
                  <a:pt x="13529" y="120442"/>
                </a:cubicBezTo>
                <a:cubicBezTo>
                  <a:pt x="13846" y="122354"/>
                  <a:pt x="14250" y="124242"/>
                  <a:pt x="14454" y="126177"/>
                </a:cubicBezTo>
                <a:cubicBezTo>
                  <a:pt x="14689" y="128398"/>
                  <a:pt x="14030" y="130829"/>
                  <a:pt x="14454" y="133020"/>
                </a:cubicBezTo>
                <a:cubicBezTo>
                  <a:pt x="14776" y="134683"/>
                  <a:pt x="15548" y="135984"/>
                  <a:pt x="15934" y="137645"/>
                </a:cubicBezTo>
                <a:cubicBezTo>
                  <a:pt x="16300" y="139220"/>
                  <a:pt x="17207" y="140669"/>
                  <a:pt x="17414" y="142270"/>
                </a:cubicBezTo>
                <a:cubicBezTo>
                  <a:pt x="17492" y="142770"/>
                  <a:pt x="17162" y="143503"/>
                  <a:pt x="17414" y="143934"/>
                </a:cubicBezTo>
                <a:cubicBezTo>
                  <a:pt x="17666" y="144366"/>
                  <a:pt x="26951" y="142850"/>
                  <a:pt x="28513" y="143193"/>
                </a:cubicBezTo>
                <a:cubicBezTo>
                  <a:pt x="40434" y="144445"/>
                  <a:pt x="43616" y="145871"/>
                  <a:pt x="46825" y="147447"/>
                </a:cubicBezTo>
                <a:cubicBezTo>
                  <a:pt x="48972" y="148502"/>
                  <a:pt x="47399" y="148215"/>
                  <a:pt x="49600" y="148927"/>
                </a:cubicBezTo>
                <a:cubicBezTo>
                  <a:pt x="53080" y="150049"/>
                  <a:pt x="65391" y="151254"/>
                  <a:pt x="67358" y="153367"/>
                </a:cubicBezTo>
                <a:cubicBezTo>
                  <a:pt x="67579" y="153608"/>
                  <a:pt x="67485" y="154091"/>
                  <a:pt x="67728" y="154292"/>
                </a:cubicBezTo>
                <a:cubicBezTo>
                  <a:pt x="68004" y="154533"/>
                  <a:pt x="68564" y="154421"/>
                  <a:pt x="68839" y="154662"/>
                </a:cubicBezTo>
                <a:cubicBezTo>
                  <a:pt x="69082" y="154870"/>
                  <a:pt x="69048" y="155318"/>
                  <a:pt x="69209" y="155587"/>
                </a:cubicBezTo>
                <a:cubicBezTo>
                  <a:pt x="69401" y="155915"/>
                  <a:pt x="69811" y="155976"/>
                  <a:pt x="69948" y="156329"/>
                </a:cubicBezTo>
                <a:cubicBezTo>
                  <a:pt x="70435" y="157586"/>
                  <a:pt x="68952" y="160493"/>
                  <a:pt x="70134" y="161509"/>
                </a:cubicBezTo>
                <a:cubicBezTo>
                  <a:pt x="70399" y="161742"/>
                  <a:pt x="70900" y="161422"/>
                  <a:pt x="71243" y="161509"/>
                </a:cubicBezTo>
                <a:cubicBezTo>
                  <a:pt x="73170" y="161784"/>
                  <a:pt x="75310" y="162761"/>
                  <a:pt x="77163" y="163357"/>
                </a:cubicBezTo>
                <a:cubicBezTo>
                  <a:pt x="78739" y="163857"/>
                  <a:pt x="79690" y="164985"/>
                  <a:pt x="81048" y="165763"/>
                </a:cubicBezTo>
                <a:cubicBezTo>
                  <a:pt x="81792" y="166194"/>
                  <a:pt x="82698" y="165944"/>
                  <a:pt x="83452" y="166315"/>
                </a:cubicBezTo>
                <a:cubicBezTo>
                  <a:pt x="85726" y="167431"/>
                  <a:pt x="84350" y="169371"/>
                  <a:pt x="84932" y="171124"/>
                </a:cubicBezTo>
                <a:cubicBezTo>
                  <a:pt x="85329" y="172321"/>
                  <a:pt x="86365" y="174173"/>
                  <a:pt x="87337" y="175009"/>
                </a:cubicBezTo>
                <a:cubicBezTo>
                  <a:pt x="87640" y="175267"/>
                  <a:pt x="87959" y="175302"/>
                  <a:pt x="88261" y="175560"/>
                </a:cubicBezTo>
                <a:cubicBezTo>
                  <a:pt x="88835" y="176060"/>
                  <a:pt x="89118" y="176981"/>
                  <a:pt x="89742" y="177410"/>
                </a:cubicBezTo>
                <a:cubicBezTo>
                  <a:pt x="91140" y="178372"/>
                  <a:pt x="92122" y="177971"/>
                  <a:pt x="92516" y="179999"/>
                </a:cubicBezTo>
                <a:cubicBezTo>
                  <a:pt x="93071" y="182857"/>
                  <a:pt x="92516" y="186331"/>
                  <a:pt x="92516" y="189249"/>
                </a:cubicBezTo>
                <a:lnTo>
                  <a:pt x="92516" y="209966"/>
                </a:lnTo>
                <a:cubicBezTo>
                  <a:pt x="92516" y="212975"/>
                  <a:pt x="94511" y="215100"/>
                  <a:pt x="95661" y="217735"/>
                </a:cubicBezTo>
                <a:cubicBezTo>
                  <a:pt x="96721" y="220165"/>
                  <a:pt x="95987" y="222455"/>
                  <a:pt x="96400" y="224949"/>
                </a:cubicBezTo>
                <a:cubicBezTo>
                  <a:pt x="96610" y="226213"/>
                  <a:pt x="97467" y="228069"/>
                  <a:pt x="96954" y="229389"/>
                </a:cubicBezTo>
                <a:cubicBezTo>
                  <a:pt x="96006" y="231831"/>
                  <a:pt x="93015" y="229475"/>
                  <a:pt x="91774" y="231238"/>
                </a:cubicBezTo>
                <a:cubicBezTo>
                  <a:pt x="91221" y="232032"/>
                  <a:pt x="92083" y="234196"/>
                  <a:pt x="91774" y="235124"/>
                </a:cubicBezTo>
                <a:cubicBezTo>
                  <a:pt x="91653" y="235486"/>
                  <a:pt x="91171" y="235702"/>
                  <a:pt x="91035" y="236048"/>
                </a:cubicBezTo>
                <a:cubicBezTo>
                  <a:pt x="90751" y="236781"/>
                  <a:pt x="91424" y="237060"/>
                  <a:pt x="90666" y="237713"/>
                </a:cubicBezTo>
                <a:cubicBezTo>
                  <a:pt x="90138" y="238161"/>
                  <a:pt x="86966" y="238325"/>
                  <a:pt x="86966" y="239193"/>
                </a:cubicBezTo>
                <a:cubicBezTo>
                  <a:pt x="86966" y="239892"/>
                  <a:pt x="88306" y="239193"/>
                  <a:pt x="89001" y="239193"/>
                </a:cubicBezTo>
                <a:cubicBezTo>
                  <a:pt x="90107" y="239193"/>
                  <a:pt x="91101" y="239935"/>
                  <a:pt x="92146" y="239935"/>
                </a:cubicBezTo>
                <a:cubicBezTo>
                  <a:pt x="92981" y="239935"/>
                  <a:pt x="93721" y="239305"/>
                  <a:pt x="94551" y="239193"/>
                </a:cubicBezTo>
                <a:cubicBezTo>
                  <a:pt x="95755" y="239047"/>
                  <a:pt x="97237" y="239193"/>
                  <a:pt x="98435" y="239193"/>
                </a:cubicBezTo>
                <a:cubicBezTo>
                  <a:pt x="99633" y="239193"/>
                  <a:pt x="100447" y="239771"/>
                  <a:pt x="101580" y="239935"/>
                </a:cubicBezTo>
                <a:cubicBezTo>
                  <a:pt x="102886" y="240116"/>
                  <a:pt x="104385" y="239573"/>
                  <a:pt x="105649" y="239935"/>
                </a:cubicBezTo>
                <a:cubicBezTo>
                  <a:pt x="106913" y="240297"/>
                  <a:pt x="107442" y="240418"/>
                  <a:pt x="107499" y="240487"/>
                </a:cubicBezTo>
                <a:cubicBezTo>
                  <a:pt x="107704" y="240573"/>
                  <a:pt x="107585" y="240607"/>
                  <a:pt x="107868" y="240668"/>
                </a:cubicBezTo>
                <a:cubicBezTo>
                  <a:pt x="108521" y="240806"/>
                  <a:pt x="110301" y="241185"/>
                  <a:pt x="111013" y="241409"/>
                </a:cubicBezTo>
                <a:cubicBezTo>
                  <a:pt x="112321" y="241832"/>
                  <a:pt x="113426" y="242705"/>
                  <a:pt x="114713" y="243075"/>
                </a:cubicBezTo>
                <a:cubicBezTo>
                  <a:pt x="115757" y="243376"/>
                  <a:pt x="117116" y="243540"/>
                  <a:pt x="118227" y="243816"/>
                </a:cubicBezTo>
                <a:cubicBezTo>
                  <a:pt x="120019" y="244255"/>
                  <a:pt x="121467" y="245163"/>
                  <a:pt x="123406" y="244925"/>
                </a:cubicBezTo>
                <a:cubicBezTo>
                  <a:pt x="124045" y="244839"/>
                  <a:pt x="125602" y="243430"/>
                  <a:pt x="125811" y="242891"/>
                </a:cubicBezTo>
                <a:cubicBezTo>
                  <a:pt x="126045" y="242296"/>
                  <a:pt x="125488" y="241639"/>
                  <a:pt x="125256" y="241041"/>
                </a:cubicBezTo>
                <a:cubicBezTo>
                  <a:pt x="125023" y="240444"/>
                  <a:pt x="125347" y="239589"/>
                  <a:pt x="124886" y="239191"/>
                </a:cubicBezTo>
                <a:cubicBezTo>
                  <a:pt x="124621" y="238958"/>
                  <a:pt x="124067" y="239381"/>
                  <a:pt x="123776" y="239191"/>
                </a:cubicBezTo>
                <a:cubicBezTo>
                  <a:pt x="123485" y="239001"/>
                  <a:pt x="123624" y="238501"/>
                  <a:pt x="123406" y="238267"/>
                </a:cubicBezTo>
                <a:cubicBezTo>
                  <a:pt x="122432" y="237220"/>
                  <a:pt x="122308" y="238267"/>
                  <a:pt x="121741" y="236786"/>
                </a:cubicBezTo>
                <a:cubicBezTo>
                  <a:pt x="121633" y="236510"/>
                  <a:pt x="121810" y="236346"/>
                  <a:pt x="121741" y="236045"/>
                </a:cubicBezTo>
                <a:cubicBezTo>
                  <a:pt x="121541" y="235012"/>
                  <a:pt x="120420" y="233854"/>
                  <a:pt x="120261" y="232901"/>
                </a:cubicBezTo>
                <a:cubicBezTo>
                  <a:pt x="120201" y="232590"/>
                  <a:pt x="120767" y="232452"/>
                  <a:pt x="120631" y="232159"/>
                </a:cubicBezTo>
                <a:cubicBezTo>
                  <a:pt x="120386" y="231633"/>
                  <a:pt x="119022" y="231418"/>
                  <a:pt x="118597" y="231233"/>
                </a:cubicBezTo>
                <a:cubicBezTo>
                  <a:pt x="117400" y="230725"/>
                  <a:pt x="116675" y="229464"/>
                  <a:pt x="115452" y="229014"/>
                </a:cubicBezTo>
                <a:cubicBezTo>
                  <a:pt x="113542" y="228307"/>
                  <a:pt x="109668" y="228124"/>
                  <a:pt x="108793" y="225869"/>
                </a:cubicBezTo>
                <a:cubicBezTo>
                  <a:pt x="108536" y="225205"/>
                  <a:pt x="108793" y="223410"/>
                  <a:pt x="108793" y="222725"/>
                </a:cubicBezTo>
                <a:lnTo>
                  <a:pt x="108793" y="212365"/>
                </a:lnTo>
                <a:cubicBezTo>
                  <a:pt x="108793" y="211065"/>
                  <a:pt x="109042" y="209393"/>
                  <a:pt x="108793" y="208111"/>
                </a:cubicBezTo>
                <a:cubicBezTo>
                  <a:pt x="108556" y="206897"/>
                  <a:pt x="107682" y="206047"/>
                  <a:pt x="107498" y="204782"/>
                </a:cubicBezTo>
                <a:cubicBezTo>
                  <a:pt x="107076" y="201873"/>
                  <a:pt x="108056" y="198785"/>
                  <a:pt x="107498" y="195903"/>
                </a:cubicBezTo>
                <a:cubicBezTo>
                  <a:pt x="107375" y="195274"/>
                  <a:pt x="106864" y="194686"/>
                  <a:pt x="106759" y="194053"/>
                </a:cubicBezTo>
                <a:cubicBezTo>
                  <a:pt x="106343" y="191537"/>
                  <a:pt x="107129" y="188828"/>
                  <a:pt x="107129" y="186283"/>
                </a:cubicBezTo>
                <a:cubicBezTo>
                  <a:pt x="107129" y="184143"/>
                  <a:pt x="106048" y="181207"/>
                  <a:pt x="106759" y="179069"/>
                </a:cubicBezTo>
                <a:cubicBezTo>
                  <a:pt x="107971" y="175426"/>
                  <a:pt x="113315" y="174797"/>
                  <a:pt x="115453" y="172041"/>
                </a:cubicBezTo>
                <a:cubicBezTo>
                  <a:pt x="116533" y="170648"/>
                  <a:pt x="117666" y="166693"/>
                  <a:pt x="118598" y="164826"/>
                </a:cubicBezTo>
                <a:cubicBezTo>
                  <a:pt x="119444" y="163129"/>
                  <a:pt x="120023" y="160434"/>
                  <a:pt x="119708" y="158537"/>
                </a:cubicBezTo>
                <a:cubicBezTo>
                  <a:pt x="119392" y="156639"/>
                  <a:pt x="118228" y="156897"/>
                  <a:pt x="118228" y="154098"/>
                </a:cubicBezTo>
                <a:cubicBezTo>
                  <a:pt x="118228" y="153701"/>
                  <a:pt x="117925" y="153063"/>
                  <a:pt x="118228" y="152802"/>
                </a:cubicBezTo>
                <a:cubicBezTo>
                  <a:pt x="118713" y="152380"/>
                  <a:pt x="118481" y="154234"/>
                  <a:pt x="118967" y="154652"/>
                </a:cubicBezTo>
                <a:cubicBezTo>
                  <a:pt x="119241" y="154893"/>
                  <a:pt x="119764" y="154657"/>
                  <a:pt x="120077" y="154833"/>
                </a:cubicBezTo>
                <a:cubicBezTo>
                  <a:pt x="122834" y="156414"/>
                  <a:pt x="119829" y="155023"/>
                  <a:pt x="121372" y="156684"/>
                </a:cubicBezTo>
                <a:cubicBezTo>
                  <a:pt x="121937" y="157296"/>
                  <a:pt x="128472" y="158718"/>
                  <a:pt x="129696" y="158718"/>
                </a:cubicBezTo>
                <a:cubicBezTo>
                  <a:pt x="131742" y="158718"/>
                  <a:pt x="133441" y="155901"/>
                  <a:pt x="134690" y="154649"/>
                </a:cubicBezTo>
                <a:cubicBezTo>
                  <a:pt x="135574" y="153763"/>
                  <a:pt x="142581" y="149390"/>
                  <a:pt x="143569" y="149284"/>
                </a:cubicBezTo>
                <a:cubicBezTo>
                  <a:pt x="146566" y="148965"/>
                  <a:pt x="150388" y="148965"/>
                  <a:pt x="153373" y="149284"/>
                </a:cubicBezTo>
                <a:cubicBezTo>
                  <a:pt x="154662" y="149422"/>
                  <a:pt x="155938" y="150069"/>
                  <a:pt x="157258" y="150208"/>
                </a:cubicBezTo>
                <a:cubicBezTo>
                  <a:pt x="158476" y="150337"/>
                  <a:pt x="159773" y="150122"/>
                  <a:pt x="160957" y="150389"/>
                </a:cubicBezTo>
                <a:cubicBezTo>
                  <a:pt x="162497" y="150717"/>
                  <a:pt x="164243" y="152359"/>
                  <a:pt x="165952" y="151870"/>
                </a:cubicBezTo>
                <a:cubicBezTo>
                  <a:pt x="167016" y="151559"/>
                  <a:pt x="167071" y="150952"/>
                  <a:pt x="167986" y="150389"/>
                </a:cubicBezTo>
                <a:cubicBezTo>
                  <a:pt x="168992" y="149769"/>
                  <a:pt x="170365" y="149235"/>
                  <a:pt x="171501" y="148910"/>
                </a:cubicBezTo>
                <a:cubicBezTo>
                  <a:pt x="171848" y="148815"/>
                  <a:pt x="172404" y="148823"/>
                  <a:pt x="172611" y="148539"/>
                </a:cubicBezTo>
                <a:cubicBezTo>
                  <a:pt x="172949" y="148065"/>
                  <a:pt x="172585" y="146209"/>
                  <a:pt x="172797" y="145579"/>
                </a:cubicBezTo>
                <a:cubicBezTo>
                  <a:pt x="172915" y="145226"/>
                  <a:pt x="173907" y="144092"/>
                  <a:pt x="173907" y="143545"/>
                </a:cubicBezTo>
                <a:cubicBezTo>
                  <a:pt x="173907" y="143226"/>
                  <a:pt x="173436" y="142924"/>
                  <a:pt x="173538" y="142620"/>
                </a:cubicBezTo>
                <a:cubicBezTo>
                  <a:pt x="173705" y="142111"/>
                  <a:pt x="174323" y="141921"/>
                  <a:pt x="174647" y="141510"/>
                </a:cubicBezTo>
                <a:cubicBezTo>
                  <a:pt x="176081" y="139661"/>
                  <a:pt x="178675" y="138062"/>
                  <a:pt x="179826" y="136330"/>
                </a:cubicBezTo>
                <a:cubicBezTo>
                  <a:pt x="180528" y="135274"/>
                  <a:pt x="180636" y="133598"/>
                  <a:pt x="181307" y="132446"/>
                </a:cubicBezTo>
                <a:cubicBezTo>
                  <a:pt x="183229" y="129142"/>
                  <a:pt x="185414" y="126254"/>
                  <a:pt x="188150" y="123567"/>
                </a:cubicBezTo>
                <a:cubicBezTo>
                  <a:pt x="188916" y="122817"/>
                  <a:pt x="189899" y="122193"/>
                  <a:pt x="190555" y="121348"/>
                </a:cubicBezTo>
                <a:cubicBezTo>
                  <a:pt x="191120" y="120623"/>
                  <a:pt x="190813" y="119308"/>
                  <a:pt x="192035" y="118943"/>
                </a:cubicBezTo>
                <a:cubicBezTo>
                  <a:pt x="194373" y="116360"/>
                  <a:pt x="196806" y="115714"/>
                  <a:pt x="198694" y="112468"/>
                </a:cubicBezTo>
                <a:cubicBezTo>
                  <a:pt x="199792" y="110581"/>
                  <a:pt x="200847" y="107054"/>
                  <a:pt x="201099" y="104884"/>
                </a:cubicBezTo>
                <a:cubicBezTo>
                  <a:pt x="201295" y="103221"/>
                  <a:pt x="200667" y="101475"/>
                  <a:pt x="200360" y="99890"/>
                </a:cubicBezTo>
                <a:cubicBezTo>
                  <a:pt x="200153" y="98833"/>
                  <a:pt x="200538" y="97623"/>
                  <a:pt x="200360" y="96560"/>
                </a:cubicBezTo>
                <a:cubicBezTo>
                  <a:pt x="199842" y="93458"/>
                  <a:pt x="198737" y="90497"/>
                  <a:pt x="198325" y="87311"/>
                </a:cubicBezTo>
                <a:cubicBezTo>
                  <a:pt x="198199" y="86340"/>
                  <a:pt x="198513" y="85311"/>
                  <a:pt x="198325" y="84352"/>
                </a:cubicBezTo>
                <a:cubicBezTo>
                  <a:pt x="198013" y="82743"/>
                  <a:pt x="197156" y="81147"/>
                  <a:pt x="196845" y="79542"/>
                </a:cubicBezTo>
                <a:cubicBezTo>
                  <a:pt x="196320" y="76834"/>
                  <a:pt x="193954" y="75619"/>
                  <a:pt x="192405" y="73623"/>
                </a:cubicBezTo>
                <a:cubicBezTo>
                  <a:pt x="190927" y="71716"/>
                  <a:pt x="189379" y="70024"/>
                  <a:pt x="187781" y="68258"/>
                </a:cubicBezTo>
                <a:cubicBezTo>
                  <a:pt x="186767" y="67137"/>
                  <a:pt x="186177" y="65565"/>
                  <a:pt x="185006" y="64558"/>
                </a:cubicBezTo>
                <a:cubicBezTo>
                  <a:pt x="183835" y="63551"/>
                  <a:pt x="181608" y="63221"/>
                  <a:pt x="180567" y="61969"/>
                </a:cubicBezTo>
                <a:cubicBezTo>
                  <a:pt x="179600" y="60805"/>
                  <a:pt x="179120" y="58950"/>
                  <a:pt x="178162" y="57715"/>
                </a:cubicBezTo>
                <a:cubicBezTo>
                  <a:pt x="177288" y="56587"/>
                  <a:pt x="175641" y="56005"/>
                  <a:pt x="175017" y="54754"/>
                </a:cubicBezTo>
                <a:cubicBezTo>
                  <a:pt x="172940" y="50588"/>
                  <a:pt x="171163" y="46362"/>
                  <a:pt x="169838" y="41806"/>
                </a:cubicBezTo>
                <a:cubicBezTo>
                  <a:pt x="169558" y="40847"/>
                  <a:pt x="168917" y="39820"/>
                  <a:pt x="168728" y="38847"/>
                </a:cubicBezTo>
                <a:cubicBezTo>
                  <a:pt x="168041" y="35305"/>
                  <a:pt x="167711" y="31692"/>
                  <a:pt x="167248" y="28118"/>
                </a:cubicBezTo>
                <a:cubicBezTo>
                  <a:pt x="167132" y="27223"/>
                  <a:pt x="166607" y="26935"/>
                  <a:pt x="166323" y="26083"/>
                </a:cubicBezTo>
                <a:cubicBezTo>
                  <a:pt x="165776" y="24438"/>
                  <a:pt x="165869" y="22220"/>
                  <a:pt x="165214" y="20534"/>
                </a:cubicBezTo>
                <a:cubicBezTo>
                  <a:pt x="164585" y="18913"/>
                  <a:pt x="163142" y="17706"/>
                  <a:pt x="162439" y="16094"/>
                </a:cubicBezTo>
                <a:cubicBezTo>
                  <a:pt x="161985" y="15050"/>
                  <a:pt x="161828" y="12956"/>
                  <a:pt x="160959" y="12209"/>
                </a:cubicBezTo>
                <a:cubicBezTo>
                  <a:pt x="160000" y="11382"/>
                  <a:pt x="158007" y="11554"/>
                  <a:pt x="156889" y="11285"/>
                </a:cubicBezTo>
                <a:cubicBezTo>
                  <a:pt x="155503" y="10948"/>
                  <a:pt x="153979" y="10300"/>
                  <a:pt x="152635" y="9804"/>
                </a:cubicBezTo>
                <a:cubicBezTo>
                  <a:pt x="151637" y="9434"/>
                  <a:pt x="150483" y="9623"/>
                  <a:pt x="149490" y="9253"/>
                </a:cubicBezTo>
                <a:cubicBezTo>
                  <a:pt x="149062" y="9089"/>
                  <a:pt x="148934" y="8597"/>
                  <a:pt x="148565" y="8328"/>
                </a:cubicBezTo>
                <a:cubicBezTo>
                  <a:pt x="146595" y="6876"/>
                  <a:pt x="144983" y="5942"/>
                  <a:pt x="142646" y="5368"/>
                </a:cubicBezTo>
                <a:cubicBezTo>
                  <a:pt x="142296" y="5282"/>
                  <a:pt x="141893" y="4946"/>
                  <a:pt x="141536" y="4997"/>
                </a:cubicBezTo>
                <a:cubicBezTo>
                  <a:pt x="140741" y="5110"/>
                  <a:pt x="140280" y="6101"/>
                  <a:pt x="139501" y="6293"/>
                </a:cubicBezTo>
                <a:cubicBezTo>
                  <a:pt x="137486" y="6793"/>
                  <a:pt x="134584" y="6646"/>
                  <a:pt x="132472" y="6474"/>
                </a:cubicBezTo>
                <a:cubicBezTo>
                  <a:pt x="129353" y="6232"/>
                  <a:pt x="122519" y="5646"/>
                  <a:pt x="119708" y="4439"/>
                </a:cubicBezTo>
                <a:lnTo>
                  <a:pt x="115084" y="2403"/>
                </a:lnTo>
                <a:cubicBezTo>
                  <a:pt x="114188" y="2024"/>
                  <a:pt x="113102" y="2041"/>
                  <a:pt x="112310" y="1479"/>
                </a:cubicBezTo>
                <a:cubicBezTo>
                  <a:pt x="111880" y="1177"/>
                  <a:pt x="111630" y="492"/>
                  <a:pt x="111200" y="184"/>
                </a:cubicBezTo>
                <a:cubicBezTo>
                  <a:pt x="110561" y="-273"/>
                  <a:pt x="106029" y="-558"/>
                  <a:pt x="105280" y="-558"/>
                </a:cubicBezTo>
                <a:close/>
                <a:moveTo>
                  <a:pt x="100282" y="20365"/>
                </a:moveTo>
                <a:cubicBezTo>
                  <a:pt x="100837" y="20279"/>
                  <a:pt x="101207" y="20598"/>
                  <a:pt x="101207" y="21290"/>
                </a:cubicBezTo>
                <a:cubicBezTo>
                  <a:pt x="101207" y="21652"/>
                  <a:pt x="100335" y="21204"/>
                  <a:pt x="100097" y="21471"/>
                </a:cubicBezTo>
                <a:cubicBezTo>
                  <a:pt x="99900" y="21695"/>
                  <a:pt x="100166" y="22110"/>
                  <a:pt x="100097" y="22396"/>
                </a:cubicBezTo>
                <a:cubicBezTo>
                  <a:pt x="99896" y="23430"/>
                  <a:pt x="99327" y="24287"/>
                  <a:pt x="99172" y="25356"/>
                </a:cubicBezTo>
                <a:cubicBezTo>
                  <a:pt x="98950" y="26865"/>
                  <a:pt x="98758" y="28449"/>
                  <a:pt x="98433" y="29980"/>
                </a:cubicBezTo>
                <a:cubicBezTo>
                  <a:pt x="97366" y="35016"/>
                  <a:pt x="98941" y="26314"/>
                  <a:pt x="97324" y="32570"/>
                </a:cubicBezTo>
                <a:cubicBezTo>
                  <a:pt x="97050" y="33625"/>
                  <a:pt x="97306" y="35247"/>
                  <a:pt x="96955" y="36269"/>
                </a:cubicBezTo>
                <a:cubicBezTo>
                  <a:pt x="96315" y="38101"/>
                  <a:pt x="95236" y="39361"/>
                  <a:pt x="94920" y="41264"/>
                </a:cubicBezTo>
                <a:cubicBezTo>
                  <a:pt x="94786" y="42066"/>
                  <a:pt x="92439" y="44891"/>
                  <a:pt x="91405" y="44594"/>
                </a:cubicBezTo>
                <a:cubicBezTo>
                  <a:pt x="90067" y="44214"/>
                  <a:pt x="90144" y="41692"/>
                  <a:pt x="89370" y="40894"/>
                </a:cubicBezTo>
                <a:cubicBezTo>
                  <a:pt x="89118" y="40635"/>
                  <a:pt x="88534" y="40980"/>
                  <a:pt x="88260" y="40713"/>
                </a:cubicBezTo>
                <a:cubicBezTo>
                  <a:pt x="87354" y="39928"/>
                  <a:pt x="87226" y="38163"/>
                  <a:pt x="85856" y="37754"/>
                </a:cubicBezTo>
                <a:cubicBezTo>
                  <a:pt x="82608" y="28582"/>
                  <a:pt x="86006" y="28310"/>
                  <a:pt x="89370" y="28135"/>
                </a:cubicBezTo>
                <a:cubicBezTo>
                  <a:pt x="90397" y="28048"/>
                  <a:pt x="92108" y="28575"/>
                  <a:pt x="92885" y="27574"/>
                </a:cubicBezTo>
                <a:cubicBezTo>
                  <a:pt x="93141" y="27246"/>
                  <a:pt x="92945" y="26550"/>
                  <a:pt x="93255" y="26279"/>
                </a:cubicBezTo>
                <a:cubicBezTo>
                  <a:pt x="93521" y="26047"/>
                  <a:pt x="93887" y="26469"/>
                  <a:pt x="94180" y="26279"/>
                </a:cubicBezTo>
                <a:cubicBezTo>
                  <a:pt x="94798" y="25882"/>
                  <a:pt x="94590" y="24902"/>
                  <a:pt x="94919" y="24244"/>
                </a:cubicBezTo>
                <a:cubicBezTo>
                  <a:pt x="95221" y="23641"/>
                  <a:pt x="98616" y="20622"/>
                  <a:pt x="100283" y="20360"/>
                </a:cubicBezTo>
                <a:close/>
                <a:moveTo>
                  <a:pt x="26105" y="67535"/>
                </a:moveTo>
                <a:cubicBezTo>
                  <a:pt x="26854" y="67319"/>
                  <a:pt x="29038" y="69511"/>
                  <a:pt x="29435" y="69755"/>
                </a:cubicBezTo>
                <a:cubicBezTo>
                  <a:pt x="30053" y="70134"/>
                  <a:pt x="31179" y="69761"/>
                  <a:pt x="31655" y="70307"/>
                </a:cubicBezTo>
                <a:cubicBezTo>
                  <a:pt x="32183" y="70910"/>
                  <a:pt x="31741" y="71960"/>
                  <a:pt x="32023" y="72712"/>
                </a:cubicBezTo>
                <a:cubicBezTo>
                  <a:pt x="32050" y="72797"/>
                  <a:pt x="31998" y="72849"/>
                  <a:pt x="32023" y="72893"/>
                </a:cubicBezTo>
                <a:cubicBezTo>
                  <a:pt x="32675" y="74418"/>
                  <a:pt x="34050" y="75659"/>
                  <a:pt x="35353" y="76592"/>
                </a:cubicBezTo>
                <a:cubicBezTo>
                  <a:pt x="38811" y="79069"/>
                  <a:pt x="42531" y="76791"/>
                  <a:pt x="45527" y="78626"/>
                </a:cubicBezTo>
                <a:cubicBezTo>
                  <a:pt x="45849" y="78825"/>
                  <a:pt x="45955" y="79333"/>
                  <a:pt x="46266" y="79551"/>
                </a:cubicBezTo>
                <a:cubicBezTo>
                  <a:pt x="46565" y="79758"/>
                  <a:pt x="46917" y="79689"/>
                  <a:pt x="47191" y="79914"/>
                </a:cubicBezTo>
                <a:cubicBezTo>
                  <a:pt x="47493" y="80172"/>
                  <a:pt x="47795" y="85867"/>
                  <a:pt x="47562" y="86203"/>
                </a:cubicBezTo>
                <a:cubicBezTo>
                  <a:pt x="46574" y="87618"/>
                  <a:pt x="44257" y="87447"/>
                  <a:pt x="43122" y="88423"/>
                </a:cubicBezTo>
                <a:cubicBezTo>
                  <a:pt x="42879" y="88630"/>
                  <a:pt x="42997" y="89147"/>
                  <a:pt x="42752" y="89348"/>
                </a:cubicBezTo>
                <a:cubicBezTo>
                  <a:pt x="42185" y="89839"/>
                  <a:pt x="41345" y="89633"/>
                  <a:pt x="40717" y="89719"/>
                </a:cubicBezTo>
                <a:cubicBezTo>
                  <a:pt x="40735" y="91245"/>
                  <a:pt x="37812" y="90133"/>
                  <a:pt x="40717" y="89719"/>
                </a:cubicBezTo>
                <a:cubicBezTo>
                  <a:pt x="40701" y="88392"/>
                  <a:pt x="38440" y="85094"/>
                  <a:pt x="27769" y="77140"/>
                </a:cubicBezTo>
                <a:cubicBezTo>
                  <a:pt x="28465" y="76450"/>
                  <a:pt x="32745" y="74436"/>
                  <a:pt x="32023" y="72885"/>
                </a:cubicBezTo>
                <a:cubicBezTo>
                  <a:pt x="31675" y="72134"/>
                  <a:pt x="26918" y="71139"/>
                  <a:pt x="26105" y="69741"/>
                </a:cubicBezTo>
                <a:cubicBezTo>
                  <a:pt x="25903" y="69396"/>
                  <a:pt x="26105" y="68844"/>
                  <a:pt x="26105" y="68446"/>
                </a:cubicBezTo>
                <a:cubicBezTo>
                  <a:pt x="26105" y="68153"/>
                  <a:pt x="25816" y="67601"/>
                  <a:pt x="26105" y="67521"/>
                </a:cubicBezTo>
                <a:close/>
                <a:moveTo>
                  <a:pt x="60882" y="121734"/>
                </a:moveTo>
                <a:cubicBezTo>
                  <a:pt x="63439" y="121648"/>
                  <a:pt x="66988" y="122104"/>
                  <a:pt x="68835" y="122104"/>
                </a:cubicBezTo>
                <a:cubicBezTo>
                  <a:pt x="72093" y="122104"/>
                  <a:pt x="77844" y="121604"/>
                  <a:pt x="80305" y="124139"/>
                </a:cubicBezTo>
                <a:cubicBezTo>
                  <a:pt x="81238" y="125101"/>
                  <a:pt x="82184" y="127717"/>
                  <a:pt x="83079" y="128949"/>
                </a:cubicBezTo>
                <a:cubicBezTo>
                  <a:pt x="83820" y="129968"/>
                  <a:pt x="84843" y="130808"/>
                  <a:pt x="85484" y="131908"/>
                </a:cubicBezTo>
                <a:cubicBezTo>
                  <a:pt x="87300" y="135030"/>
                  <a:pt x="84834" y="136158"/>
                  <a:pt x="89369" y="137828"/>
                </a:cubicBezTo>
                <a:cubicBezTo>
                  <a:pt x="90048" y="138078"/>
                  <a:pt x="90686" y="138483"/>
                  <a:pt x="91403" y="138380"/>
                </a:cubicBezTo>
                <a:cubicBezTo>
                  <a:pt x="92198" y="138268"/>
                  <a:pt x="92886" y="137587"/>
                  <a:pt x="93622" y="137270"/>
                </a:cubicBezTo>
                <a:cubicBezTo>
                  <a:pt x="95835" y="136319"/>
                  <a:pt x="96334" y="134501"/>
                  <a:pt x="98062" y="133016"/>
                </a:cubicBezTo>
                <a:cubicBezTo>
                  <a:pt x="99473" y="131802"/>
                  <a:pt x="100849" y="130817"/>
                  <a:pt x="102502" y="129870"/>
                </a:cubicBezTo>
                <a:cubicBezTo>
                  <a:pt x="103108" y="129526"/>
                  <a:pt x="105360" y="127817"/>
                  <a:pt x="106016" y="128945"/>
                </a:cubicBezTo>
                <a:cubicBezTo>
                  <a:pt x="106178" y="129222"/>
                  <a:pt x="105709" y="129558"/>
                  <a:pt x="105647" y="129870"/>
                </a:cubicBezTo>
                <a:cubicBezTo>
                  <a:pt x="105578" y="130164"/>
                  <a:pt x="105844" y="130388"/>
                  <a:pt x="105647" y="130612"/>
                </a:cubicBezTo>
                <a:cubicBezTo>
                  <a:pt x="105409" y="130888"/>
                  <a:pt x="105035" y="130802"/>
                  <a:pt x="104722" y="130983"/>
                </a:cubicBezTo>
                <a:cubicBezTo>
                  <a:pt x="103497" y="131690"/>
                  <a:pt x="102011" y="132920"/>
                  <a:pt x="102317" y="134498"/>
                </a:cubicBezTo>
                <a:cubicBezTo>
                  <a:pt x="102545" y="135666"/>
                  <a:pt x="103485" y="136276"/>
                  <a:pt x="103981" y="137272"/>
                </a:cubicBezTo>
                <a:cubicBezTo>
                  <a:pt x="105385" y="140086"/>
                  <a:pt x="106069" y="144685"/>
                  <a:pt x="105461" y="147816"/>
                </a:cubicBezTo>
                <a:cubicBezTo>
                  <a:pt x="105160" y="149368"/>
                  <a:pt x="104994" y="148248"/>
                  <a:pt x="103611" y="148926"/>
                </a:cubicBezTo>
                <a:cubicBezTo>
                  <a:pt x="100181" y="150611"/>
                  <a:pt x="104330" y="149047"/>
                  <a:pt x="102317" y="150776"/>
                </a:cubicBezTo>
                <a:cubicBezTo>
                  <a:pt x="102042" y="151018"/>
                  <a:pt x="101481" y="150690"/>
                  <a:pt x="101207" y="150957"/>
                </a:cubicBezTo>
                <a:cubicBezTo>
                  <a:pt x="100586" y="151492"/>
                  <a:pt x="100744" y="159147"/>
                  <a:pt x="100468" y="160575"/>
                </a:cubicBezTo>
                <a:cubicBezTo>
                  <a:pt x="100284" y="161518"/>
                  <a:pt x="99602" y="166109"/>
                  <a:pt x="98434" y="166310"/>
                </a:cubicBezTo>
                <a:cubicBezTo>
                  <a:pt x="95988" y="166732"/>
                  <a:pt x="98272" y="162977"/>
                  <a:pt x="98434" y="162611"/>
                </a:cubicBezTo>
                <a:cubicBezTo>
                  <a:pt x="98901" y="161540"/>
                  <a:pt x="99448" y="157378"/>
                  <a:pt x="97324" y="157986"/>
                </a:cubicBezTo>
                <a:cubicBezTo>
                  <a:pt x="96553" y="158210"/>
                  <a:pt x="96008" y="158745"/>
                  <a:pt x="95289" y="159096"/>
                </a:cubicBezTo>
                <a:cubicBezTo>
                  <a:pt x="94838" y="159320"/>
                  <a:pt x="94153" y="159277"/>
                  <a:pt x="93809" y="159648"/>
                </a:cubicBezTo>
                <a:cubicBezTo>
                  <a:pt x="93603" y="159872"/>
                  <a:pt x="93918" y="160286"/>
                  <a:pt x="93809" y="160572"/>
                </a:cubicBezTo>
                <a:cubicBezTo>
                  <a:pt x="93363" y="161723"/>
                  <a:pt x="91940" y="162459"/>
                  <a:pt x="91404" y="163533"/>
                </a:cubicBezTo>
                <a:cubicBezTo>
                  <a:pt x="91115" y="164110"/>
                  <a:pt x="91802" y="164888"/>
                  <a:pt x="91034" y="165383"/>
                </a:cubicBezTo>
                <a:cubicBezTo>
                  <a:pt x="89979" y="166064"/>
                  <a:pt x="88914" y="164001"/>
                  <a:pt x="88260" y="163533"/>
                </a:cubicBezTo>
                <a:cubicBezTo>
                  <a:pt x="86378" y="162185"/>
                  <a:pt x="82941" y="161036"/>
                  <a:pt x="81416" y="159462"/>
                </a:cubicBezTo>
                <a:cubicBezTo>
                  <a:pt x="80508" y="158526"/>
                  <a:pt x="80552" y="157192"/>
                  <a:pt x="79936" y="156133"/>
                </a:cubicBezTo>
                <a:cubicBezTo>
                  <a:pt x="79262" y="154976"/>
                  <a:pt x="78475" y="154540"/>
                  <a:pt x="77531" y="153729"/>
                </a:cubicBezTo>
                <a:cubicBezTo>
                  <a:pt x="77131" y="153384"/>
                  <a:pt x="76768" y="152833"/>
                  <a:pt x="76421" y="152434"/>
                </a:cubicBezTo>
                <a:cubicBezTo>
                  <a:pt x="70505" y="146950"/>
                  <a:pt x="73625" y="147806"/>
                  <a:pt x="76791" y="147994"/>
                </a:cubicBezTo>
                <a:cubicBezTo>
                  <a:pt x="77167" y="147994"/>
                  <a:pt x="77299" y="147365"/>
                  <a:pt x="77530" y="147069"/>
                </a:cubicBezTo>
                <a:cubicBezTo>
                  <a:pt x="78086" y="146353"/>
                  <a:pt x="79046" y="145930"/>
                  <a:pt x="79195" y="145035"/>
                </a:cubicBezTo>
                <a:cubicBezTo>
                  <a:pt x="79264" y="144664"/>
                  <a:pt x="78778" y="144466"/>
                  <a:pt x="78641" y="144110"/>
                </a:cubicBezTo>
                <a:cubicBezTo>
                  <a:pt x="78336" y="143325"/>
                  <a:pt x="79046" y="142890"/>
                  <a:pt x="78641" y="142075"/>
                </a:cubicBezTo>
                <a:cubicBezTo>
                  <a:pt x="76344" y="137468"/>
                  <a:pt x="71416" y="148566"/>
                  <a:pt x="67357" y="146514"/>
                </a:cubicBezTo>
                <a:cubicBezTo>
                  <a:pt x="64614" y="145127"/>
                  <a:pt x="69827" y="140819"/>
                  <a:pt x="70502" y="137820"/>
                </a:cubicBezTo>
                <a:cubicBezTo>
                  <a:pt x="70588" y="137493"/>
                  <a:pt x="63654" y="135018"/>
                  <a:pt x="62918" y="134491"/>
                </a:cubicBezTo>
                <a:cubicBezTo>
                  <a:pt x="61560" y="133518"/>
                  <a:pt x="60335" y="132278"/>
                  <a:pt x="59034" y="131346"/>
                </a:cubicBezTo>
                <a:cubicBezTo>
                  <a:pt x="58623" y="131053"/>
                  <a:pt x="58149" y="130906"/>
                  <a:pt x="57738" y="130605"/>
                </a:cubicBezTo>
                <a:cubicBezTo>
                  <a:pt x="57432" y="130380"/>
                  <a:pt x="57307" y="130087"/>
                  <a:pt x="57000" y="129863"/>
                </a:cubicBezTo>
                <a:cubicBezTo>
                  <a:pt x="54827" y="128306"/>
                  <a:pt x="52179" y="128010"/>
                  <a:pt x="50341" y="125979"/>
                </a:cubicBezTo>
                <a:cubicBezTo>
                  <a:pt x="50165" y="125789"/>
                  <a:pt x="48731" y="123666"/>
                  <a:pt x="47751" y="122834"/>
                </a:cubicBezTo>
                <a:cubicBezTo>
                  <a:pt x="48795" y="123015"/>
                  <a:pt x="51276" y="123144"/>
                  <a:pt x="51820" y="123205"/>
                </a:cubicBezTo>
                <a:cubicBezTo>
                  <a:pt x="53073" y="123360"/>
                  <a:pt x="55057" y="123506"/>
                  <a:pt x="56260" y="123205"/>
                </a:cubicBezTo>
                <a:cubicBezTo>
                  <a:pt x="56748" y="123084"/>
                  <a:pt x="57276" y="122851"/>
                  <a:pt x="57739" y="122653"/>
                </a:cubicBezTo>
                <a:cubicBezTo>
                  <a:pt x="58085" y="122455"/>
                  <a:pt x="58278" y="122213"/>
                  <a:pt x="58665" y="122101"/>
                </a:cubicBezTo>
                <a:cubicBezTo>
                  <a:pt x="59191" y="121946"/>
                  <a:pt x="60032" y="121756"/>
                  <a:pt x="60884" y="121730"/>
                </a:cubicBezTo>
                <a:close/>
                <a:moveTo>
                  <a:pt x="47193" y="122475"/>
                </a:moveTo>
                <a:cubicBezTo>
                  <a:pt x="47304" y="122482"/>
                  <a:pt x="47403" y="122562"/>
                  <a:pt x="47563" y="122656"/>
                </a:cubicBezTo>
                <a:lnTo>
                  <a:pt x="46823" y="122656"/>
                </a:lnTo>
                <a:cubicBezTo>
                  <a:pt x="46866" y="122518"/>
                  <a:pt x="47085" y="122466"/>
                  <a:pt x="47193" y="122475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8" name="任意多边形: 形状 217">
            <a:extLst>
              <a:ext uri="{FF2B5EF4-FFF2-40B4-BE49-F238E27FC236}">
                <a16:creationId xmlns:a16="http://schemas.microsoft.com/office/drawing/2014/main" id="{D7C16120-4679-DFE6-358A-918AE271859C}"/>
              </a:ext>
            </a:extLst>
          </p:cNvPr>
          <p:cNvSpPr/>
          <p:nvPr/>
        </p:nvSpPr>
        <p:spPr>
          <a:xfrm>
            <a:off x="6949302" y="3975070"/>
            <a:ext cx="261714" cy="420552"/>
          </a:xfrm>
          <a:custGeom>
            <a:avLst/>
            <a:gdLst>
              <a:gd name="connsiteX0" fmla="*/ 14980 w 261714"/>
              <a:gd name="connsiteY0" fmla="*/ 292448 h 420552"/>
              <a:gd name="connsiteX1" fmla="*/ 354 w 261714"/>
              <a:gd name="connsiteY1" fmla="*/ 278785 h 420552"/>
              <a:gd name="connsiteX2" fmla="*/ 354 w 261714"/>
              <a:gd name="connsiteY2" fmla="*/ 273321 h 420552"/>
              <a:gd name="connsiteX3" fmla="*/ 1626 w 261714"/>
              <a:gd name="connsiteY3" fmla="*/ 267309 h 420552"/>
              <a:gd name="connsiteX4" fmla="*/ 9257 w 261714"/>
              <a:gd name="connsiteY4" fmla="*/ 261298 h 420552"/>
              <a:gd name="connsiteX5" fmla="*/ 7349 w 261714"/>
              <a:gd name="connsiteY5" fmla="*/ 260745 h 420552"/>
              <a:gd name="connsiteX6" fmla="*/ 13708 w 261714"/>
              <a:gd name="connsiteY6" fmla="*/ 255280 h 420552"/>
              <a:gd name="connsiteX7" fmla="*/ 24518 w 261714"/>
              <a:gd name="connsiteY7" fmla="*/ 252548 h 420552"/>
              <a:gd name="connsiteX8" fmla="*/ 24518 w 261714"/>
              <a:gd name="connsiteY8" fmla="*/ 247629 h 420552"/>
              <a:gd name="connsiteX9" fmla="*/ 20703 w 261714"/>
              <a:gd name="connsiteY9" fmla="*/ 243257 h 420552"/>
              <a:gd name="connsiteX10" fmla="*/ 16252 w 261714"/>
              <a:gd name="connsiteY10" fmla="*/ 233966 h 420552"/>
              <a:gd name="connsiteX11" fmla="*/ 11165 w 261714"/>
              <a:gd name="connsiteY11" fmla="*/ 224676 h 420552"/>
              <a:gd name="connsiteX12" fmla="*/ 27697 w 261714"/>
              <a:gd name="connsiteY12" fmla="*/ 213199 h 420552"/>
              <a:gd name="connsiteX13" fmla="*/ 24518 w 261714"/>
              <a:gd name="connsiteY13" fmla="*/ 206095 h 420552"/>
              <a:gd name="connsiteX14" fmla="*/ 21339 w 261714"/>
              <a:gd name="connsiteY14" fmla="*/ 199538 h 420552"/>
              <a:gd name="connsiteX15" fmla="*/ 18795 w 261714"/>
              <a:gd name="connsiteY15" fmla="*/ 198443 h 420552"/>
              <a:gd name="connsiteX16" fmla="*/ 13708 w 261714"/>
              <a:gd name="connsiteY16" fmla="*/ 194619 h 420552"/>
              <a:gd name="connsiteX17" fmla="*/ 4805 w 261714"/>
              <a:gd name="connsiteY17" fmla="*/ 186421 h 420552"/>
              <a:gd name="connsiteX18" fmla="*/ 7985 w 261714"/>
              <a:gd name="connsiteY18" fmla="*/ 175490 h 420552"/>
              <a:gd name="connsiteX19" fmla="*/ 9893 w 261714"/>
              <a:gd name="connsiteY19" fmla="*/ 175490 h 420552"/>
              <a:gd name="connsiteX20" fmla="*/ 11800 w 261714"/>
              <a:gd name="connsiteY20" fmla="*/ 174947 h 420552"/>
              <a:gd name="connsiteX21" fmla="*/ 13708 w 261714"/>
              <a:gd name="connsiteY21" fmla="*/ 174947 h 420552"/>
              <a:gd name="connsiteX22" fmla="*/ 11800 w 261714"/>
              <a:gd name="connsiteY22" fmla="*/ 173854 h 420552"/>
              <a:gd name="connsiteX23" fmla="*/ 6713 w 261714"/>
              <a:gd name="connsiteY23" fmla="*/ 168388 h 420552"/>
              <a:gd name="connsiteX24" fmla="*/ 4805 w 261714"/>
              <a:gd name="connsiteY24" fmla="*/ 155272 h 420552"/>
              <a:gd name="connsiteX25" fmla="*/ 8621 w 261714"/>
              <a:gd name="connsiteY25" fmla="*/ 150355 h 420552"/>
              <a:gd name="connsiteX26" fmla="*/ 12436 w 261714"/>
              <a:gd name="connsiteY26" fmla="*/ 150355 h 420552"/>
              <a:gd name="connsiteX27" fmla="*/ 25155 w 261714"/>
              <a:gd name="connsiteY27" fmla="*/ 147621 h 420552"/>
              <a:gd name="connsiteX28" fmla="*/ 28333 w 261714"/>
              <a:gd name="connsiteY28" fmla="*/ 144889 h 420552"/>
              <a:gd name="connsiteX29" fmla="*/ 37236 w 261714"/>
              <a:gd name="connsiteY29" fmla="*/ 139970 h 420552"/>
              <a:gd name="connsiteX30" fmla="*/ 40415 w 261714"/>
              <a:gd name="connsiteY30" fmla="*/ 133958 h 420552"/>
              <a:gd name="connsiteX31" fmla="*/ 42323 w 261714"/>
              <a:gd name="connsiteY31" fmla="*/ 133406 h 420552"/>
              <a:gd name="connsiteX32" fmla="*/ 41685 w 261714"/>
              <a:gd name="connsiteY32" fmla="*/ 127942 h 420552"/>
              <a:gd name="connsiteX33" fmla="*/ 41685 w 261714"/>
              <a:gd name="connsiteY33" fmla="*/ 121930 h 420552"/>
              <a:gd name="connsiteX34" fmla="*/ 39142 w 261714"/>
              <a:gd name="connsiteY34" fmla="*/ 114279 h 420552"/>
              <a:gd name="connsiteX35" fmla="*/ 40413 w 261714"/>
              <a:gd name="connsiteY35" fmla="*/ 103895 h 420552"/>
              <a:gd name="connsiteX36" fmla="*/ 37233 w 261714"/>
              <a:gd name="connsiteY36" fmla="*/ 101163 h 420552"/>
              <a:gd name="connsiteX37" fmla="*/ 35326 w 261714"/>
              <a:gd name="connsiteY37" fmla="*/ 92965 h 420552"/>
              <a:gd name="connsiteX38" fmla="*/ 34688 w 261714"/>
              <a:gd name="connsiteY38" fmla="*/ 91325 h 420552"/>
              <a:gd name="connsiteX39" fmla="*/ 43591 w 261714"/>
              <a:gd name="connsiteY39" fmla="*/ 89685 h 420552"/>
              <a:gd name="connsiteX40" fmla="*/ 56308 w 261714"/>
              <a:gd name="connsiteY40" fmla="*/ 89133 h 420552"/>
              <a:gd name="connsiteX41" fmla="*/ 72205 w 261714"/>
              <a:gd name="connsiteY41" fmla="*/ 93506 h 420552"/>
              <a:gd name="connsiteX42" fmla="*/ 79200 w 261714"/>
              <a:gd name="connsiteY42" fmla="*/ 67820 h 420552"/>
              <a:gd name="connsiteX43" fmla="*/ 88102 w 261714"/>
              <a:gd name="connsiteY43" fmla="*/ 61263 h 420552"/>
              <a:gd name="connsiteX44" fmla="*/ 95733 w 261714"/>
              <a:gd name="connsiteY44" fmla="*/ 63995 h 420552"/>
              <a:gd name="connsiteX45" fmla="*/ 99549 w 261714"/>
              <a:gd name="connsiteY45" fmla="*/ 64547 h 420552"/>
              <a:gd name="connsiteX46" fmla="*/ 104635 w 261714"/>
              <a:gd name="connsiteY46" fmla="*/ 66733 h 420552"/>
              <a:gd name="connsiteX47" fmla="*/ 112266 w 261714"/>
              <a:gd name="connsiteY47" fmla="*/ 64000 h 420552"/>
              <a:gd name="connsiteX48" fmla="*/ 121805 w 261714"/>
              <a:gd name="connsiteY48" fmla="*/ 62360 h 420552"/>
              <a:gd name="connsiteX49" fmla="*/ 126892 w 261714"/>
              <a:gd name="connsiteY49" fmla="*/ 49791 h 420552"/>
              <a:gd name="connsiteX50" fmla="*/ 125620 w 261714"/>
              <a:gd name="connsiteY50" fmla="*/ 46512 h 420552"/>
              <a:gd name="connsiteX51" fmla="*/ 125620 w 261714"/>
              <a:gd name="connsiteY51" fmla="*/ 40500 h 420552"/>
              <a:gd name="connsiteX52" fmla="*/ 125620 w 261714"/>
              <a:gd name="connsiteY52" fmla="*/ 36674 h 420552"/>
              <a:gd name="connsiteX53" fmla="*/ 133251 w 261714"/>
              <a:gd name="connsiteY53" fmla="*/ 31756 h 420552"/>
              <a:gd name="connsiteX54" fmla="*/ 145332 w 261714"/>
              <a:gd name="connsiteY54" fmla="*/ 36674 h 420552"/>
              <a:gd name="connsiteX55" fmla="*/ 158687 w 261714"/>
              <a:gd name="connsiteY55" fmla="*/ 40500 h 420552"/>
              <a:gd name="connsiteX56" fmla="*/ 177127 w 261714"/>
              <a:gd name="connsiteY56" fmla="*/ 48151 h 420552"/>
              <a:gd name="connsiteX57" fmla="*/ 189209 w 261714"/>
              <a:gd name="connsiteY57" fmla="*/ 33396 h 420552"/>
              <a:gd name="connsiteX58" fmla="*/ 193025 w 261714"/>
              <a:gd name="connsiteY58" fmla="*/ 30663 h 420552"/>
              <a:gd name="connsiteX59" fmla="*/ 199383 w 261714"/>
              <a:gd name="connsiteY59" fmla="*/ 19186 h 420552"/>
              <a:gd name="connsiteX60" fmla="*/ 199383 w 261714"/>
              <a:gd name="connsiteY60" fmla="*/ 8256 h 420552"/>
              <a:gd name="connsiteX61" fmla="*/ 209558 w 261714"/>
              <a:gd name="connsiteY61" fmla="*/ 4977 h 420552"/>
              <a:gd name="connsiteX62" fmla="*/ 214009 w 261714"/>
              <a:gd name="connsiteY62" fmla="*/ 2245 h 420552"/>
              <a:gd name="connsiteX63" fmla="*/ 215917 w 261714"/>
              <a:gd name="connsiteY63" fmla="*/ 605 h 420552"/>
              <a:gd name="connsiteX64" fmla="*/ 214009 w 261714"/>
              <a:gd name="connsiteY64" fmla="*/ -487 h 420552"/>
              <a:gd name="connsiteX65" fmla="*/ 217825 w 261714"/>
              <a:gd name="connsiteY65" fmla="*/ 3338 h 420552"/>
              <a:gd name="connsiteX66" fmla="*/ 224184 w 261714"/>
              <a:gd name="connsiteY66" fmla="*/ 11535 h 420552"/>
              <a:gd name="connsiteX67" fmla="*/ 228634 w 261714"/>
              <a:gd name="connsiteY67" fmla="*/ 16454 h 420552"/>
              <a:gd name="connsiteX68" fmla="*/ 232450 w 261714"/>
              <a:gd name="connsiteY68" fmla="*/ 21372 h 420552"/>
              <a:gd name="connsiteX69" fmla="*/ 234358 w 261714"/>
              <a:gd name="connsiteY69" fmla="*/ 22465 h 420552"/>
              <a:gd name="connsiteX70" fmla="*/ 238809 w 261714"/>
              <a:gd name="connsiteY70" fmla="*/ 32303 h 420552"/>
              <a:gd name="connsiteX71" fmla="*/ 245803 w 261714"/>
              <a:gd name="connsiteY71" fmla="*/ 33942 h 420552"/>
              <a:gd name="connsiteX72" fmla="*/ 248347 w 261714"/>
              <a:gd name="connsiteY72" fmla="*/ 38860 h 420552"/>
              <a:gd name="connsiteX73" fmla="*/ 255342 w 261714"/>
              <a:gd name="connsiteY73" fmla="*/ 47605 h 420552"/>
              <a:gd name="connsiteX74" fmla="*/ 253434 w 261714"/>
              <a:gd name="connsiteY74" fmla="*/ 57442 h 420552"/>
              <a:gd name="connsiteX75" fmla="*/ 251527 w 261714"/>
              <a:gd name="connsiteY75" fmla="*/ 58536 h 420552"/>
              <a:gd name="connsiteX76" fmla="*/ 247712 w 261714"/>
              <a:gd name="connsiteY76" fmla="*/ 65093 h 420552"/>
              <a:gd name="connsiteX77" fmla="*/ 245168 w 261714"/>
              <a:gd name="connsiteY77" fmla="*/ 78756 h 420552"/>
              <a:gd name="connsiteX78" fmla="*/ 246440 w 261714"/>
              <a:gd name="connsiteY78" fmla="*/ 84221 h 420552"/>
              <a:gd name="connsiteX79" fmla="*/ 241988 w 261714"/>
              <a:gd name="connsiteY79" fmla="*/ 91872 h 420552"/>
              <a:gd name="connsiteX80" fmla="*/ 238809 w 261714"/>
              <a:gd name="connsiteY80" fmla="*/ 104442 h 420552"/>
              <a:gd name="connsiteX81" fmla="*/ 240716 w 261714"/>
              <a:gd name="connsiteY81" fmla="*/ 113186 h 420552"/>
              <a:gd name="connsiteX82" fmla="*/ 241354 w 261714"/>
              <a:gd name="connsiteY82" fmla="*/ 118651 h 420552"/>
              <a:gd name="connsiteX83" fmla="*/ 243898 w 261714"/>
              <a:gd name="connsiteY83" fmla="*/ 124116 h 420552"/>
              <a:gd name="connsiteX84" fmla="*/ 245170 w 261714"/>
              <a:gd name="connsiteY84" fmla="*/ 132313 h 420552"/>
              <a:gd name="connsiteX85" fmla="*/ 246442 w 261714"/>
              <a:gd name="connsiteY85" fmla="*/ 133953 h 420552"/>
              <a:gd name="connsiteX86" fmla="*/ 247079 w 261714"/>
              <a:gd name="connsiteY86" fmla="*/ 139965 h 420552"/>
              <a:gd name="connsiteX87" fmla="*/ 248351 w 261714"/>
              <a:gd name="connsiteY87" fmla="*/ 144884 h 420552"/>
              <a:gd name="connsiteX88" fmla="*/ 245807 w 261714"/>
              <a:gd name="connsiteY88" fmla="*/ 152535 h 420552"/>
              <a:gd name="connsiteX89" fmla="*/ 238813 w 261714"/>
              <a:gd name="connsiteY89" fmla="*/ 159639 h 420552"/>
              <a:gd name="connsiteX90" fmla="*/ 238813 w 261714"/>
              <a:gd name="connsiteY90" fmla="*/ 175488 h 420552"/>
              <a:gd name="connsiteX91" fmla="*/ 245171 w 261714"/>
              <a:gd name="connsiteY91" fmla="*/ 183686 h 420552"/>
              <a:gd name="connsiteX92" fmla="*/ 250895 w 261714"/>
              <a:gd name="connsiteY92" fmla="*/ 194069 h 420552"/>
              <a:gd name="connsiteX93" fmla="*/ 252167 w 261714"/>
              <a:gd name="connsiteY93" fmla="*/ 195709 h 420552"/>
              <a:gd name="connsiteX94" fmla="*/ 254074 w 261714"/>
              <a:gd name="connsiteY94" fmla="*/ 196803 h 420552"/>
              <a:gd name="connsiteX95" fmla="*/ 254074 w 261714"/>
              <a:gd name="connsiteY95" fmla="*/ 202814 h 420552"/>
              <a:gd name="connsiteX96" fmla="*/ 255982 w 261714"/>
              <a:gd name="connsiteY96" fmla="*/ 204453 h 420552"/>
              <a:gd name="connsiteX97" fmla="*/ 256620 w 261714"/>
              <a:gd name="connsiteY97" fmla="*/ 208279 h 420552"/>
              <a:gd name="connsiteX98" fmla="*/ 259799 w 261714"/>
              <a:gd name="connsiteY98" fmla="*/ 214290 h 420552"/>
              <a:gd name="connsiteX99" fmla="*/ 259799 w 261714"/>
              <a:gd name="connsiteY99" fmla="*/ 216476 h 420552"/>
              <a:gd name="connsiteX100" fmla="*/ 261708 w 261714"/>
              <a:gd name="connsiteY100" fmla="*/ 223581 h 420552"/>
              <a:gd name="connsiteX101" fmla="*/ 257256 w 261714"/>
              <a:gd name="connsiteY101" fmla="*/ 230686 h 420552"/>
              <a:gd name="connsiteX102" fmla="*/ 251533 w 261714"/>
              <a:gd name="connsiteY102" fmla="*/ 238883 h 420552"/>
              <a:gd name="connsiteX103" fmla="*/ 242630 w 261714"/>
              <a:gd name="connsiteY103" fmla="*/ 245441 h 420552"/>
              <a:gd name="connsiteX104" fmla="*/ 241358 w 261714"/>
              <a:gd name="connsiteY104" fmla="*/ 251453 h 420552"/>
              <a:gd name="connsiteX105" fmla="*/ 250261 w 261714"/>
              <a:gd name="connsiteY105" fmla="*/ 268395 h 420552"/>
              <a:gd name="connsiteX106" fmla="*/ 250261 w 261714"/>
              <a:gd name="connsiteY106" fmla="*/ 270035 h 420552"/>
              <a:gd name="connsiteX107" fmla="*/ 254713 w 261714"/>
              <a:gd name="connsiteY107" fmla="*/ 275499 h 420552"/>
              <a:gd name="connsiteX108" fmla="*/ 252805 w 261714"/>
              <a:gd name="connsiteY108" fmla="*/ 287522 h 420552"/>
              <a:gd name="connsiteX109" fmla="*/ 251533 w 261714"/>
              <a:gd name="connsiteY109" fmla="*/ 297359 h 420552"/>
              <a:gd name="connsiteX110" fmla="*/ 247717 w 261714"/>
              <a:gd name="connsiteY110" fmla="*/ 312115 h 420552"/>
              <a:gd name="connsiteX111" fmla="*/ 248989 w 261714"/>
              <a:gd name="connsiteY111" fmla="*/ 320313 h 420552"/>
              <a:gd name="connsiteX112" fmla="*/ 244539 w 261714"/>
              <a:gd name="connsiteY112" fmla="*/ 321406 h 420552"/>
              <a:gd name="connsiteX113" fmla="*/ 240723 w 261714"/>
              <a:gd name="connsiteY113" fmla="*/ 323045 h 420552"/>
              <a:gd name="connsiteX114" fmla="*/ 231184 w 261714"/>
              <a:gd name="connsiteY114" fmla="*/ 323045 h 420552"/>
              <a:gd name="connsiteX115" fmla="*/ 228005 w 261714"/>
              <a:gd name="connsiteY115" fmla="*/ 325778 h 420552"/>
              <a:gd name="connsiteX116" fmla="*/ 218467 w 261714"/>
              <a:gd name="connsiteY116" fmla="*/ 328511 h 420552"/>
              <a:gd name="connsiteX117" fmla="*/ 211472 w 261714"/>
              <a:gd name="connsiteY117" fmla="*/ 332883 h 420552"/>
              <a:gd name="connsiteX118" fmla="*/ 198118 w 261714"/>
              <a:gd name="connsiteY118" fmla="*/ 333434 h 420552"/>
              <a:gd name="connsiteX119" fmla="*/ 186037 w 261714"/>
              <a:gd name="connsiteY119" fmla="*/ 331248 h 420552"/>
              <a:gd name="connsiteX120" fmla="*/ 178406 w 261714"/>
              <a:gd name="connsiteY120" fmla="*/ 337807 h 420552"/>
              <a:gd name="connsiteX121" fmla="*/ 168232 w 261714"/>
              <a:gd name="connsiteY121" fmla="*/ 338900 h 420552"/>
              <a:gd name="connsiteX122" fmla="*/ 154877 w 261714"/>
              <a:gd name="connsiteY122" fmla="*/ 344911 h 420552"/>
              <a:gd name="connsiteX123" fmla="*/ 151062 w 261714"/>
              <a:gd name="connsiteY123" fmla="*/ 344359 h 420552"/>
              <a:gd name="connsiteX124" fmla="*/ 148518 w 261714"/>
              <a:gd name="connsiteY124" fmla="*/ 341080 h 420552"/>
              <a:gd name="connsiteX125" fmla="*/ 144704 w 261714"/>
              <a:gd name="connsiteY125" fmla="*/ 338348 h 420552"/>
              <a:gd name="connsiteX126" fmla="*/ 140252 w 261714"/>
              <a:gd name="connsiteY126" fmla="*/ 335615 h 420552"/>
              <a:gd name="connsiteX127" fmla="*/ 136437 w 261714"/>
              <a:gd name="connsiteY127" fmla="*/ 335072 h 420552"/>
              <a:gd name="connsiteX128" fmla="*/ 133258 w 261714"/>
              <a:gd name="connsiteY128" fmla="*/ 342176 h 420552"/>
              <a:gd name="connsiteX129" fmla="*/ 134530 w 261714"/>
              <a:gd name="connsiteY129" fmla="*/ 343816 h 420552"/>
              <a:gd name="connsiteX130" fmla="*/ 134530 w 261714"/>
              <a:gd name="connsiteY130" fmla="*/ 349281 h 420552"/>
              <a:gd name="connsiteX131" fmla="*/ 135800 w 261714"/>
              <a:gd name="connsiteY131" fmla="*/ 352561 h 420552"/>
              <a:gd name="connsiteX132" fmla="*/ 135800 w 261714"/>
              <a:gd name="connsiteY132" fmla="*/ 358572 h 420552"/>
              <a:gd name="connsiteX133" fmla="*/ 137072 w 261714"/>
              <a:gd name="connsiteY133" fmla="*/ 361851 h 420552"/>
              <a:gd name="connsiteX134" fmla="*/ 137710 w 261714"/>
              <a:gd name="connsiteY134" fmla="*/ 372234 h 420552"/>
              <a:gd name="connsiteX135" fmla="*/ 137710 w 261714"/>
              <a:gd name="connsiteY135" fmla="*/ 383165 h 420552"/>
              <a:gd name="connsiteX136" fmla="*/ 144069 w 261714"/>
              <a:gd name="connsiteY136" fmla="*/ 388084 h 420552"/>
              <a:gd name="connsiteX137" fmla="*/ 144069 w 261714"/>
              <a:gd name="connsiteY137" fmla="*/ 391362 h 420552"/>
              <a:gd name="connsiteX138" fmla="*/ 145341 w 261714"/>
              <a:gd name="connsiteY138" fmla="*/ 393001 h 420552"/>
              <a:gd name="connsiteX139" fmla="*/ 147885 w 261714"/>
              <a:gd name="connsiteY139" fmla="*/ 400653 h 420552"/>
              <a:gd name="connsiteX140" fmla="*/ 149157 w 261714"/>
              <a:gd name="connsiteY140" fmla="*/ 402293 h 420552"/>
              <a:gd name="connsiteX141" fmla="*/ 150428 w 261714"/>
              <a:gd name="connsiteY141" fmla="*/ 405572 h 420552"/>
              <a:gd name="connsiteX142" fmla="*/ 152336 w 261714"/>
              <a:gd name="connsiteY142" fmla="*/ 406115 h 420552"/>
              <a:gd name="connsiteX143" fmla="*/ 154880 w 261714"/>
              <a:gd name="connsiteY143" fmla="*/ 408847 h 420552"/>
              <a:gd name="connsiteX144" fmla="*/ 160602 w 261714"/>
              <a:gd name="connsiteY144" fmla="*/ 411033 h 420552"/>
              <a:gd name="connsiteX145" fmla="*/ 159965 w 261714"/>
              <a:gd name="connsiteY145" fmla="*/ 419231 h 420552"/>
              <a:gd name="connsiteX146" fmla="*/ 148518 w 261714"/>
              <a:gd name="connsiteY146" fmla="*/ 417046 h 420552"/>
              <a:gd name="connsiteX147" fmla="*/ 144703 w 261714"/>
              <a:gd name="connsiteY147" fmla="*/ 414859 h 420552"/>
              <a:gd name="connsiteX148" fmla="*/ 134528 w 261714"/>
              <a:gd name="connsiteY148" fmla="*/ 413219 h 420552"/>
              <a:gd name="connsiteX149" fmla="*/ 125626 w 261714"/>
              <a:gd name="connsiteY149" fmla="*/ 410487 h 420552"/>
              <a:gd name="connsiteX150" fmla="*/ 104642 w 261714"/>
              <a:gd name="connsiteY150" fmla="*/ 411580 h 420552"/>
              <a:gd name="connsiteX151" fmla="*/ 94467 w 261714"/>
              <a:gd name="connsiteY151" fmla="*/ 411580 h 420552"/>
              <a:gd name="connsiteX152" fmla="*/ 88109 w 261714"/>
              <a:gd name="connsiteY152" fmla="*/ 409393 h 420552"/>
              <a:gd name="connsiteX153" fmla="*/ 79843 w 261714"/>
              <a:gd name="connsiteY153" fmla="*/ 408850 h 420552"/>
              <a:gd name="connsiteX154" fmla="*/ 71576 w 261714"/>
              <a:gd name="connsiteY154" fmla="*/ 407757 h 420552"/>
              <a:gd name="connsiteX155" fmla="*/ 69668 w 261714"/>
              <a:gd name="connsiteY155" fmla="*/ 407757 h 420552"/>
              <a:gd name="connsiteX156" fmla="*/ 74120 w 261714"/>
              <a:gd name="connsiteY156" fmla="*/ 406118 h 420552"/>
              <a:gd name="connsiteX157" fmla="*/ 77935 w 261714"/>
              <a:gd name="connsiteY157" fmla="*/ 402293 h 420552"/>
              <a:gd name="connsiteX158" fmla="*/ 86201 w 261714"/>
              <a:gd name="connsiteY158" fmla="*/ 399560 h 420552"/>
              <a:gd name="connsiteX159" fmla="*/ 86201 w 261714"/>
              <a:gd name="connsiteY159" fmla="*/ 394641 h 420552"/>
              <a:gd name="connsiteX160" fmla="*/ 88745 w 261714"/>
              <a:gd name="connsiteY160" fmla="*/ 391908 h 420552"/>
              <a:gd name="connsiteX161" fmla="*/ 88107 w 261714"/>
              <a:gd name="connsiteY161" fmla="*/ 382071 h 420552"/>
              <a:gd name="connsiteX162" fmla="*/ 91922 w 261714"/>
              <a:gd name="connsiteY162" fmla="*/ 366770 h 420552"/>
              <a:gd name="connsiteX163" fmla="*/ 91284 w 261714"/>
              <a:gd name="connsiteY163" fmla="*/ 344909 h 420552"/>
              <a:gd name="connsiteX164" fmla="*/ 95100 w 261714"/>
              <a:gd name="connsiteY164" fmla="*/ 337805 h 420552"/>
              <a:gd name="connsiteX165" fmla="*/ 91284 w 261714"/>
              <a:gd name="connsiteY165" fmla="*/ 326874 h 420552"/>
              <a:gd name="connsiteX166" fmla="*/ 91284 w 261714"/>
              <a:gd name="connsiteY166" fmla="*/ 321955 h 420552"/>
              <a:gd name="connsiteX167" fmla="*/ 86197 w 261714"/>
              <a:gd name="connsiteY167" fmla="*/ 323595 h 420552"/>
              <a:gd name="connsiteX168" fmla="*/ 84289 w 261714"/>
              <a:gd name="connsiteY168" fmla="*/ 324147 h 420552"/>
              <a:gd name="connsiteX169" fmla="*/ 77294 w 261714"/>
              <a:gd name="connsiteY169" fmla="*/ 330158 h 420552"/>
              <a:gd name="connsiteX170" fmla="*/ 67120 w 261714"/>
              <a:gd name="connsiteY170" fmla="*/ 339996 h 420552"/>
              <a:gd name="connsiteX171" fmla="*/ 59489 w 261714"/>
              <a:gd name="connsiteY171" fmla="*/ 324693 h 420552"/>
              <a:gd name="connsiteX172" fmla="*/ 63305 w 261714"/>
              <a:gd name="connsiteY172" fmla="*/ 316496 h 420552"/>
              <a:gd name="connsiteX173" fmla="*/ 61397 w 261714"/>
              <a:gd name="connsiteY173" fmla="*/ 316496 h 420552"/>
              <a:gd name="connsiteX174" fmla="*/ 55039 w 261714"/>
              <a:gd name="connsiteY174" fmla="*/ 317039 h 420552"/>
              <a:gd name="connsiteX175" fmla="*/ 44864 w 261714"/>
              <a:gd name="connsiteY175" fmla="*/ 324690 h 420552"/>
              <a:gd name="connsiteX176" fmla="*/ 32146 w 261714"/>
              <a:gd name="connsiteY176" fmla="*/ 323597 h 420552"/>
              <a:gd name="connsiteX177" fmla="*/ 29603 w 261714"/>
              <a:gd name="connsiteY177" fmla="*/ 317585 h 420552"/>
              <a:gd name="connsiteX178" fmla="*/ 14978 w 261714"/>
              <a:gd name="connsiteY178" fmla="*/ 292446 h 420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</a:cxnLst>
            <a:rect l="l" t="t" r="r" b="b"/>
            <a:pathLst>
              <a:path w="261714" h="420552">
                <a:moveTo>
                  <a:pt x="14980" y="292448"/>
                </a:moveTo>
                <a:cubicBezTo>
                  <a:pt x="13904" y="287647"/>
                  <a:pt x="1534" y="282839"/>
                  <a:pt x="354" y="278785"/>
                </a:cubicBezTo>
                <a:cubicBezTo>
                  <a:pt x="-155" y="277037"/>
                  <a:pt x="121" y="275128"/>
                  <a:pt x="354" y="273321"/>
                </a:cubicBezTo>
                <a:cubicBezTo>
                  <a:pt x="440" y="272882"/>
                  <a:pt x="1571" y="267402"/>
                  <a:pt x="1626" y="267309"/>
                </a:cubicBezTo>
                <a:cubicBezTo>
                  <a:pt x="2749" y="265379"/>
                  <a:pt x="9257" y="261404"/>
                  <a:pt x="9257" y="261298"/>
                </a:cubicBezTo>
                <a:cubicBezTo>
                  <a:pt x="9257" y="260633"/>
                  <a:pt x="7534" y="261384"/>
                  <a:pt x="7349" y="260745"/>
                </a:cubicBezTo>
                <a:cubicBezTo>
                  <a:pt x="7073" y="259800"/>
                  <a:pt x="12851" y="255648"/>
                  <a:pt x="13708" y="255280"/>
                </a:cubicBezTo>
                <a:cubicBezTo>
                  <a:pt x="14953" y="254745"/>
                  <a:pt x="24321" y="252717"/>
                  <a:pt x="24518" y="252548"/>
                </a:cubicBezTo>
                <a:cubicBezTo>
                  <a:pt x="25738" y="251499"/>
                  <a:pt x="25260" y="248740"/>
                  <a:pt x="24518" y="247629"/>
                </a:cubicBezTo>
                <a:cubicBezTo>
                  <a:pt x="19018" y="239358"/>
                  <a:pt x="26202" y="251529"/>
                  <a:pt x="20703" y="243257"/>
                </a:cubicBezTo>
                <a:cubicBezTo>
                  <a:pt x="18853" y="240475"/>
                  <a:pt x="17938" y="236866"/>
                  <a:pt x="16252" y="233966"/>
                </a:cubicBezTo>
                <a:cubicBezTo>
                  <a:pt x="14449" y="230868"/>
                  <a:pt x="11707" y="228407"/>
                  <a:pt x="11165" y="224676"/>
                </a:cubicBezTo>
                <a:cubicBezTo>
                  <a:pt x="9119" y="210615"/>
                  <a:pt x="24704" y="219204"/>
                  <a:pt x="27697" y="213199"/>
                </a:cubicBezTo>
                <a:cubicBezTo>
                  <a:pt x="29036" y="210514"/>
                  <a:pt x="25612" y="207975"/>
                  <a:pt x="24518" y="206095"/>
                </a:cubicBezTo>
                <a:cubicBezTo>
                  <a:pt x="23424" y="204214"/>
                  <a:pt x="23103" y="201053"/>
                  <a:pt x="21339" y="199538"/>
                </a:cubicBezTo>
                <a:cubicBezTo>
                  <a:pt x="20641" y="198934"/>
                  <a:pt x="19608" y="198882"/>
                  <a:pt x="18795" y="198443"/>
                </a:cubicBezTo>
                <a:cubicBezTo>
                  <a:pt x="12825" y="195236"/>
                  <a:pt x="19773" y="198529"/>
                  <a:pt x="13708" y="194619"/>
                </a:cubicBezTo>
                <a:cubicBezTo>
                  <a:pt x="9758" y="192072"/>
                  <a:pt x="7541" y="190536"/>
                  <a:pt x="4805" y="186421"/>
                </a:cubicBezTo>
                <a:cubicBezTo>
                  <a:pt x="2705" y="183262"/>
                  <a:pt x="4720" y="177156"/>
                  <a:pt x="7985" y="175490"/>
                </a:cubicBezTo>
                <a:cubicBezTo>
                  <a:pt x="8545" y="175197"/>
                  <a:pt x="9262" y="175586"/>
                  <a:pt x="9893" y="175490"/>
                </a:cubicBezTo>
                <a:cubicBezTo>
                  <a:pt x="10548" y="175396"/>
                  <a:pt x="11146" y="175042"/>
                  <a:pt x="11800" y="174947"/>
                </a:cubicBezTo>
                <a:cubicBezTo>
                  <a:pt x="12429" y="174852"/>
                  <a:pt x="13708" y="175577"/>
                  <a:pt x="13708" y="174947"/>
                </a:cubicBezTo>
                <a:cubicBezTo>
                  <a:pt x="13708" y="174215"/>
                  <a:pt x="12356" y="174327"/>
                  <a:pt x="11800" y="173854"/>
                </a:cubicBezTo>
                <a:cubicBezTo>
                  <a:pt x="10946" y="173121"/>
                  <a:pt x="7166" y="169167"/>
                  <a:pt x="6713" y="168388"/>
                </a:cubicBezTo>
                <a:cubicBezTo>
                  <a:pt x="5326" y="166004"/>
                  <a:pt x="3258" y="157932"/>
                  <a:pt x="4805" y="155272"/>
                </a:cubicBezTo>
                <a:cubicBezTo>
                  <a:pt x="5675" y="153778"/>
                  <a:pt x="6938" y="151077"/>
                  <a:pt x="8621" y="150355"/>
                </a:cubicBezTo>
                <a:cubicBezTo>
                  <a:pt x="9789" y="149854"/>
                  <a:pt x="11177" y="150536"/>
                  <a:pt x="12436" y="150355"/>
                </a:cubicBezTo>
                <a:cubicBezTo>
                  <a:pt x="16480" y="149777"/>
                  <a:pt x="21311" y="149273"/>
                  <a:pt x="25155" y="147621"/>
                </a:cubicBezTo>
                <a:cubicBezTo>
                  <a:pt x="28649" y="146119"/>
                  <a:pt x="25680" y="147173"/>
                  <a:pt x="28333" y="144889"/>
                </a:cubicBezTo>
                <a:cubicBezTo>
                  <a:pt x="30899" y="142684"/>
                  <a:pt x="34869" y="142411"/>
                  <a:pt x="37236" y="139970"/>
                </a:cubicBezTo>
                <a:cubicBezTo>
                  <a:pt x="38256" y="138918"/>
                  <a:pt x="39662" y="134768"/>
                  <a:pt x="40415" y="133958"/>
                </a:cubicBezTo>
                <a:cubicBezTo>
                  <a:pt x="40864" y="133475"/>
                  <a:pt x="41888" y="133872"/>
                  <a:pt x="42323" y="133406"/>
                </a:cubicBezTo>
                <a:cubicBezTo>
                  <a:pt x="43270" y="132321"/>
                  <a:pt x="41875" y="129057"/>
                  <a:pt x="41685" y="127942"/>
                </a:cubicBezTo>
                <a:cubicBezTo>
                  <a:pt x="41357" y="125990"/>
                  <a:pt x="41970" y="123889"/>
                  <a:pt x="41685" y="121930"/>
                </a:cubicBezTo>
                <a:cubicBezTo>
                  <a:pt x="41288" y="119201"/>
                  <a:pt x="39579" y="116913"/>
                  <a:pt x="39142" y="114279"/>
                </a:cubicBezTo>
                <a:cubicBezTo>
                  <a:pt x="38477" y="110281"/>
                  <a:pt x="41883" y="106423"/>
                  <a:pt x="40413" y="103895"/>
                </a:cubicBezTo>
                <a:cubicBezTo>
                  <a:pt x="38764" y="101060"/>
                  <a:pt x="39663" y="103248"/>
                  <a:pt x="37233" y="101163"/>
                </a:cubicBezTo>
                <a:cubicBezTo>
                  <a:pt x="35079" y="99310"/>
                  <a:pt x="35694" y="95499"/>
                  <a:pt x="35326" y="92965"/>
                </a:cubicBezTo>
                <a:cubicBezTo>
                  <a:pt x="35240" y="92388"/>
                  <a:pt x="34443" y="91857"/>
                  <a:pt x="34688" y="91325"/>
                </a:cubicBezTo>
                <a:cubicBezTo>
                  <a:pt x="35658" y="89241"/>
                  <a:pt x="41882" y="89979"/>
                  <a:pt x="43591" y="89685"/>
                </a:cubicBezTo>
                <a:cubicBezTo>
                  <a:pt x="48981" y="88759"/>
                  <a:pt x="50945" y="88481"/>
                  <a:pt x="56308" y="89133"/>
                </a:cubicBezTo>
                <a:cubicBezTo>
                  <a:pt x="62756" y="89927"/>
                  <a:pt x="64914" y="94290"/>
                  <a:pt x="72205" y="93506"/>
                </a:cubicBezTo>
                <a:cubicBezTo>
                  <a:pt x="89939" y="91601"/>
                  <a:pt x="71271" y="74636"/>
                  <a:pt x="79200" y="67820"/>
                </a:cubicBezTo>
                <a:cubicBezTo>
                  <a:pt x="80888" y="66370"/>
                  <a:pt x="86131" y="61451"/>
                  <a:pt x="88102" y="61263"/>
                </a:cubicBezTo>
                <a:cubicBezTo>
                  <a:pt x="91048" y="60978"/>
                  <a:pt x="93255" y="62929"/>
                  <a:pt x="95733" y="63995"/>
                </a:cubicBezTo>
                <a:cubicBezTo>
                  <a:pt x="99856" y="65767"/>
                  <a:pt x="95440" y="63529"/>
                  <a:pt x="99549" y="64547"/>
                </a:cubicBezTo>
                <a:cubicBezTo>
                  <a:pt x="101341" y="64978"/>
                  <a:pt x="102790" y="66733"/>
                  <a:pt x="104635" y="66733"/>
                </a:cubicBezTo>
                <a:cubicBezTo>
                  <a:pt x="107135" y="66733"/>
                  <a:pt x="109970" y="64658"/>
                  <a:pt x="112266" y="64000"/>
                </a:cubicBezTo>
                <a:cubicBezTo>
                  <a:pt x="115212" y="63155"/>
                  <a:pt x="118804" y="63216"/>
                  <a:pt x="121805" y="62360"/>
                </a:cubicBezTo>
                <a:cubicBezTo>
                  <a:pt x="127362" y="60768"/>
                  <a:pt x="127678" y="54522"/>
                  <a:pt x="126892" y="49791"/>
                </a:cubicBezTo>
                <a:cubicBezTo>
                  <a:pt x="126693" y="48634"/>
                  <a:pt x="125812" y="47669"/>
                  <a:pt x="125620" y="46512"/>
                </a:cubicBezTo>
                <a:cubicBezTo>
                  <a:pt x="125309" y="44636"/>
                  <a:pt x="125620" y="42411"/>
                  <a:pt x="125620" y="40500"/>
                </a:cubicBezTo>
                <a:cubicBezTo>
                  <a:pt x="125620" y="39226"/>
                  <a:pt x="125051" y="37816"/>
                  <a:pt x="125620" y="36674"/>
                </a:cubicBezTo>
                <a:cubicBezTo>
                  <a:pt x="126902" y="34104"/>
                  <a:pt x="130619" y="32402"/>
                  <a:pt x="133251" y="31756"/>
                </a:cubicBezTo>
                <a:cubicBezTo>
                  <a:pt x="137769" y="30647"/>
                  <a:pt x="141233" y="34914"/>
                  <a:pt x="145332" y="36674"/>
                </a:cubicBezTo>
                <a:cubicBezTo>
                  <a:pt x="149695" y="38548"/>
                  <a:pt x="154326" y="38313"/>
                  <a:pt x="158687" y="40500"/>
                </a:cubicBezTo>
                <a:cubicBezTo>
                  <a:pt x="162470" y="42397"/>
                  <a:pt x="172846" y="49203"/>
                  <a:pt x="177127" y="48151"/>
                </a:cubicBezTo>
                <a:cubicBezTo>
                  <a:pt x="183211" y="46657"/>
                  <a:pt x="186424" y="38183"/>
                  <a:pt x="189209" y="33396"/>
                </a:cubicBezTo>
                <a:cubicBezTo>
                  <a:pt x="190729" y="30783"/>
                  <a:pt x="190270" y="32354"/>
                  <a:pt x="193025" y="30663"/>
                </a:cubicBezTo>
                <a:cubicBezTo>
                  <a:pt x="196257" y="28679"/>
                  <a:pt x="198788" y="22772"/>
                  <a:pt x="199383" y="19186"/>
                </a:cubicBezTo>
                <a:cubicBezTo>
                  <a:pt x="199624" y="17727"/>
                  <a:pt x="198978" y="8678"/>
                  <a:pt x="199383" y="8256"/>
                </a:cubicBezTo>
                <a:cubicBezTo>
                  <a:pt x="201987" y="5572"/>
                  <a:pt x="206413" y="6178"/>
                  <a:pt x="209558" y="4977"/>
                </a:cubicBezTo>
                <a:cubicBezTo>
                  <a:pt x="211184" y="4356"/>
                  <a:pt x="212594" y="3258"/>
                  <a:pt x="214009" y="2245"/>
                </a:cubicBezTo>
                <a:cubicBezTo>
                  <a:pt x="214690" y="1753"/>
                  <a:pt x="215917" y="1442"/>
                  <a:pt x="215917" y="605"/>
                </a:cubicBezTo>
                <a:cubicBezTo>
                  <a:pt x="215917" y="-128"/>
                  <a:pt x="214683" y="-777"/>
                  <a:pt x="214009" y="-487"/>
                </a:cubicBezTo>
                <a:cubicBezTo>
                  <a:pt x="212355" y="220"/>
                  <a:pt x="216311" y="2362"/>
                  <a:pt x="217825" y="3338"/>
                </a:cubicBezTo>
                <a:cubicBezTo>
                  <a:pt x="220964" y="5361"/>
                  <a:pt x="222328" y="8347"/>
                  <a:pt x="224184" y="11535"/>
                </a:cubicBezTo>
                <a:cubicBezTo>
                  <a:pt x="228671" y="19248"/>
                  <a:pt x="223373" y="11294"/>
                  <a:pt x="228634" y="16454"/>
                </a:cubicBezTo>
                <a:cubicBezTo>
                  <a:pt x="233050" y="20791"/>
                  <a:pt x="228109" y="17643"/>
                  <a:pt x="232450" y="21372"/>
                </a:cubicBezTo>
                <a:cubicBezTo>
                  <a:pt x="233010" y="21846"/>
                  <a:pt x="233858" y="21933"/>
                  <a:pt x="234358" y="22465"/>
                </a:cubicBezTo>
                <a:cubicBezTo>
                  <a:pt x="236999" y="25303"/>
                  <a:pt x="235647" y="29585"/>
                  <a:pt x="238809" y="32303"/>
                </a:cubicBezTo>
                <a:cubicBezTo>
                  <a:pt x="241122" y="34290"/>
                  <a:pt x="243384" y="33053"/>
                  <a:pt x="245803" y="33942"/>
                </a:cubicBezTo>
                <a:cubicBezTo>
                  <a:pt x="248921" y="35090"/>
                  <a:pt x="247369" y="36900"/>
                  <a:pt x="248347" y="38860"/>
                </a:cubicBezTo>
                <a:cubicBezTo>
                  <a:pt x="250073" y="42321"/>
                  <a:pt x="254328" y="43684"/>
                  <a:pt x="255342" y="47605"/>
                </a:cubicBezTo>
                <a:cubicBezTo>
                  <a:pt x="255972" y="50056"/>
                  <a:pt x="255205" y="55542"/>
                  <a:pt x="253434" y="57442"/>
                </a:cubicBezTo>
                <a:cubicBezTo>
                  <a:pt x="252934" y="57977"/>
                  <a:pt x="252026" y="58002"/>
                  <a:pt x="251527" y="58536"/>
                </a:cubicBezTo>
                <a:cubicBezTo>
                  <a:pt x="250121" y="60046"/>
                  <a:pt x="248789" y="63240"/>
                  <a:pt x="247712" y="65093"/>
                </a:cubicBezTo>
                <a:cubicBezTo>
                  <a:pt x="246112" y="67842"/>
                  <a:pt x="244564" y="75643"/>
                  <a:pt x="245168" y="78756"/>
                </a:cubicBezTo>
                <a:cubicBezTo>
                  <a:pt x="245495" y="80427"/>
                  <a:pt x="247143" y="82405"/>
                  <a:pt x="246440" y="84221"/>
                </a:cubicBezTo>
                <a:cubicBezTo>
                  <a:pt x="245435" y="86810"/>
                  <a:pt x="243232" y="89377"/>
                  <a:pt x="241988" y="91872"/>
                </a:cubicBezTo>
                <a:cubicBezTo>
                  <a:pt x="240264" y="95330"/>
                  <a:pt x="238809" y="100618"/>
                  <a:pt x="238809" y="104442"/>
                </a:cubicBezTo>
                <a:cubicBezTo>
                  <a:pt x="238809" y="107359"/>
                  <a:pt x="240298" y="110308"/>
                  <a:pt x="240716" y="113186"/>
                </a:cubicBezTo>
                <a:cubicBezTo>
                  <a:pt x="240984" y="115028"/>
                  <a:pt x="241001" y="116834"/>
                  <a:pt x="241354" y="118651"/>
                </a:cubicBezTo>
                <a:cubicBezTo>
                  <a:pt x="241742" y="120673"/>
                  <a:pt x="243561" y="122084"/>
                  <a:pt x="243898" y="124116"/>
                </a:cubicBezTo>
                <a:cubicBezTo>
                  <a:pt x="244381" y="127038"/>
                  <a:pt x="243760" y="129488"/>
                  <a:pt x="245170" y="132313"/>
                </a:cubicBezTo>
                <a:cubicBezTo>
                  <a:pt x="245480" y="132934"/>
                  <a:pt x="246249" y="133290"/>
                  <a:pt x="246442" y="133953"/>
                </a:cubicBezTo>
                <a:cubicBezTo>
                  <a:pt x="246942" y="135678"/>
                  <a:pt x="246726" y="138143"/>
                  <a:pt x="247079" y="139965"/>
                </a:cubicBezTo>
                <a:cubicBezTo>
                  <a:pt x="247433" y="141787"/>
                  <a:pt x="248731" y="142928"/>
                  <a:pt x="248351" y="144884"/>
                </a:cubicBezTo>
                <a:cubicBezTo>
                  <a:pt x="247989" y="146771"/>
                  <a:pt x="247199" y="151040"/>
                  <a:pt x="245807" y="152535"/>
                </a:cubicBezTo>
                <a:cubicBezTo>
                  <a:pt x="243579" y="154929"/>
                  <a:pt x="240156" y="156176"/>
                  <a:pt x="238813" y="159639"/>
                </a:cubicBezTo>
                <a:cubicBezTo>
                  <a:pt x="238503" y="160450"/>
                  <a:pt x="238494" y="174656"/>
                  <a:pt x="238813" y="175488"/>
                </a:cubicBezTo>
                <a:cubicBezTo>
                  <a:pt x="240221" y="179117"/>
                  <a:pt x="243355" y="180561"/>
                  <a:pt x="245171" y="183686"/>
                </a:cubicBezTo>
                <a:cubicBezTo>
                  <a:pt x="247146" y="187079"/>
                  <a:pt x="248919" y="190675"/>
                  <a:pt x="250895" y="194069"/>
                </a:cubicBezTo>
                <a:cubicBezTo>
                  <a:pt x="251240" y="194664"/>
                  <a:pt x="251740" y="195162"/>
                  <a:pt x="252167" y="195709"/>
                </a:cubicBezTo>
                <a:cubicBezTo>
                  <a:pt x="252805" y="196080"/>
                  <a:pt x="253655" y="196200"/>
                  <a:pt x="254074" y="196803"/>
                </a:cubicBezTo>
                <a:cubicBezTo>
                  <a:pt x="254902" y="197983"/>
                  <a:pt x="253522" y="201552"/>
                  <a:pt x="254074" y="202814"/>
                </a:cubicBezTo>
                <a:cubicBezTo>
                  <a:pt x="254410" y="203581"/>
                  <a:pt x="255468" y="203791"/>
                  <a:pt x="255982" y="204453"/>
                </a:cubicBezTo>
                <a:cubicBezTo>
                  <a:pt x="257504" y="206415"/>
                  <a:pt x="255844" y="205950"/>
                  <a:pt x="256620" y="208279"/>
                </a:cubicBezTo>
                <a:cubicBezTo>
                  <a:pt x="257301" y="210314"/>
                  <a:pt x="259216" y="212033"/>
                  <a:pt x="259799" y="214290"/>
                </a:cubicBezTo>
                <a:cubicBezTo>
                  <a:pt x="259980" y="214997"/>
                  <a:pt x="259696" y="215755"/>
                  <a:pt x="259799" y="216476"/>
                </a:cubicBezTo>
                <a:cubicBezTo>
                  <a:pt x="260152" y="218884"/>
                  <a:pt x="261354" y="221149"/>
                  <a:pt x="261708" y="223581"/>
                </a:cubicBezTo>
                <a:cubicBezTo>
                  <a:pt x="262285" y="227550"/>
                  <a:pt x="259359" y="228155"/>
                  <a:pt x="257256" y="230686"/>
                </a:cubicBezTo>
                <a:cubicBezTo>
                  <a:pt x="255153" y="233216"/>
                  <a:pt x="254245" y="236885"/>
                  <a:pt x="251533" y="238883"/>
                </a:cubicBezTo>
                <a:cubicBezTo>
                  <a:pt x="248501" y="241116"/>
                  <a:pt x="244674" y="241929"/>
                  <a:pt x="242630" y="245441"/>
                </a:cubicBezTo>
                <a:cubicBezTo>
                  <a:pt x="241554" y="247291"/>
                  <a:pt x="241358" y="249382"/>
                  <a:pt x="241358" y="251453"/>
                </a:cubicBezTo>
                <a:cubicBezTo>
                  <a:pt x="241358" y="261416"/>
                  <a:pt x="247431" y="261096"/>
                  <a:pt x="250261" y="268395"/>
                </a:cubicBezTo>
                <a:cubicBezTo>
                  <a:pt x="250460" y="268903"/>
                  <a:pt x="250063" y="269525"/>
                  <a:pt x="250261" y="270035"/>
                </a:cubicBezTo>
                <a:cubicBezTo>
                  <a:pt x="251080" y="272156"/>
                  <a:pt x="253996" y="273344"/>
                  <a:pt x="254713" y="275499"/>
                </a:cubicBezTo>
                <a:cubicBezTo>
                  <a:pt x="255938" y="279186"/>
                  <a:pt x="253326" y="283941"/>
                  <a:pt x="252805" y="287522"/>
                </a:cubicBezTo>
                <a:cubicBezTo>
                  <a:pt x="252331" y="290795"/>
                  <a:pt x="252072" y="294094"/>
                  <a:pt x="251533" y="297359"/>
                </a:cubicBezTo>
                <a:cubicBezTo>
                  <a:pt x="250705" y="302319"/>
                  <a:pt x="248547" y="307124"/>
                  <a:pt x="247717" y="312115"/>
                </a:cubicBezTo>
                <a:cubicBezTo>
                  <a:pt x="247476" y="313560"/>
                  <a:pt x="250382" y="318816"/>
                  <a:pt x="248989" y="320313"/>
                </a:cubicBezTo>
                <a:cubicBezTo>
                  <a:pt x="247395" y="322027"/>
                  <a:pt x="246312" y="321150"/>
                  <a:pt x="244539" y="321406"/>
                </a:cubicBezTo>
                <a:cubicBezTo>
                  <a:pt x="240059" y="322044"/>
                  <a:pt x="245271" y="321742"/>
                  <a:pt x="240723" y="323045"/>
                </a:cubicBezTo>
                <a:cubicBezTo>
                  <a:pt x="237779" y="323891"/>
                  <a:pt x="234163" y="322313"/>
                  <a:pt x="231184" y="323045"/>
                </a:cubicBezTo>
                <a:cubicBezTo>
                  <a:pt x="224753" y="324625"/>
                  <a:pt x="231098" y="323132"/>
                  <a:pt x="228005" y="325778"/>
                </a:cubicBezTo>
                <a:cubicBezTo>
                  <a:pt x="228005" y="325778"/>
                  <a:pt x="219604" y="328022"/>
                  <a:pt x="218467" y="328511"/>
                </a:cubicBezTo>
                <a:cubicBezTo>
                  <a:pt x="215871" y="329626"/>
                  <a:pt x="214131" y="332502"/>
                  <a:pt x="211472" y="332883"/>
                </a:cubicBezTo>
                <a:cubicBezTo>
                  <a:pt x="210358" y="333047"/>
                  <a:pt x="198949" y="333547"/>
                  <a:pt x="198118" y="333434"/>
                </a:cubicBezTo>
                <a:cubicBezTo>
                  <a:pt x="194228" y="332874"/>
                  <a:pt x="190357" y="329656"/>
                  <a:pt x="186037" y="331248"/>
                </a:cubicBezTo>
                <a:cubicBezTo>
                  <a:pt x="182691" y="332481"/>
                  <a:pt x="181093" y="335958"/>
                  <a:pt x="178406" y="337807"/>
                </a:cubicBezTo>
                <a:cubicBezTo>
                  <a:pt x="175664" y="339692"/>
                  <a:pt x="171301" y="337574"/>
                  <a:pt x="168232" y="338900"/>
                </a:cubicBezTo>
                <a:cubicBezTo>
                  <a:pt x="163502" y="340932"/>
                  <a:pt x="160367" y="344911"/>
                  <a:pt x="154877" y="344911"/>
                </a:cubicBezTo>
                <a:cubicBezTo>
                  <a:pt x="153721" y="344911"/>
                  <a:pt x="152111" y="345083"/>
                  <a:pt x="151062" y="344359"/>
                </a:cubicBezTo>
                <a:cubicBezTo>
                  <a:pt x="149922" y="343575"/>
                  <a:pt x="149481" y="342074"/>
                  <a:pt x="148518" y="341080"/>
                </a:cubicBezTo>
                <a:cubicBezTo>
                  <a:pt x="147429" y="339956"/>
                  <a:pt x="145768" y="339493"/>
                  <a:pt x="144704" y="338348"/>
                </a:cubicBezTo>
                <a:cubicBezTo>
                  <a:pt x="142464" y="335941"/>
                  <a:pt x="144928" y="336285"/>
                  <a:pt x="140252" y="335615"/>
                </a:cubicBezTo>
                <a:cubicBezTo>
                  <a:pt x="139367" y="335486"/>
                  <a:pt x="137435" y="334497"/>
                  <a:pt x="136437" y="335072"/>
                </a:cubicBezTo>
                <a:cubicBezTo>
                  <a:pt x="134893" y="335956"/>
                  <a:pt x="132505" y="340236"/>
                  <a:pt x="133258" y="342176"/>
                </a:cubicBezTo>
                <a:cubicBezTo>
                  <a:pt x="133508" y="342814"/>
                  <a:pt x="134280" y="343171"/>
                  <a:pt x="134530" y="343816"/>
                </a:cubicBezTo>
                <a:cubicBezTo>
                  <a:pt x="135133" y="345370"/>
                  <a:pt x="134211" y="347632"/>
                  <a:pt x="134530" y="349281"/>
                </a:cubicBezTo>
                <a:cubicBezTo>
                  <a:pt x="134754" y="350432"/>
                  <a:pt x="135609" y="351404"/>
                  <a:pt x="135800" y="352561"/>
                </a:cubicBezTo>
                <a:cubicBezTo>
                  <a:pt x="136128" y="354510"/>
                  <a:pt x="135473" y="356622"/>
                  <a:pt x="135800" y="358572"/>
                </a:cubicBezTo>
                <a:cubicBezTo>
                  <a:pt x="135999" y="359728"/>
                  <a:pt x="136850" y="360699"/>
                  <a:pt x="137072" y="361851"/>
                </a:cubicBezTo>
                <a:cubicBezTo>
                  <a:pt x="137728" y="365227"/>
                  <a:pt x="137072" y="368852"/>
                  <a:pt x="137710" y="372234"/>
                </a:cubicBezTo>
                <a:cubicBezTo>
                  <a:pt x="138159" y="374552"/>
                  <a:pt x="136761" y="381532"/>
                  <a:pt x="137710" y="383165"/>
                </a:cubicBezTo>
                <a:cubicBezTo>
                  <a:pt x="138792" y="385024"/>
                  <a:pt x="142704" y="384563"/>
                  <a:pt x="144069" y="388084"/>
                </a:cubicBezTo>
                <a:cubicBezTo>
                  <a:pt x="144466" y="389102"/>
                  <a:pt x="143672" y="390343"/>
                  <a:pt x="144069" y="391362"/>
                </a:cubicBezTo>
                <a:cubicBezTo>
                  <a:pt x="144319" y="392009"/>
                  <a:pt x="144993" y="392404"/>
                  <a:pt x="145341" y="393001"/>
                </a:cubicBezTo>
                <a:cubicBezTo>
                  <a:pt x="146694" y="395328"/>
                  <a:pt x="146532" y="398328"/>
                  <a:pt x="147885" y="400653"/>
                </a:cubicBezTo>
                <a:cubicBezTo>
                  <a:pt x="148229" y="401248"/>
                  <a:pt x="148906" y="401647"/>
                  <a:pt x="149157" y="402293"/>
                </a:cubicBezTo>
                <a:cubicBezTo>
                  <a:pt x="149984" y="404430"/>
                  <a:pt x="147772" y="403746"/>
                  <a:pt x="150428" y="405572"/>
                </a:cubicBezTo>
                <a:cubicBezTo>
                  <a:pt x="150971" y="405942"/>
                  <a:pt x="151834" y="405684"/>
                  <a:pt x="152336" y="406115"/>
                </a:cubicBezTo>
                <a:cubicBezTo>
                  <a:pt x="156196" y="409433"/>
                  <a:pt x="148763" y="406227"/>
                  <a:pt x="154880" y="408847"/>
                </a:cubicBezTo>
                <a:cubicBezTo>
                  <a:pt x="156561" y="409562"/>
                  <a:pt x="159116" y="410010"/>
                  <a:pt x="160602" y="411033"/>
                </a:cubicBezTo>
                <a:cubicBezTo>
                  <a:pt x="163277" y="412872"/>
                  <a:pt x="161662" y="417410"/>
                  <a:pt x="159965" y="419231"/>
                </a:cubicBezTo>
                <a:cubicBezTo>
                  <a:pt x="157903" y="421446"/>
                  <a:pt x="150993" y="418260"/>
                  <a:pt x="148518" y="417046"/>
                </a:cubicBezTo>
                <a:cubicBezTo>
                  <a:pt x="147203" y="416390"/>
                  <a:pt x="146078" y="415366"/>
                  <a:pt x="144703" y="414859"/>
                </a:cubicBezTo>
                <a:cubicBezTo>
                  <a:pt x="141442" y="413658"/>
                  <a:pt x="137854" y="414040"/>
                  <a:pt x="134528" y="413219"/>
                </a:cubicBezTo>
                <a:cubicBezTo>
                  <a:pt x="131333" y="412434"/>
                  <a:pt x="129054" y="410855"/>
                  <a:pt x="125626" y="410487"/>
                </a:cubicBezTo>
                <a:cubicBezTo>
                  <a:pt x="118539" y="409719"/>
                  <a:pt x="111697" y="411580"/>
                  <a:pt x="104642" y="411580"/>
                </a:cubicBezTo>
                <a:cubicBezTo>
                  <a:pt x="101326" y="411580"/>
                  <a:pt x="97755" y="411985"/>
                  <a:pt x="94467" y="411580"/>
                </a:cubicBezTo>
                <a:cubicBezTo>
                  <a:pt x="92012" y="411278"/>
                  <a:pt x="90482" y="409685"/>
                  <a:pt x="88109" y="409393"/>
                </a:cubicBezTo>
                <a:cubicBezTo>
                  <a:pt x="85382" y="409057"/>
                  <a:pt x="82562" y="409238"/>
                  <a:pt x="79843" y="408850"/>
                </a:cubicBezTo>
                <a:cubicBezTo>
                  <a:pt x="76879" y="408427"/>
                  <a:pt x="74665" y="407757"/>
                  <a:pt x="71576" y="407757"/>
                </a:cubicBezTo>
                <a:cubicBezTo>
                  <a:pt x="70938" y="407757"/>
                  <a:pt x="69186" y="408172"/>
                  <a:pt x="69668" y="407757"/>
                </a:cubicBezTo>
                <a:cubicBezTo>
                  <a:pt x="70868" y="406726"/>
                  <a:pt x="72846" y="407051"/>
                  <a:pt x="74120" y="406118"/>
                </a:cubicBezTo>
                <a:cubicBezTo>
                  <a:pt x="75569" y="405050"/>
                  <a:pt x="76450" y="403313"/>
                  <a:pt x="77935" y="402293"/>
                </a:cubicBezTo>
                <a:cubicBezTo>
                  <a:pt x="80117" y="400792"/>
                  <a:pt x="84554" y="401922"/>
                  <a:pt x="86201" y="399560"/>
                </a:cubicBezTo>
                <a:cubicBezTo>
                  <a:pt x="86822" y="398671"/>
                  <a:pt x="85986" y="395734"/>
                  <a:pt x="86201" y="394641"/>
                </a:cubicBezTo>
                <a:cubicBezTo>
                  <a:pt x="87342" y="388757"/>
                  <a:pt x="86029" y="397745"/>
                  <a:pt x="88745" y="391908"/>
                </a:cubicBezTo>
                <a:cubicBezTo>
                  <a:pt x="88831" y="391787"/>
                  <a:pt x="87789" y="383719"/>
                  <a:pt x="88107" y="382071"/>
                </a:cubicBezTo>
                <a:cubicBezTo>
                  <a:pt x="88822" y="378400"/>
                  <a:pt x="92371" y="369471"/>
                  <a:pt x="91922" y="366770"/>
                </a:cubicBezTo>
                <a:cubicBezTo>
                  <a:pt x="91361" y="363401"/>
                  <a:pt x="90229" y="347632"/>
                  <a:pt x="91284" y="344909"/>
                </a:cubicBezTo>
                <a:cubicBezTo>
                  <a:pt x="92236" y="342454"/>
                  <a:pt x="94557" y="340602"/>
                  <a:pt x="95100" y="337805"/>
                </a:cubicBezTo>
                <a:cubicBezTo>
                  <a:pt x="95789" y="334269"/>
                  <a:pt x="91961" y="330364"/>
                  <a:pt x="91284" y="326874"/>
                </a:cubicBezTo>
                <a:cubicBezTo>
                  <a:pt x="91068" y="325780"/>
                  <a:pt x="91905" y="322844"/>
                  <a:pt x="91284" y="321955"/>
                </a:cubicBezTo>
                <a:cubicBezTo>
                  <a:pt x="89130" y="318870"/>
                  <a:pt x="87609" y="322619"/>
                  <a:pt x="86197" y="323595"/>
                </a:cubicBezTo>
                <a:cubicBezTo>
                  <a:pt x="85654" y="323966"/>
                  <a:pt x="84853" y="323793"/>
                  <a:pt x="84289" y="324147"/>
                </a:cubicBezTo>
                <a:cubicBezTo>
                  <a:pt x="81946" y="325586"/>
                  <a:pt x="79225" y="328166"/>
                  <a:pt x="77294" y="330158"/>
                </a:cubicBezTo>
                <a:cubicBezTo>
                  <a:pt x="72828" y="334765"/>
                  <a:pt x="74232" y="337958"/>
                  <a:pt x="67120" y="339996"/>
                </a:cubicBezTo>
                <a:cubicBezTo>
                  <a:pt x="62559" y="341303"/>
                  <a:pt x="58139" y="328173"/>
                  <a:pt x="59489" y="324693"/>
                </a:cubicBezTo>
                <a:cubicBezTo>
                  <a:pt x="60007" y="323370"/>
                  <a:pt x="65391" y="318290"/>
                  <a:pt x="63305" y="316496"/>
                </a:cubicBezTo>
                <a:cubicBezTo>
                  <a:pt x="62822" y="316082"/>
                  <a:pt x="62033" y="316496"/>
                  <a:pt x="61397" y="316496"/>
                </a:cubicBezTo>
                <a:cubicBezTo>
                  <a:pt x="59254" y="316496"/>
                  <a:pt x="57069" y="316169"/>
                  <a:pt x="55039" y="317039"/>
                </a:cubicBezTo>
                <a:cubicBezTo>
                  <a:pt x="51010" y="318770"/>
                  <a:pt x="48521" y="322595"/>
                  <a:pt x="44864" y="324690"/>
                </a:cubicBezTo>
                <a:cubicBezTo>
                  <a:pt x="41037" y="326882"/>
                  <a:pt x="34953" y="327214"/>
                  <a:pt x="32146" y="323597"/>
                </a:cubicBezTo>
                <a:cubicBezTo>
                  <a:pt x="30979" y="322092"/>
                  <a:pt x="29535" y="319607"/>
                  <a:pt x="29603" y="317585"/>
                </a:cubicBezTo>
                <a:cubicBezTo>
                  <a:pt x="29793" y="311925"/>
                  <a:pt x="30448" y="306291"/>
                  <a:pt x="14978" y="292446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9" name="任意多边形: 形状 218">
            <a:extLst>
              <a:ext uri="{FF2B5EF4-FFF2-40B4-BE49-F238E27FC236}">
                <a16:creationId xmlns:a16="http://schemas.microsoft.com/office/drawing/2014/main" id="{A2F630BD-0CA9-6CCF-AFF0-40DB3E639CBF}"/>
              </a:ext>
            </a:extLst>
          </p:cNvPr>
          <p:cNvSpPr/>
          <p:nvPr/>
        </p:nvSpPr>
        <p:spPr>
          <a:xfrm>
            <a:off x="7516073" y="4217263"/>
            <a:ext cx="163318" cy="304056"/>
          </a:xfrm>
          <a:custGeom>
            <a:avLst/>
            <a:gdLst>
              <a:gd name="connsiteX0" fmla="*/ 67 w 163318"/>
              <a:gd name="connsiteY0" fmla="*/ 251518 h 304056"/>
              <a:gd name="connsiteX1" fmla="*/ 88826 w 163318"/>
              <a:gd name="connsiteY1" fmla="*/ 56248 h 304056"/>
              <a:gd name="connsiteX2" fmla="*/ 103028 w 163318"/>
              <a:gd name="connsiteY2" fmla="*/ -558 h 304056"/>
              <a:gd name="connsiteX3" fmla="*/ 113679 w 163318"/>
              <a:gd name="connsiteY3" fmla="*/ 27845 h 304056"/>
              <a:gd name="connsiteX4" fmla="*/ 124330 w 163318"/>
              <a:gd name="connsiteY4" fmla="*/ 27845 h 304056"/>
              <a:gd name="connsiteX5" fmla="*/ 142082 w 163318"/>
              <a:gd name="connsiteY5" fmla="*/ 10094 h 304056"/>
              <a:gd name="connsiteX6" fmla="*/ 163385 w 163318"/>
              <a:gd name="connsiteY6" fmla="*/ 24295 h 304056"/>
              <a:gd name="connsiteX7" fmla="*/ 134981 w 163318"/>
              <a:gd name="connsiteY7" fmla="*/ 287026 h 304056"/>
              <a:gd name="connsiteX8" fmla="*/ 56873 w 163318"/>
              <a:gd name="connsiteY8" fmla="*/ 301228 h 304056"/>
              <a:gd name="connsiteX9" fmla="*/ 67 w 163318"/>
              <a:gd name="connsiteY9" fmla="*/ 251523 h 304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3318" h="304056">
                <a:moveTo>
                  <a:pt x="67" y="251518"/>
                </a:moveTo>
                <a:cubicBezTo>
                  <a:pt x="67" y="251518"/>
                  <a:pt x="78176" y="95299"/>
                  <a:pt x="88826" y="56248"/>
                </a:cubicBezTo>
                <a:cubicBezTo>
                  <a:pt x="99476" y="17197"/>
                  <a:pt x="103028" y="-558"/>
                  <a:pt x="103028" y="-558"/>
                </a:cubicBezTo>
                <a:lnTo>
                  <a:pt x="113679" y="27845"/>
                </a:lnTo>
                <a:lnTo>
                  <a:pt x="124330" y="27845"/>
                </a:lnTo>
                <a:lnTo>
                  <a:pt x="142082" y="10094"/>
                </a:lnTo>
                <a:lnTo>
                  <a:pt x="163385" y="24295"/>
                </a:lnTo>
                <a:cubicBezTo>
                  <a:pt x="163385" y="24295"/>
                  <a:pt x="117229" y="262168"/>
                  <a:pt x="134981" y="287026"/>
                </a:cubicBezTo>
                <a:cubicBezTo>
                  <a:pt x="152733" y="311884"/>
                  <a:pt x="56873" y="301228"/>
                  <a:pt x="56873" y="301228"/>
                </a:cubicBezTo>
                <a:lnTo>
                  <a:pt x="67" y="251523"/>
                </a:ln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20" name="任意多边形: 形状 219">
            <a:extLst>
              <a:ext uri="{FF2B5EF4-FFF2-40B4-BE49-F238E27FC236}">
                <a16:creationId xmlns:a16="http://schemas.microsoft.com/office/drawing/2014/main" id="{76FB902E-6921-4CE0-F542-0D9C71E09167}"/>
              </a:ext>
            </a:extLst>
          </p:cNvPr>
          <p:cNvSpPr/>
          <p:nvPr/>
        </p:nvSpPr>
        <p:spPr>
          <a:xfrm>
            <a:off x="7597743" y="4238517"/>
            <a:ext cx="69697" cy="280483"/>
          </a:xfrm>
          <a:custGeom>
            <a:avLst/>
            <a:gdLst>
              <a:gd name="connsiteX0" fmla="*/ 56873 w 69697"/>
              <a:gd name="connsiteY0" fmla="*/ -556 h 280483"/>
              <a:gd name="connsiteX1" fmla="*/ 14269 w 69697"/>
              <a:gd name="connsiteY1" fmla="*/ 212467 h 280483"/>
              <a:gd name="connsiteX2" fmla="*/ 67 w 69697"/>
              <a:gd name="connsiteY2" fmla="*/ 279925 h 280483"/>
              <a:gd name="connsiteX3" fmla="*/ 60423 w 69697"/>
              <a:gd name="connsiteY3" fmla="*/ 262174 h 280483"/>
              <a:gd name="connsiteX4" fmla="*/ 60423 w 69697"/>
              <a:gd name="connsiteY4" fmla="*/ 95305 h 280483"/>
              <a:gd name="connsiteX5" fmla="*/ 56873 w 69697"/>
              <a:gd name="connsiteY5" fmla="*/ -558 h 280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697" h="280483">
                <a:moveTo>
                  <a:pt x="56873" y="-556"/>
                </a:moveTo>
                <a:cubicBezTo>
                  <a:pt x="56873" y="-556"/>
                  <a:pt x="21369" y="184065"/>
                  <a:pt x="14269" y="212467"/>
                </a:cubicBezTo>
                <a:cubicBezTo>
                  <a:pt x="7168" y="240869"/>
                  <a:pt x="67" y="279925"/>
                  <a:pt x="67" y="279925"/>
                </a:cubicBezTo>
                <a:lnTo>
                  <a:pt x="60423" y="262174"/>
                </a:lnTo>
                <a:cubicBezTo>
                  <a:pt x="60423" y="262174"/>
                  <a:pt x="39122" y="184065"/>
                  <a:pt x="60423" y="95305"/>
                </a:cubicBezTo>
                <a:cubicBezTo>
                  <a:pt x="81724" y="6546"/>
                  <a:pt x="60423" y="2994"/>
                  <a:pt x="56873" y="-558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21" name="任意多边形: 形状 220">
            <a:extLst>
              <a:ext uri="{FF2B5EF4-FFF2-40B4-BE49-F238E27FC236}">
                <a16:creationId xmlns:a16="http://schemas.microsoft.com/office/drawing/2014/main" id="{86B35036-C12E-28BC-63CB-E195FB9CE38D}"/>
              </a:ext>
            </a:extLst>
          </p:cNvPr>
          <p:cNvSpPr/>
          <p:nvPr/>
        </p:nvSpPr>
        <p:spPr>
          <a:xfrm>
            <a:off x="7445087" y="4178196"/>
            <a:ext cx="365691" cy="184620"/>
          </a:xfrm>
          <a:custGeom>
            <a:avLst/>
            <a:gdLst>
              <a:gd name="connsiteX0" fmla="*/ 28470 w 365691"/>
              <a:gd name="connsiteY0" fmla="*/ 184062 h 184620"/>
              <a:gd name="connsiteX1" fmla="*/ 181138 w 365691"/>
              <a:gd name="connsiteY1" fmla="*/ 102403 h 184620"/>
              <a:gd name="connsiteX2" fmla="*/ 365759 w 365691"/>
              <a:gd name="connsiteY2" fmla="*/ 84652 h 184620"/>
              <a:gd name="connsiteX3" fmla="*/ 355108 w 365691"/>
              <a:gd name="connsiteY3" fmla="*/ -558 h 184620"/>
              <a:gd name="connsiteX4" fmla="*/ 188239 w 365691"/>
              <a:gd name="connsiteY4" fmla="*/ 66899 h 184620"/>
              <a:gd name="connsiteX5" fmla="*/ 333805 w 365691"/>
              <a:gd name="connsiteY5" fmla="*/ 17194 h 184620"/>
              <a:gd name="connsiteX6" fmla="*/ 344457 w 365691"/>
              <a:gd name="connsiteY6" fmla="*/ 63349 h 184620"/>
              <a:gd name="connsiteX7" fmla="*/ 316053 w 365691"/>
              <a:gd name="connsiteY7" fmla="*/ 70450 h 184620"/>
              <a:gd name="connsiteX8" fmla="*/ 312503 w 365691"/>
              <a:gd name="connsiteY8" fmla="*/ 34945 h 184620"/>
              <a:gd name="connsiteX9" fmla="*/ 280549 w 365691"/>
              <a:gd name="connsiteY9" fmla="*/ 42047 h 184620"/>
              <a:gd name="connsiteX10" fmla="*/ 298301 w 365691"/>
              <a:gd name="connsiteY10" fmla="*/ 74000 h 184620"/>
              <a:gd name="connsiteX11" fmla="*/ 262797 w 365691"/>
              <a:gd name="connsiteY11" fmla="*/ 81101 h 184620"/>
              <a:gd name="connsiteX12" fmla="*/ 262797 w 365691"/>
              <a:gd name="connsiteY12" fmla="*/ 49147 h 184620"/>
              <a:gd name="connsiteX13" fmla="*/ 241495 w 365691"/>
              <a:gd name="connsiteY13" fmla="*/ 56248 h 184620"/>
              <a:gd name="connsiteX14" fmla="*/ 248595 w 365691"/>
              <a:gd name="connsiteY14" fmla="*/ 81101 h 184620"/>
              <a:gd name="connsiteX15" fmla="*/ 195339 w 365691"/>
              <a:gd name="connsiteY15" fmla="*/ 84652 h 184620"/>
              <a:gd name="connsiteX16" fmla="*/ 181138 w 365691"/>
              <a:gd name="connsiteY16" fmla="*/ 70450 h 184620"/>
              <a:gd name="connsiteX17" fmla="*/ 67 w 365691"/>
              <a:gd name="connsiteY17" fmla="*/ 134357 h 184620"/>
              <a:gd name="connsiteX18" fmla="*/ 10718 w 365691"/>
              <a:gd name="connsiteY18" fmla="*/ 166310 h 184620"/>
              <a:gd name="connsiteX19" fmla="*/ 42672 w 365691"/>
              <a:gd name="connsiteY19" fmla="*/ 162761 h 184620"/>
              <a:gd name="connsiteX20" fmla="*/ 17819 w 365691"/>
              <a:gd name="connsiteY20" fmla="*/ 141458 h 184620"/>
              <a:gd name="connsiteX21" fmla="*/ 49772 w 365691"/>
              <a:gd name="connsiteY21" fmla="*/ 130806 h 184620"/>
              <a:gd name="connsiteX22" fmla="*/ 56874 w 365691"/>
              <a:gd name="connsiteY22" fmla="*/ 159210 h 184620"/>
              <a:gd name="connsiteX23" fmla="*/ 85276 w 365691"/>
              <a:gd name="connsiteY23" fmla="*/ 137908 h 184620"/>
              <a:gd name="connsiteX24" fmla="*/ 67525 w 365691"/>
              <a:gd name="connsiteY24" fmla="*/ 113054 h 184620"/>
              <a:gd name="connsiteX25" fmla="*/ 99479 w 365691"/>
              <a:gd name="connsiteY25" fmla="*/ 105954 h 184620"/>
              <a:gd name="connsiteX26" fmla="*/ 110130 w 365691"/>
              <a:gd name="connsiteY26" fmla="*/ 127256 h 184620"/>
              <a:gd name="connsiteX27" fmla="*/ 152734 w 365691"/>
              <a:gd name="connsiteY27" fmla="*/ 105954 h 184620"/>
              <a:gd name="connsiteX28" fmla="*/ 131432 w 365691"/>
              <a:gd name="connsiteY28" fmla="*/ 84652 h 184620"/>
              <a:gd name="connsiteX29" fmla="*/ 159835 w 365691"/>
              <a:gd name="connsiteY29" fmla="*/ 84652 h 184620"/>
              <a:gd name="connsiteX30" fmla="*/ 166936 w 365691"/>
              <a:gd name="connsiteY30" fmla="*/ 105954 h 184620"/>
              <a:gd name="connsiteX31" fmla="*/ 28470 w 365691"/>
              <a:gd name="connsiteY31" fmla="*/ 184062 h 184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65691" h="184620">
                <a:moveTo>
                  <a:pt x="28470" y="184062"/>
                </a:moveTo>
                <a:lnTo>
                  <a:pt x="181138" y="102403"/>
                </a:lnTo>
                <a:lnTo>
                  <a:pt x="365759" y="84652"/>
                </a:lnTo>
                <a:lnTo>
                  <a:pt x="355108" y="-558"/>
                </a:lnTo>
                <a:lnTo>
                  <a:pt x="188239" y="66899"/>
                </a:lnTo>
                <a:lnTo>
                  <a:pt x="333805" y="17194"/>
                </a:lnTo>
                <a:lnTo>
                  <a:pt x="344457" y="63349"/>
                </a:lnTo>
                <a:lnTo>
                  <a:pt x="316053" y="70450"/>
                </a:lnTo>
                <a:lnTo>
                  <a:pt x="312503" y="34945"/>
                </a:lnTo>
                <a:lnTo>
                  <a:pt x="280549" y="42047"/>
                </a:lnTo>
                <a:lnTo>
                  <a:pt x="298301" y="74000"/>
                </a:lnTo>
                <a:lnTo>
                  <a:pt x="262797" y="81101"/>
                </a:lnTo>
                <a:lnTo>
                  <a:pt x="262797" y="49147"/>
                </a:lnTo>
                <a:lnTo>
                  <a:pt x="241495" y="56248"/>
                </a:lnTo>
                <a:lnTo>
                  <a:pt x="248595" y="81101"/>
                </a:lnTo>
                <a:lnTo>
                  <a:pt x="195339" y="84652"/>
                </a:lnTo>
                <a:lnTo>
                  <a:pt x="181138" y="70450"/>
                </a:lnTo>
                <a:lnTo>
                  <a:pt x="67" y="134357"/>
                </a:lnTo>
                <a:lnTo>
                  <a:pt x="10718" y="166310"/>
                </a:lnTo>
                <a:lnTo>
                  <a:pt x="42672" y="162761"/>
                </a:lnTo>
                <a:lnTo>
                  <a:pt x="17819" y="141458"/>
                </a:lnTo>
                <a:lnTo>
                  <a:pt x="49772" y="130806"/>
                </a:lnTo>
                <a:lnTo>
                  <a:pt x="56874" y="159210"/>
                </a:lnTo>
                <a:lnTo>
                  <a:pt x="85276" y="137908"/>
                </a:lnTo>
                <a:lnTo>
                  <a:pt x="67525" y="113054"/>
                </a:lnTo>
                <a:lnTo>
                  <a:pt x="99479" y="105954"/>
                </a:lnTo>
                <a:lnTo>
                  <a:pt x="110130" y="127256"/>
                </a:lnTo>
                <a:lnTo>
                  <a:pt x="152734" y="105954"/>
                </a:lnTo>
                <a:lnTo>
                  <a:pt x="131432" y="84652"/>
                </a:lnTo>
                <a:lnTo>
                  <a:pt x="159835" y="84652"/>
                </a:lnTo>
                <a:lnTo>
                  <a:pt x="166936" y="105954"/>
                </a:lnTo>
                <a:lnTo>
                  <a:pt x="28470" y="184062"/>
                </a:ln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22" name="任意多边形: 形状 221">
            <a:extLst>
              <a:ext uri="{FF2B5EF4-FFF2-40B4-BE49-F238E27FC236}">
                <a16:creationId xmlns:a16="http://schemas.microsoft.com/office/drawing/2014/main" id="{F6B7895A-E318-8D9C-F190-91D84A52BC95}"/>
              </a:ext>
            </a:extLst>
          </p:cNvPr>
          <p:cNvSpPr/>
          <p:nvPr/>
        </p:nvSpPr>
        <p:spPr>
          <a:xfrm>
            <a:off x="7503857" y="4105795"/>
            <a:ext cx="225019" cy="319692"/>
          </a:xfrm>
          <a:custGeom>
            <a:avLst/>
            <a:gdLst>
              <a:gd name="connsiteX0" fmla="*/ 225083 w 225019"/>
              <a:gd name="connsiteY0" fmla="*/ 288145 h 319692"/>
              <a:gd name="connsiteX1" fmla="*/ 124504 w 225019"/>
              <a:gd name="connsiteY1" fmla="*/ 161689 h 319692"/>
              <a:gd name="connsiteX2" fmla="*/ 83204 w 225019"/>
              <a:gd name="connsiteY2" fmla="*/ -558 h 319692"/>
              <a:gd name="connsiteX3" fmla="*/ 67 w 225019"/>
              <a:gd name="connsiteY3" fmla="*/ 18733 h 319692"/>
              <a:gd name="connsiteX4" fmla="*/ 88385 w 225019"/>
              <a:gd name="connsiteY4" fmla="*/ 159459 h 319692"/>
              <a:gd name="connsiteX5" fmla="*/ 20409 w 225019"/>
              <a:gd name="connsiteY5" fmla="*/ 35641 h 319692"/>
              <a:gd name="connsiteX6" fmla="*/ 64815 w 225019"/>
              <a:gd name="connsiteY6" fmla="*/ 20848 h 319692"/>
              <a:gd name="connsiteX7" fmla="*/ 75503 w 225019"/>
              <a:gd name="connsiteY7" fmla="*/ 45306 h 319692"/>
              <a:gd name="connsiteX8" fmla="*/ 40748 w 225019"/>
              <a:gd name="connsiteY8" fmla="*/ 52553 h 319692"/>
              <a:gd name="connsiteX9" fmla="*/ 51891 w 225019"/>
              <a:gd name="connsiteY9" fmla="*/ 80171 h 319692"/>
              <a:gd name="connsiteX10" fmla="*/ 81302 w 225019"/>
              <a:gd name="connsiteY10" fmla="*/ 60694 h 319692"/>
              <a:gd name="connsiteX11" fmla="*/ 92901 w 225019"/>
              <a:gd name="connsiteY11" fmla="*/ 91470 h 319692"/>
              <a:gd name="connsiteX12" fmla="*/ 61211 w 225019"/>
              <a:gd name="connsiteY12" fmla="*/ 95151 h 319692"/>
              <a:gd name="connsiteX13" fmla="*/ 70987 w 225019"/>
              <a:gd name="connsiteY13" fmla="*/ 113288 h 319692"/>
              <a:gd name="connsiteX14" fmla="*/ 94723 w 225019"/>
              <a:gd name="connsiteY14" fmla="*/ 104108 h 319692"/>
              <a:gd name="connsiteX15" fmla="*/ 105079 w 225019"/>
              <a:gd name="connsiteY15" fmla="*/ 151092 h 319692"/>
              <a:gd name="connsiteX16" fmla="*/ 92817 w 225019"/>
              <a:gd name="connsiteY16" fmla="*/ 165364 h 319692"/>
              <a:gd name="connsiteX17" fmla="*/ 179437 w 225019"/>
              <a:gd name="connsiteY17" fmla="*/ 319135 h 319692"/>
              <a:gd name="connsiteX18" fmla="*/ 209760 w 225019"/>
              <a:gd name="connsiteY18" fmla="*/ 305977 h 319692"/>
              <a:gd name="connsiteX19" fmla="*/ 202137 w 225019"/>
              <a:gd name="connsiteY19" fmla="*/ 277950 h 319692"/>
              <a:gd name="connsiteX20" fmla="*/ 184201 w 225019"/>
              <a:gd name="connsiteY20" fmla="*/ 302519 h 319692"/>
              <a:gd name="connsiteX21" fmla="*/ 169536 w 225019"/>
              <a:gd name="connsiteY21" fmla="*/ 275312 h 319692"/>
              <a:gd name="connsiteX22" fmla="*/ 196794 w 225019"/>
              <a:gd name="connsiteY22" fmla="*/ 265722 h 319692"/>
              <a:gd name="connsiteX23" fmla="*/ 172022 w 225019"/>
              <a:gd name="connsiteY23" fmla="*/ 242899 h 319692"/>
              <a:gd name="connsiteX24" fmla="*/ 149653 w 225019"/>
              <a:gd name="connsiteY24" fmla="*/ 261558 h 319692"/>
              <a:gd name="connsiteX25" fmla="*/ 138511 w 225019"/>
              <a:gd name="connsiteY25" fmla="*/ 233941 h 319692"/>
              <a:gd name="connsiteX26" fmla="*/ 158269 w 225019"/>
              <a:gd name="connsiteY26" fmla="*/ 222009 h 319692"/>
              <a:gd name="connsiteX27" fmla="*/ 131675 w 225019"/>
              <a:gd name="connsiteY27" fmla="*/ 186549 h 319692"/>
              <a:gd name="connsiteX28" fmla="*/ 113284 w 225019"/>
              <a:gd name="connsiteY28" fmla="*/ 207959 h 319692"/>
              <a:gd name="connsiteX29" fmla="*/ 109638 w 225019"/>
              <a:gd name="connsiteY29" fmla="*/ 182683 h 319692"/>
              <a:gd name="connsiteX30" fmla="*/ 129853 w 225019"/>
              <a:gd name="connsiteY30" fmla="*/ 173911 h 319692"/>
              <a:gd name="connsiteX31" fmla="*/ 225087 w 225019"/>
              <a:gd name="connsiteY31" fmla="*/ 288131 h 31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25019" h="319692">
                <a:moveTo>
                  <a:pt x="225083" y="288145"/>
                </a:moveTo>
                <a:lnTo>
                  <a:pt x="124504" y="161689"/>
                </a:lnTo>
                <a:lnTo>
                  <a:pt x="83204" y="-558"/>
                </a:lnTo>
                <a:lnTo>
                  <a:pt x="67" y="18733"/>
                </a:lnTo>
                <a:lnTo>
                  <a:pt x="88385" y="159459"/>
                </a:lnTo>
                <a:lnTo>
                  <a:pt x="20409" y="35641"/>
                </a:lnTo>
                <a:lnTo>
                  <a:pt x="64815" y="20848"/>
                </a:lnTo>
                <a:lnTo>
                  <a:pt x="75503" y="45306"/>
                </a:lnTo>
                <a:lnTo>
                  <a:pt x="40748" y="52553"/>
                </a:lnTo>
                <a:lnTo>
                  <a:pt x="51891" y="80171"/>
                </a:lnTo>
                <a:lnTo>
                  <a:pt x="81302" y="60694"/>
                </a:lnTo>
                <a:lnTo>
                  <a:pt x="92901" y="91470"/>
                </a:lnTo>
                <a:lnTo>
                  <a:pt x="61211" y="95151"/>
                </a:lnTo>
                <a:lnTo>
                  <a:pt x="70987" y="113288"/>
                </a:lnTo>
                <a:lnTo>
                  <a:pt x="94723" y="104108"/>
                </a:lnTo>
                <a:lnTo>
                  <a:pt x="105079" y="151092"/>
                </a:lnTo>
                <a:lnTo>
                  <a:pt x="92817" y="165364"/>
                </a:lnTo>
                <a:lnTo>
                  <a:pt x="179437" y="319135"/>
                </a:lnTo>
                <a:lnTo>
                  <a:pt x="209760" y="305977"/>
                </a:lnTo>
                <a:lnTo>
                  <a:pt x="202137" y="277950"/>
                </a:lnTo>
                <a:lnTo>
                  <a:pt x="184201" y="302519"/>
                </a:lnTo>
                <a:lnTo>
                  <a:pt x="169536" y="275312"/>
                </a:lnTo>
                <a:lnTo>
                  <a:pt x="196794" y="265722"/>
                </a:lnTo>
                <a:lnTo>
                  <a:pt x="172022" y="242899"/>
                </a:lnTo>
                <a:lnTo>
                  <a:pt x="149653" y="261558"/>
                </a:lnTo>
                <a:lnTo>
                  <a:pt x="138511" y="233941"/>
                </a:lnTo>
                <a:lnTo>
                  <a:pt x="158269" y="222009"/>
                </a:lnTo>
                <a:lnTo>
                  <a:pt x="131675" y="186549"/>
                </a:lnTo>
                <a:lnTo>
                  <a:pt x="113284" y="207959"/>
                </a:lnTo>
                <a:lnTo>
                  <a:pt x="109638" y="182683"/>
                </a:lnTo>
                <a:lnTo>
                  <a:pt x="129853" y="173911"/>
                </a:lnTo>
                <a:lnTo>
                  <a:pt x="225087" y="288131"/>
                </a:ln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grpSp>
        <p:nvGrpSpPr>
          <p:cNvPr id="315" name="组合 314">
            <a:extLst>
              <a:ext uri="{FF2B5EF4-FFF2-40B4-BE49-F238E27FC236}">
                <a16:creationId xmlns:a16="http://schemas.microsoft.com/office/drawing/2014/main" id="{8FBD3A65-6C54-318D-C16D-98B7FFB96EA2}"/>
              </a:ext>
            </a:extLst>
          </p:cNvPr>
          <p:cNvGrpSpPr/>
          <p:nvPr/>
        </p:nvGrpSpPr>
        <p:grpSpPr>
          <a:xfrm>
            <a:off x="2900877" y="4495148"/>
            <a:ext cx="315672" cy="269708"/>
            <a:chOff x="2900875" y="3748562"/>
            <a:chExt cx="315672" cy="269708"/>
          </a:xfrm>
        </p:grpSpPr>
        <p:sp>
          <p:nvSpPr>
            <p:cNvPr id="194" name="任意多边形: 形状 193">
              <a:extLst>
                <a:ext uri="{FF2B5EF4-FFF2-40B4-BE49-F238E27FC236}">
                  <a16:creationId xmlns:a16="http://schemas.microsoft.com/office/drawing/2014/main" id="{6ACFD2F7-F549-C3DA-B081-95850722272C}"/>
                </a:ext>
              </a:extLst>
            </p:cNvPr>
            <p:cNvSpPr/>
            <p:nvPr/>
          </p:nvSpPr>
          <p:spPr>
            <a:xfrm>
              <a:off x="3017209" y="3797417"/>
              <a:ext cx="199338" cy="220853"/>
            </a:xfrm>
            <a:custGeom>
              <a:avLst/>
              <a:gdLst>
                <a:gd name="connsiteX0" fmla="*/ 187929 w 199338"/>
                <a:gd name="connsiteY0" fmla="*/ -553 h 220853"/>
                <a:gd name="connsiteX1" fmla="*/ 132716 w 199338"/>
                <a:gd name="connsiteY1" fmla="*/ 112736 h 220853"/>
                <a:gd name="connsiteX2" fmla="*/ 120048 w 199338"/>
                <a:gd name="connsiteY2" fmla="*/ 207625 h 220853"/>
                <a:gd name="connsiteX3" fmla="*/ 138452 w 199338"/>
                <a:gd name="connsiteY3" fmla="*/ 212405 h 220853"/>
                <a:gd name="connsiteX4" fmla="*/ 142993 w 199338"/>
                <a:gd name="connsiteY4" fmla="*/ 114887 h 220853"/>
                <a:gd name="connsiteX5" fmla="*/ 187928 w 199338"/>
                <a:gd name="connsiteY5" fmla="*/ -558 h 220853"/>
                <a:gd name="connsiteX6" fmla="*/ 25880 w 199338"/>
                <a:gd name="connsiteY6" fmla="*/ 41035 h 220853"/>
                <a:gd name="connsiteX7" fmla="*/ 67 w 199338"/>
                <a:gd name="connsiteY7" fmla="*/ 177269 h 220853"/>
                <a:gd name="connsiteX8" fmla="*/ 20861 w 199338"/>
                <a:gd name="connsiteY8" fmla="*/ 182527 h 220853"/>
                <a:gd name="connsiteX9" fmla="*/ 25880 w 199338"/>
                <a:gd name="connsiteY9" fmla="*/ 41034 h 220853"/>
                <a:gd name="connsiteX10" fmla="*/ 124831 w 199338"/>
                <a:gd name="connsiteY10" fmla="*/ 56572 h 220853"/>
                <a:gd name="connsiteX11" fmla="*/ 106905 w 199338"/>
                <a:gd name="connsiteY11" fmla="*/ 138792 h 220853"/>
                <a:gd name="connsiteX12" fmla="*/ 72964 w 199338"/>
                <a:gd name="connsiteY12" fmla="*/ 195439 h 220853"/>
                <a:gd name="connsiteX13" fmla="*/ 92325 w 199338"/>
                <a:gd name="connsiteY13" fmla="*/ 200459 h 220853"/>
                <a:gd name="connsiteX14" fmla="*/ 117182 w 199338"/>
                <a:gd name="connsiteY14" fmla="*/ 142377 h 220853"/>
                <a:gd name="connsiteX15" fmla="*/ 124831 w 199338"/>
                <a:gd name="connsiteY15" fmla="*/ 56572 h 220853"/>
                <a:gd name="connsiteX16" fmla="*/ 90651 w 199338"/>
                <a:gd name="connsiteY16" fmla="*/ 83580 h 220853"/>
                <a:gd name="connsiteX17" fmla="*/ 40219 w 199338"/>
                <a:gd name="connsiteY17" fmla="*/ 187315 h 220853"/>
                <a:gd name="connsiteX18" fmla="*/ 61492 w 199338"/>
                <a:gd name="connsiteY18" fmla="*/ 192574 h 220853"/>
                <a:gd name="connsiteX19" fmla="*/ 90651 w 199338"/>
                <a:gd name="connsiteY19" fmla="*/ 83587 h 220853"/>
                <a:gd name="connsiteX20" fmla="*/ 199405 w 199338"/>
                <a:gd name="connsiteY20" fmla="*/ 105331 h 220853"/>
                <a:gd name="connsiteX21" fmla="*/ 150168 w 199338"/>
                <a:gd name="connsiteY21" fmla="*/ 215516 h 220853"/>
                <a:gd name="connsiteX22" fmla="*/ 167855 w 199338"/>
                <a:gd name="connsiteY22" fmla="*/ 220296 h 220853"/>
                <a:gd name="connsiteX23" fmla="*/ 199405 w 199338"/>
                <a:gd name="connsiteY23" fmla="*/ 105334 h 220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99338" h="220853">
                  <a:moveTo>
                    <a:pt x="187929" y="-553"/>
                  </a:moveTo>
                  <a:cubicBezTo>
                    <a:pt x="163114" y="33237"/>
                    <a:pt x="142875" y="71152"/>
                    <a:pt x="132716" y="112736"/>
                  </a:cubicBezTo>
                  <a:cubicBezTo>
                    <a:pt x="125143" y="143983"/>
                    <a:pt x="122239" y="175878"/>
                    <a:pt x="120048" y="207625"/>
                  </a:cubicBezTo>
                  <a:cubicBezTo>
                    <a:pt x="126184" y="209226"/>
                    <a:pt x="132317" y="210788"/>
                    <a:pt x="138452" y="212405"/>
                  </a:cubicBezTo>
                  <a:cubicBezTo>
                    <a:pt x="137847" y="179468"/>
                    <a:pt x="137966" y="147023"/>
                    <a:pt x="142993" y="114887"/>
                  </a:cubicBezTo>
                  <a:cubicBezTo>
                    <a:pt x="149245" y="74328"/>
                    <a:pt x="166053" y="35207"/>
                    <a:pt x="187928" y="-558"/>
                  </a:cubicBezTo>
                  <a:close/>
                  <a:moveTo>
                    <a:pt x="25880" y="41035"/>
                  </a:moveTo>
                  <a:cubicBezTo>
                    <a:pt x="10767" y="84290"/>
                    <a:pt x="75" y="129958"/>
                    <a:pt x="67" y="177269"/>
                  </a:cubicBezTo>
                  <a:lnTo>
                    <a:pt x="20861" y="182527"/>
                  </a:lnTo>
                  <a:cubicBezTo>
                    <a:pt x="12794" y="136865"/>
                    <a:pt x="16752" y="88362"/>
                    <a:pt x="25880" y="41034"/>
                  </a:cubicBezTo>
                  <a:close/>
                  <a:moveTo>
                    <a:pt x="124831" y="56572"/>
                  </a:moveTo>
                  <a:cubicBezTo>
                    <a:pt x="123028" y="85016"/>
                    <a:pt x="117895" y="113385"/>
                    <a:pt x="106905" y="138792"/>
                  </a:cubicBezTo>
                  <a:cubicBezTo>
                    <a:pt x="98234" y="159012"/>
                    <a:pt x="86096" y="177493"/>
                    <a:pt x="72964" y="195439"/>
                  </a:cubicBezTo>
                  <a:lnTo>
                    <a:pt x="92325" y="200459"/>
                  </a:lnTo>
                  <a:cubicBezTo>
                    <a:pt x="102335" y="181915"/>
                    <a:pt x="111288" y="162759"/>
                    <a:pt x="117182" y="142377"/>
                  </a:cubicBezTo>
                  <a:cubicBezTo>
                    <a:pt x="125253" y="114183"/>
                    <a:pt x="126634" y="85016"/>
                    <a:pt x="124831" y="56572"/>
                  </a:cubicBezTo>
                  <a:close/>
                  <a:moveTo>
                    <a:pt x="90651" y="83580"/>
                  </a:moveTo>
                  <a:cubicBezTo>
                    <a:pt x="75965" y="120350"/>
                    <a:pt x="64993" y="160832"/>
                    <a:pt x="40219" y="187315"/>
                  </a:cubicBezTo>
                  <a:cubicBezTo>
                    <a:pt x="47306" y="189082"/>
                    <a:pt x="54403" y="190786"/>
                    <a:pt x="61492" y="192574"/>
                  </a:cubicBezTo>
                  <a:cubicBezTo>
                    <a:pt x="80009" y="157805"/>
                    <a:pt x="83339" y="119807"/>
                    <a:pt x="90651" y="83587"/>
                  </a:cubicBezTo>
                  <a:close/>
                  <a:moveTo>
                    <a:pt x="199405" y="105331"/>
                  </a:moveTo>
                  <a:cubicBezTo>
                    <a:pt x="182154" y="141402"/>
                    <a:pt x="163859" y="177191"/>
                    <a:pt x="150168" y="215516"/>
                  </a:cubicBezTo>
                  <a:cubicBezTo>
                    <a:pt x="156077" y="217083"/>
                    <a:pt x="161947" y="218713"/>
                    <a:pt x="167855" y="220296"/>
                  </a:cubicBezTo>
                  <a:cubicBezTo>
                    <a:pt x="175272" y="181873"/>
                    <a:pt x="187818" y="143619"/>
                    <a:pt x="199405" y="105334"/>
                  </a:cubicBezTo>
                  <a:close/>
                </a:path>
              </a:pathLst>
            </a:custGeom>
            <a:solidFill>
              <a:srgbClr val="CFFF7C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10" name="任意多边形: 形状 209">
              <a:extLst>
                <a:ext uri="{FF2B5EF4-FFF2-40B4-BE49-F238E27FC236}">
                  <a16:creationId xmlns:a16="http://schemas.microsoft.com/office/drawing/2014/main" id="{BEFC77C1-768D-2686-81B2-0AE338ED01A0}"/>
                </a:ext>
              </a:extLst>
            </p:cNvPr>
            <p:cNvSpPr/>
            <p:nvPr/>
          </p:nvSpPr>
          <p:spPr>
            <a:xfrm>
              <a:off x="3009258" y="3851408"/>
              <a:ext cx="58657" cy="152167"/>
            </a:xfrm>
            <a:custGeom>
              <a:avLst/>
              <a:gdLst>
                <a:gd name="connsiteX0" fmla="*/ 67 w 58657"/>
                <a:gd name="connsiteY0" fmla="*/ 124457 h 152167"/>
                <a:gd name="connsiteX1" fmla="*/ 37362 w 58657"/>
                <a:gd name="connsiteY1" fmla="*/ 151609 h 152167"/>
                <a:gd name="connsiteX2" fmla="*/ 54563 w 58657"/>
                <a:gd name="connsiteY2" fmla="*/ -558 h 152167"/>
                <a:gd name="connsiteX3" fmla="*/ 68 w 58657"/>
                <a:gd name="connsiteY3" fmla="*/ 124449 h 15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657" h="152167">
                  <a:moveTo>
                    <a:pt x="67" y="124457"/>
                  </a:moveTo>
                  <a:lnTo>
                    <a:pt x="37362" y="151609"/>
                  </a:lnTo>
                  <a:cubicBezTo>
                    <a:pt x="63413" y="100717"/>
                    <a:pt x="60785" y="48115"/>
                    <a:pt x="54563" y="-558"/>
                  </a:cubicBezTo>
                  <a:cubicBezTo>
                    <a:pt x="45414" y="47648"/>
                    <a:pt x="31064" y="96996"/>
                    <a:pt x="68" y="124449"/>
                  </a:cubicBezTo>
                  <a:close/>
                </a:path>
              </a:pathLst>
            </a:custGeom>
            <a:solidFill>
              <a:srgbClr val="CFFF7C"/>
            </a:soli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" name="任意多边形: 形状 210">
              <a:extLst>
                <a:ext uri="{FF2B5EF4-FFF2-40B4-BE49-F238E27FC236}">
                  <a16:creationId xmlns:a16="http://schemas.microsoft.com/office/drawing/2014/main" id="{8B7D8A77-3D8A-C821-98C5-8878FFFF606A}"/>
                </a:ext>
              </a:extLst>
            </p:cNvPr>
            <p:cNvSpPr/>
            <p:nvPr/>
          </p:nvSpPr>
          <p:spPr>
            <a:xfrm>
              <a:off x="2980287" y="3856956"/>
              <a:ext cx="49286" cy="138639"/>
            </a:xfrm>
            <a:custGeom>
              <a:avLst/>
              <a:gdLst>
                <a:gd name="connsiteX0" fmla="*/ 67 w 49286"/>
                <a:gd name="connsiteY0" fmla="*/ 124340 h 138639"/>
                <a:gd name="connsiteX1" fmla="*/ 44106 w 49286"/>
                <a:gd name="connsiteY1" fmla="*/ 138081 h 138639"/>
                <a:gd name="connsiteX2" fmla="*/ 39029 w 49286"/>
                <a:gd name="connsiteY2" fmla="*/ -558 h 138639"/>
                <a:gd name="connsiteX3" fmla="*/ 67 w 49286"/>
                <a:gd name="connsiteY3" fmla="*/ 124346 h 138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286" h="138639">
                  <a:moveTo>
                    <a:pt x="67" y="124340"/>
                  </a:moveTo>
                  <a:lnTo>
                    <a:pt x="44106" y="138081"/>
                  </a:lnTo>
                  <a:cubicBezTo>
                    <a:pt x="50880" y="92023"/>
                    <a:pt x="52902" y="42545"/>
                    <a:pt x="39029" y="-558"/>
                  </a:cubicBezTo>
                  <a:cubicBezTo>
                    <a:pt x="37676" y="44708"/>
                    <a:pt x="19881" y="85197"/>
                    <a:pt x="67" y="124346"/>
                  </a:cubicBezTo>
                  <a:close/>
                </a:path>
              </a:pathLst>
            </a:custGeom>
            <a:solidFill>
              <a:srgbClr val="CFFF7C"/>
            </a:soli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" name="任意多边形: 形状 211">
              <a:extLst>
                <a:ext uri="{FF2B5EF4-FFF2-40B4-BE49-F238E27FC236}">
                  <a16:creationId xmlns:a16="http://schemas.microsoft.com/office/drawing/2014/main" id="{F922B93D-0F59-B301-A670-CAB8536F77C0}"/>
                </a:ext>
              </a:extLst>
            </p:cNvPr>
            <p:cNvSpPr/>
            <p:nvPr/>
          </p:nvSpPr>
          <p:spPr>
            <a:xfrm>
              <a:off x="2942607" y="3748562"/>
              <a:ext cx="74083" cy="246905"/>
            </a:xfrm>
            <a:custGeom>
              <a:avLst/>
              <a:gdLst>
                <a:gd name="connsiteX0" fmla="*/ 67 w 74083"/>
                <a:gd name="connsiteY0" fmla="*/ 228079 h 246905"/>
                <a:gd name="connsiteX1" fmla="*/ 42429 w 74083"/>
                <a:gd name="connsiteY1" fmla="*/ 246347 h 246905"/>
                <a:gd name="connsiteX2" fmla="*/ 55880 w 74083"/>
                <a:gd name="connsiteY2" fmla="*/ 119806 h 246905"/>
                <a:gd name="connsiteX3" fmla="*/ 57279 w 74083"/>
                <a:gd name="connsiteY3" fmla="*/ 63995 h 246905"/>
                <a:gd name="connsiteX4" fmla="*/ 74150 w 74083"/>
                <a:gd name="connsiteY4" fmla="*/ -558 h 246905"/>
                <a:gd name="connsiteX5" fmla="*/ 44871 w 74083"/>
                <a:gd name="connsiteY5" fmla="*/ 61342 h 246905"/>
                <a:gd name="connsiteX6" fmla="*/ 32556 w 74083"/>
                <a:gd name="connsiteY6" fmla="*/ 118295 h 246905"/>
                <a:gd name="connsiteX7" fmla="*/ 67 w 74083"/>
                <a:gd name="connsiteY7" fmla="*/ 228074 h 246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083" h="246905">
                  <a:moveTo>
                    <a:pt x="67" y="228079"/>
                  </a:moveTo>
                  <a:lnTo>
                    <a:pt x="42429" y="246347"/>
                  </a:lnTo>
                  <a:cubicBezTo>
                    <a:pt x="56355" y="203352"/>
                    <a:pt x="57155" y="160679"/>
                    <a:pt x="55880" y="119806"/>
                  </a:cubicBezTo>
                  <a:cubicBezTo>
                    <a:pt x="55342" y="100963"/>
                    <a:pt x="55148" y="82386"/>
                    <a:pt x="57279" y="63995"/>
                  </a:cubicBezTo>
                  <a:cubicBezTo>
                    <a:pt x="59778" y="42150"/>
                    <a:pt x="65588" y="20363"/>
                    <a:pt x="74150" y="-558"/>
                  </a:cubicBezTo>
                  <a:cubicBezTo>
                    <a:pt x="61841" y="18402"/>
                    <a:pt x="51781" y="39168"/>
                    <a:pt x="44871" y="61342"/>
                  </a:cubicBezTo>
                  <a:cubicBezTo>
                    <a:pt x="39077" y="80013"/>
                    <a:pt x="35548" y="99316"/>
                    <a:pt x="32556" y="118295"/>
                  </a:cubicBezTo>
                  <a:cubicBezTo>
                    <a:pt x="26058" y="157993"/>
                    <a:pt x="18111" y="196932"/>
                    <a:pt x="67" y="228074"/>
                  </a:cubicBezTo>
                  <a:close/>
                </a:path>
              </a:pathLst>
            </a:custGeom>
            <a:solidFill>
              <a:srgbClr val="CFFF7C"/>
            </a:soli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3" name="任意多边形: 形状 212">
              <a:extLst>
                <a:ext uri="{FF2B5EF4-FFF2-40B4-BE49-F238E27FC236}">
                  <a16:creationId xmlns:a16="http://schemas.microsoft.com/office/drawing/2014/main" id="{ABA17BB6-D409-8AF6-D8EA-EF7BDD62ACA7}"/>
                </a:ext>
              </a:extLst>
            </p:cNvPr>
            <p:cNvSpPr/>
            <p:nvPr/>
          </p:nvSpPr>
          <p:spPr>
            <a:xfrm>
              <a:off x="2900875" y="3858181"/>
              <a:ext cx="47096" cy="121431"/>
            </a:xfrm>
            <a:custGeom>
              <a:avLst/>
              <a:gdLst>
                <a:gd name="connsiteX0" fmla="*/ 67 w 47096"/>
                <a:gd name="connsiteY0" fmla="*/ 120874 h 121431"/>
                <a:gd name="connsiteX1" fmla="*/ 45951 w 47096"/>
                <a:gd name="connsiteY1" fmla="*/ 116089 h 121431"/>
                <a:gd name="connsiteX2" fmla="*/ 32820 w 47096"/>
                <a:gd name="connsiteY2" fmla="*/ 56787 h 121431"/>
                <a:gd name="connsiteX3" fmla="*/ 47164 w 47096"/>
                <a:gd name="connsiteY3" fmla="*/ -558 h 121431"/>
                <a:gd name="connsiteX4" fmla="*/ 10189 w 47096"/>
                <a:gd name="connsiteY4" fmla="*/ 53614 h 121431"/>
                <a:gd name="connsiteX5" fmla="*/ 67 w 47096"/>
                <a:gd name="connsiteY5" fmla="*/ 120874 h 12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096" h="121431">
                  <a:moveTo>
                    <a:pt x="67" y="120874"/>
                  </a:moveTo>
                  <a:lnTo>
                    <a:pt x="45951" y="116089"/>
                  </a:lnTo>
                  <a:cubicBezTo>
                    <a:pt x="40083" y="95414"/>
                    <a:pt x="33850" y="76407"/>
                    <a:pt x="32820" y="56787"/>
                  </a:cubicBezTo>
                  <a:cubicBezTo>
                    <a:pt x="31533" y="38020"/>
                    <a:pt x="36485" y="17651"/>
                    <a:pt x="47164" y="-558"/>
                  </a:cubicBezTo>
                  <a:cubicBezTo>
                    <a:pt x="30717" y="12675"/>
                    <a:pt x="17241" y="31259"/>
                    <a:pt x="10189" y="53614"/>
                  </a:cubicBezTo>
                  <a:cubicBezTo>
                    <a:pt x="3285" y="75890"/>
                    <a:pt x="1546" y="99472"/>
                    <a:pt x="67" y="120874"/>
                  </a:cubicBezTo>
                  <a:close/>
                </a:path>
              </a:pathLst>
            </a:custGeom>
            <a:solidFill>
              <a:srgbClr val="CFFF7C"/>
            </a:soli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4" name="任意多边形: 形状 213">
              <a:extLst>
                <a:ext uri="{FF2B5EF4-FFF2-40B4-BE49-F238E27FC236}">
                  <a16:creationId xmlns:a16="http://schemas.microsoft.com/office/drawing/2014/main" id="{B664C898-380B-8B97-93B8-04B8DFD57892}"/>
                </a:ext>
              </a:extLst>
            </p:cNvPr>
            <p:cNvSpPr/>
            <p:nvPr/>
          </p:nvSpPr>
          <p:spPr>
            <a:xfrm>
              <a:off x="3036763" y="3896195"/>
              <a:ext cx="79060" cy="106434"/>
            </a:xfrm>
            <a:custGeom>
              <a:avLst/>
              <a:gdLst>
                <a:gd name="connsiteX0" fmla="*/ 67 w 79060"/>
                <a:gd name="connsiteY0" fmla="*/ 65183 h 106434"/>
                <a:gd name="connsiteX1" fmla="*/ 21801 w 79060"/>
                <a:gd name="connsiteY1" fmla="*/ 105876 h 106434"/>
                <a:gd name="connsiteX2" fmla="*/ 79128 w 79060"/>
                <a:gd name="connsiteY2" fmla="*/ -558 h 106434"/>
                <a:gd name="connsiteX3" fmla="*/ 67 w 79060"/>
                <a:gd name="connsiteY3" fmla="*/ 65188 h 106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060" h="106434">
                  <a:moveTo>
                    <a:pt x="67" y="65183"/>
                  </a:moveTo>
                  <a:lnTo>
                    <a:pt x="21801" y="105876"/>
                  </a:lnTo>
                  <a:cubicBezTo>
                    <a:pt x="57418" y="77437"/>
                    <a:pt x="74991" y="37609"/>
                    <a:pt x="79128" y="-558"/>
                  </a:cubicBezTo>
                  <a:cubicBezTo>
                    <a:pt x="60344" y="32928"/>
                    <a:pt x="30812" y="58185"/>
                    <a:pt x="67" y="65188"/>
                  </a:cubicBezTo>
                  <a:close/>
                </a:path>
              </a:pathLst>
            </a:custGeom>
            <a:solidFill>
              <a:srgbClr val="CFFF7C"/>
            </a:soli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0" name="任意多边形: 形状 269">
              <a:extLst>
                <a:ext uri="{FF2B5EF4-FFF2-40B4-BE49-F238E27FC236}">
                  <a16:creationId xmlns:a16="http://schemas.microsoft.com/office/drawing/2014/main" id="{BD88D8D6-3842-ECBB-EF33-253110321D51}"/>
                </a:ext>
              </a:extLst>
            </p:cNvPr>
            <p:cNvSpPr/>
            <p:nvPr/>
          </p:nvSpPr>
          <p:spPr>
            <a:xfrm>
              <a:off x="2910532" y="3750977"/>
              <a:ext cx="74083" cy="246905"/>
            </a:xfrm>
            <a:custGeom>
              <a:avLst/>
              <a:gdLst>
                <a:gd name="connsiteX0" fmla="*/ 67 w 74083"/>
                <a:gd name="connsiteY0" fmla="*/ 228078 h 246905"/>
                <a:gd name="connsiteX1" fmla="*/ 42429 w 74083"/>
                <a:gd name="connsiteY1" fmla="*/ 246347 h 246905"/>
                <a:gd name="connsiteX2" fmla="*/ 55881 w 74083"/>
                <a:gd name="connsiteY2" fmla="*/ 119806 h 246905"/>
                <a:gd name="connsiteX3" fmla="*/ 57279 w 74083"/>
                <a:gd name="connsiteY3" fmla="*/ 63995 h 246905"/>
                <a:gd name="connsiteX4" fmla="*/ 74150 w 74083"/>
                <a:gd name="connsiteY4" fmla="*/ -558 h 246905"/>
                <a:gd name="connsiteX5" fmla="*/ 44871 w 74083"/>
                <a:gd name="connsiteY5" fmla="*/ 61342 h 246905"/>
                <a:gd name="connsiteX6" fmla="*/ 32556 w 74083"/>
                <a:gd name="connsiteY6" fmla="*/ 118294 h 246905"/>
                <a:gd name="connsiteX7" fmla="*/ 67 w 74083"/>
                <a:gd name="connsiteY7" fmla="*/ 228074 h 246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083" h="246905">
                  <a:moveTo>
                    <a:pt x="67" y="228078"/>
                  </a:moveTo>
                  <a:lnTo>
                    <a:pt x="42429" y="246347"/>
                  </a:lnTo>
                  <a:cubicBezTo>
                    <a:pt x="56355" y="203352"/>
                    <a:pt x="57155" y="160678"/>
                    <a:pt x="55881" y="119806"/>
                  </a:cubicBezTo>
                  <a:cubicBezTo>
                    <a:pt x="55342" y="100963"/>
                    <a:pt x="55148" y="82386"/>
                    <a:pt x="57279" y="63995"/>
                  </a:cubicBezTo>
                  <a:cubicBezTo>
                    <a:pt x="59778" y="42150"/>
                    <a:pt x="65588" y="20363"/>
                    <a:pt x="74150" y="-558"/>
                  </a:cubicBezTo>
                  <a:cubicBezTo>
                    <a:pt x="61841" y="18401"/>
                    <a:pt x="51781" y="39168"/>
                    <a:pt x="44871" y="61342"/>
                  </a:cubicBezTo>
                  <a:cubicBezTo>
                    <a:pt x="39077" y="80012"/>
                    <a:pt x="35548" y="99315"/>
                    <a:pt x="32556" y="118294"/>
                  </a:cubicBezTo>
                  <a:cubicBezTo>
                    <a:pt x="26058" y="157993"/>
                    <a:pt x="18112" y="196931"/>
                    <a:pt x="67" y="228074"/>
                  </a:cubicBezTo>
                  <a:close/>
                </a:path>
              </a:pathLst>
            </a:custGeom>
            <a:solidFill>
              <a:srgbClr val="CFFF7C"/>
            </a:soli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71" name="任意多边形: 形状 270">
            <a:extLst>
              <a:ext uri="{FF2B5EF4-FFF2-40B4-BE49-F238E27FC236}">
                <a16:creationId xmlns:a16="http://schemas.microsoft.com/office/drawing/2014/main" id="{994346DA-4FA1-1AB2-4BA6-BFCBDB3CFD4F}"/>
              </a:ext>
            </a:extLst>
          </p:cNvPr>
          <p:cNvSpPr/>
          <p:nvPr/>
        </p:nvSpPr>
        <p:spPr>
          <a:xfrm>
            <a:off x="2597855" y="4395699"/>
            <a:ext cx="2852240" cy="349786"/>
          </a:xfrm>
          <a:custGeom>
            <a:avLst/>
            <a:gdLst>
              <a:gd name="connsiteX0" fmla="*/ 2654058 w 2852240"/>
              <a:gd name="connsiteY0" fmla="*/ 333218 h 349786"/>
              <a:gd name="connsiteX1" fmla="*/ 573054 w 2852240"/>
              <a:gd name="connsiteY1" fmla="*/ 127308 h 349786"/>
              <a:gd name="connsiteX2" fmla="*/ 68854 w 2852240"/>
              <a:gd name="connsiteY2" fmla="*/ 43151 h 349786"/>
              <a:gd name="connsiteX3" fmla="*/ 134 w 2852240"/>
              <a:gd name="connsiteY3" fmla="*/ 34311 h 349786"/>
              <a:gd name="connsiteX4" fmla="*/ 116958 w 2852240"/>
              <a:gd name="connsiteY4" fmla="*/ 5305 h 349786"/>
              <a:gd name="connsiteX5" fmla="*/ 641619 w 2852240"/>
              <a:gd name="connsiteY5" fmla="*/ 3687 h 349786"/>
              <a:gd name="connsiteX6" fmla="*/ 2429204 w 2852240"/>
              <a:gd name="connsiteY6" fmla="*/ 218184 h 349786"/>
              <a:gd name="connsiteX7" fmla="*/ 2852286 w 2852240"/>
              <a:gd name="connsiteY7" fmla="*/ 331474 h 349786"/>
              <a:gd name="connsiteX8" fmla="*/ 2654041 w 2852240"/>
              <a:gd name="connsiteY8" fmla="*/ 333217 h 349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52240" h="349786">
                <a:moveTo>
                  <a:pt x="2654058" y="333218"/>
                </a:moveTo>
                <a:cubicBezTo>
                  <a:pt x="1983222" y="49293"/>
                  <a:pt x="1273879" y="168186"/>
                  <a:pt x="573054" y="127308"/>
                </a:cubicBezTo>
                <a:cubicBezTo>
                  <a:pt x="402220" y="117343"/>
                  <a:pt x="236989" y="53838"/>
                  <a:pt x="68854" y="43151"/>
                </a:cubicBezTo>
                <a:cubicBezTo>
                  <a:pt x="60392" y="42616"/>
                  <a:pt x="1262" y="46536"/>
                  <a:pt x="134" y="34311"/>
                </a:cubicBezTo>
                <a:cubicBezTo>
                  <a:pt x="-2975" y="634"/>
                  <a:pt x="103404" y="5607"/>
                  <a:pt x="116958" y="5305"/>
                </a:cubicBezTo>
                <a:cubicBezTo>
                  <a:pt x="291940" y="1399"/>
                  <a:pt x="466577" y="-4789"/>
                  <a:pt x="641619" y="3687"/>
                </a:cubicBezTo>
                <a:cubicBezTo>
                  <a:pt x="1234897" y="32417"/>
                  <a:pt x="1843229" y="122864"/>
                  <a:pt x="2429204" y="218184"/>
                </a:cubicBezTo>
                <a:cubicBezTo>
                  <a:pt x="2465295" y="224055"/>
                  <a:pt x="2855674" y="298476"/>
                  <a:pt x="2852286" y="331474"/>
                </a:cubicBezTo>
                <a:cubicBezTo>
                  <a:pt x="2849516" y="358399"/>
                  <a:pt x="2699696" y="351148"/>
                  <a:pt x="2654041" y="333217"/>
                </a:cubicBezTo>
                <a:close/>
              </a:path>
            </a:pathLst>
          </a:custGeom>
          <a:gradFill flip="none" rotWithShape="1">
            <a:gsLst>
              <a:gs pos="0">
                <a:srgbClr val="2E8F5C"/>
              </a:gs>
              <a:gs pos="100000">
                <a:srgbClr val="61AE6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72" name="任意多边形: 形状 271">
            <a:extLst>
              <a:ext uri="{FF2B5EF4-FFF2-40B4-BE49-F238E27FC236}">
                <a16:creationId xmlns:a16="http://schemas.microsoft.com/office/drawing/2014/main" id="{CE3335F7-C339-4569-F0DB-E8E1F69A32B7}"/>
              </a:ext>
            </a:extLst>
          </p:cNvPr>
          <p:cNvSpPr/>
          <p:nvPr/>
        </p:nvSpPr>
        <p:spPr>
          <a:xfrm>
            <a:off x="3345152" y="4402375"/>
            <a:ext cx="2313886" cy="300456"/>
          </a:xfrm>
          <a:custGeom>
            <a:avLst/>
            <a:gdLst>
              <a:gd name="connsiteX0" fmla="*/ 220661 w 2313886"/>
              <a:gd name="connsiteY0" fmla="*/ 55197 h 300456"/>
              <a:gd name="connsiteX1" fmla="*/ 2038252 w 2313886"/>
              <a:gd name="connsiteY1" fmla="*/ 261676 h 300456"/>
              <a:gd name="connsiteX2" fmla="*/ 2285842 w 2313886"/>
              <a:gd name="connsiteY2" fmla="*/ 298650 h 300456"/>
              <a:gd name="connsiteX3" fmla="*/ 2114551 w 2313886"/>
              <a:gd name="connsiteY3" fmla="*/ 168771 h 300456"/>
              <a:gd name="connsiteX4" fmla="*/ 773948 w 2313886"/>
              <a:gd name="connsiteY4" fmla="*/ 11759 h 300456"/>
              <a:gd name="connsiteX5" fmla="*/ 154286 w 2313886"/>
              <a:gd name="connsiteY5" fmla="*/ -353 h 300456"/>
              <a:gd name="connsiteX6" fmla="*/ 33935 w 2313886"/>
              <a:gd name="connsiteY6" fmla="*/ 49086 h 300456"/>
              <a:gd name="connsiteX7" fmla="*/ 220652 w 2313886"/>
              <a:gd name="connsiteY7" fmla="*/ 55196 h 300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13886" h="300456">
                <a:moveTo>
                  <a:pt x="220661" y="55197"/>
                </a:moveTo>
                <a:cubicBezTo>
                  <a:pt x="1347429" y="186257"/>
                  <a:pt x="1898914" y="245440"/>
                  <a:pt x="2038252" y="261676"/>
                </a:cubicBezTo>
                <a:cubicBezTo>
                  <a:pt x="2177589" y="277912"/>
                  <a:pt x="2215148" y="306175"/>
                  <a:pt x="2285842" y="298650"/>
                </a:cubicBezTo>
                <a:cubicBezTo>
                  <a:pt x="2356537" y="291125"/>
                  <a:pt x="2291882" y="203545"/>
                  <a:pt x="2114551" y="168771"/>
                </a:cubicBezTo>
                <a:cubicBezTo>
                  <a:pt x="1937220" y="133998"/>
                  <a:pt x="945188" y="14147"/>
                  <a:pt x="773948" y="11759"/>
                </a:cubicBezTo>
                <a:cubicBezTo>
                  <a:pt x="602709" y="9370"/>
                  <a:pt x="274680" y="-2230"/>
                  <a:pt x="154286" y="-353"/>
                </a:cubicBezTo>
                <a:cubicBezTo>
                  <a:pt x="33892" y="1524"/>
                  <a:pt x="-49891" y="39896"/>
                  <a:pt x="33935" y="49086"/>
                </a:cubicBezTo>
                <a:cubicBezTo>
                  <a:pt x="117762" y="58275"/>
                  <a:pt x="207977" y="56776"/>
                  <a:pt x="220652" y="55196"/>
                </a:cubicBezTo>
                <a:close/>
              </a:path>
            </a:pathLst>
          </a:custGeom>
          <a:gradFill flip="none" rotWithShape="1">
            <a:gsLst>
              <a:gs pos="0">
                <a:srgbClr val="2E8F5C"/>
              </a:gs>
              <a:gs pos="100000">
                <a:srgbClr val="61AE6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73" name="任意多边形: 形状 272">
            <a:extLst>
              <a:ext uri="{FF2B5EF4-FFF2-40B4-BE49-F238E27FC236}">
                <a16:creationId xmlns:a16="http://schemas.microsoft.com/office/drawing/2014/main" id="{EE96C1ED-51E6-D32A-68A2-B476C6B8B624}"/>
              </a:ext>
            </a:extLst>
          </p:cNvPr>
          <p:cNvSpPr/>
          <p:nvPr/>
        </p:nvSpPr>
        <p:spPr>
          <a:xfrm>
            <a:off x="4516903" y="4018644"/>
            <a:ext cx="298521" cy="468568"/>
          </a:xfrm>
          <a:custGeom>
            <a:avLst/>
            <a:gdLst>
              <a:gd name="connsiteX0" fmla="*/ 54361 w 298521"/>
              <a:gd name="connsiteY0" fmla="*/ 282692 h 468568"/>
              <a:gd name="connsiteX1" fmla="*/ 126 w 298521"/>
              <a:gd name="connsiteY1" fmla="*/ 168911 h 468568"/>
              <a:gd name="connsiteX2" fmla="*/ 35400 w 298521"/>
              <a:gd name="connsiteY2" fmla="*/ 131035 h 468568"/>
              <a:gd name="connsiteX3" fmla="*/ 31338 w 298521"/>
              <a:gd name="connsiteY3" fmla="*/ 58643 h 468568"/>
              <a:gd name="connsiteX4" fmla="*/ 90513 w 298521"/>
              <a:gd name="connsiteY4" fmla="*/ 10577 h 468568"/>
              <a:gd name="connsiteX5" fmla="*/ 151761 w 298521"/>
              <a:gd name="connsiteY5" fmla="*/ 22379 h 468568"/>
              <a:gd name="connsiteX6" fmla="*/ 211588 w 298521"/>
              <a:gd name="connsiteY6" fmla="*/ -279 h 468568"/>
              <a:gd name="connsiteX7" fmla="*/ 298432 w 298521"/>
              <a:gd name="connsiteY7" fmla="*/ 110500 h 468568"/>
              <a:gd name="connsiteX8" fmla="*/ 220060 w 298521"/>
              <a:gd name="connsiteY8" fmla="*/ 320636 h 468568"/>
              <a:gd name="connsiteX9" fmla="*/ 168716 w 298521"/>
              <a:gd name="connsiteY9" fmla="*/ 316129 h 468568"/>
              <a:gd name="connsiteX10" fmla="*/ 165959 w 298521"/>
              <a:gd name="connsiteY10" fmla="*/ 460156 h 468568"/>
              <a:gd name="connsiteX11" fmla="*/ 52808 w 298521"/>
              <a:gd name="connsiteY11" fmla="*/ 452668 h 468568"/>
              <a:gd name="connsiteX12" fmla="*/ 54357 w 298521"/>
              <a:gd name="connsiteY12" fmla="*/ 282687 h 468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8521" h="468568">
                <a:moveTo>
                  <a:pt x="54361" y="282692"/>
                </a:moveTo>
                <a:cubicBezTo>
                  <a:pt x="26339" y="272651"/>
                  <a:pt x="-1388" y="203308"/>
                  <a:pt x="126" y="168911"/>
                </a:cubicBezTo>
                <a:cubicBezTo>
                  <a:pt x="885" y="151675"/>
                  <a:pt x="41593" y="147138"/>
                  <a:pt x="35400" y="131035"/>
                </a:cubicBezTo>
                <a:cubicBezTo>
                  <a:pt x="25707" y="105833"/>
                  <a:pt x="19069" y="85687"/>
                  <a:pt x="31338" y="58643"/>
                </a:cubicBezTo>
                <a:cubicBezTo>
                  <a:pt x="33227" y="54479"/>
                  <a:pt x="81412" y="19186"/>
                  <a:pt x="90513" y="10577"/>
                </a:cubicBezTo>
                <a:cubicBezTo>
                  <a:pt x="122071" y="-19274"/>
                  <a:pt x="133737" y="20927"/>
                  <a:pt x="151761" y="22379"/>
                </a:cubicBezTo>
                <a:cubicBezTo>
                  <a:pt x="165241" y="23465"/>
                  <a:pt x="189748" y="-3574"/>
                  <a:pt x="211588" y="-279"/>
                </a:cubicBezTo>
                <a:cubicBezTo>
                  <a:pt x="230111" y="2514"/>
                  <a:pt x="302398" y="92445"/>
                  <a:pt x="298432" y="110500"/>
                </a:cubicBezTo>
                <a:cubicBezTo>
                  <a:pt x="283411" y="178993"/>
                  <a:pt x="325474" y="272704"/>
                  <a:pt x="220060" y="320636"/>
                </a:cubicBezTo>
                <a:cubicBezTo>
                  <a:pt x="199671" y="329907"/>
                  <a:pt x="183164" y="309823"/>
                  <a:pt x="168716" y="316129"/>
                </a:cubicBezTo>
                <a:cubicBezTo>
                  <a:pt x="106053" y="343472"/>
                  <a:pt x="189660" y="462070"/>
                  <a:pt x="165959" y="460156"/>
                </a:cubicBezTo>
                <a:cubicBezTo>
                  <a:pt x="160799" y="459743"/>
                  <a:pt x="54360" y="482356"/>
                  <a:pt x="52808" y="452668"/>
                </a:cubicBezTo>
                <a:cubicBezTo>
                  <a:pt x="52722" y="451648"/>
                  <a:pt x="177513" y="381641"/>
                  <a:pt x="54357" y="282687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74" name="任意多边形: 形状 273">
            <a:extLst>
              <a:ext uri="{FF2B5EF4-FFF2-40B4-BE49-F238E27FC236}">
                <a16:creationId xmlns:a16="http://schemas.microsoft.com/office/drawing/2014/main" id="{1E925BA5-70AB-2472-AAEB-B93A426C03DF}"/>
              </a:ext>
            </a:extLst>
          </p:cNvPr>
          <p:cNvSpPr/>
          <p:nvPr/>
        </p:nvSpPr>
        <p:spPr>
          <a:xfrm>
            <a:off x="4650458" y="4056579"/>
            <a:ext cx="23696" cy="2109"/>
          </a:xfrm>
          <a:custGeom>
            <a:avLst/>
            <a:gdLst>
              <a:gd name="connsiteX0" fmla="*/ 653 w 23696"/>
              <a:gd name="connsiteY0" fmla="*/ -149 h 2109"/>
              <a:gd name="connsiteX1" fmla="*/ 67 w 23696"/>
              <a:gd name="connsiteY1" fmla="*/ 1551 h 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696" h="2109">
                <a:moveTo>
                  <a:pt x="653" y="-149"/>
                </a:moveTo>
                <a:cubicBezTo>
                  <a:pt x="46809" y="-1458"/>
                  <a:pt x="11490" y="723"/>
                  <a:pt x="67" y="1551"/>
                </a:cubicBezTo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75" name="任意多边形: 形状 274">
            <a:extLst>
              <a:ext uri="{FF2B5EF4-FFF2-40B4-BE49-F238E27FC236}">
                <a16:creationId xmlns:a16="http://schemas.microsoft.com/office/drawing/2014/main" id="{30138791-27E0-E528-C8A2-8DC5B0CE22FB}"/>
              </a:ext>
            </a:extLst>
          </p:cNvPr>
          <p:cNvSpPr/>
          <p:nvPr/>
        </p:nvSpPr>
        <p:spPr>
          <a:xfrm>
            <a:off x="4531956" y="4044852"/>
            <a:ext cx="264855" cy="274004"/>
          </a:xfrm>
          <a:custGeom>
            <a:avLst/>
            <a:gdLst>
              <a:gd name="connsiteX0" fmla="*/ 97202 w 264855"/>
              <a:gd name="connsiteY0" fmla="*/ -558 h 274004"/>
              <a:gd name="connsiteX1" fmla="*/ 45644 w 264855"/>
              <a:gd name="connsiteY1" fmla="*/ 116690 h 274004"/>
              <a:gd name="connsiteX2" fmla="*/ 12495 w 264855"/>
              <a:gd name="connsiteY2" fmla="*/ 193329 h 274004"/>
              <a:gd name="connsiteX3" fmla="*/ 44693 w 264855"/>
              <a:gd name="connsiteY3" fmla="*/ 243882 h 274004"/>
              <a:gd name="connsiteX4" fmla="*/ 103088 w 264855"/>
              <a:gd name="connsiteY4" fmla="*/ 244589 h 274004"/>
              <a:gd name="connsiteX5" fmla="*/ 114897 w 264855"/>
              <a:gd name="connsiteY5" fmla="*/ 272892 h 274004"/>
              <a:gd name="connsiteX6" fmla="*/ 156889 w 264855"/>
              <a:gd name="connsiteY6" fmla="*/ 257665 h 274004"/>
              <a:gd name="connsiteX7" fmla="*/ 231412 w 264855"/>
              <a:gd name="connsiteY7" fmla="*/ 247930 h 274004"/>
              <a:gd name="connsiteX8" fmla="*/ 236755 w 264855"/>
              <a:gd name="connsiteY8" fmla="*/ 224380 h 274004"/>
              <a:gd name="connsiteX9" fmla="*/ 256475 w 264855"/>
              <a:gd name="connsiteY9" fmla="*/ 217724 h 274004"/>
              <a:gd name="connsiteX10" fmla="*/ 236869 w 264855"/>
              <a:gd name="connsiteY10" fmla="*/ 178302 h 274004"/>
              <a:gd name="connsiteX11" fmla="*/ 264174 w 264855"/>
              <a:gd name="connsiteY11" fmla="*/ 116554 h 274004"/>
              <a:gd name="connsiteX12" fmla="*/ 245756 w 264855"/>
              <a:gd name="connsiteY12" fmla="*/ 101457 h 274004"/>
              <a:gd name="connsiteX13" fmla="*/ 253244 w 264855"/>
              <a:gd name="connsiteY13" fmla="*/ 58721 h 274004"/>
              <a:gd name="connsiteX14" fmla="*/ 217934 w 264855"/>
              <a:gd name="connsiteY14" fmla="*/ 54254 h 274004"/>
              <a:gd name="connsiteX15" fmla="*/ 207125 w 264855"/>
              <a:gd name="connsiteY15" fmla="*/ 11668 h 274004"/>
              <a:gd name="connsiteX16" fmla="*/ 97202 w 264855"/>
              <a:gd name="connsiteY16" fmla="*/ -557 h 274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64855" h="274004">
                <a:moveTo>
                  <a:pt x="97202" y="-558"/>
                </a:moveTo>
                <a:cubicBezTo>
                  <a:pt x="21671" y="26960"/>
                  <a:pt x="55769" y="62844"/>
                  <a:pt x="45644" y="116690"/>
                </a:cubicBezTo>
                <a:cubicBezTo>
                  <a:pt x="38570" y="154318"/>
                  <a:pt x="-26657" y="134049"/>
                  <a:pt x="12495" y="193329"/>
                </a:cubicBezTo>
                <a:cubicBezTo>
                  <a:pt x="17283" y="200579"/>
                  <a:pt x="42631" y="242657"/>
                  <a:pt x="44693" y="243882"/>
                </a:cubicBezTo>
                <a:cubicBezTo>
                  <a:pt x="69628" y="258699"/>
                  <a:pt x="86459" y="237516"/>
                  <a:pt x="103088" y="244589"/>
                </a:cubicBezTo>
                <a:cubicBezTo>
                  <a:pt x="112043" y="248398"/>
                  <a:pt x="102097" y="269493"/>
                  <a:pt x="114897" y="272892"/>
                </a:cubicBezTo>
                <a:cubicBezTo>
                  <a:pt x="128937" y="276621"/>
                  <a:pt x="143611" y="260403"/>
                  <a:pt x="156889" y="257665"/>
                </a:cubicBezTo>
                <a:cubicBezTo>
                  <a:pt x="174795" y="253971"/>
                  <a:pt x="201669" y="273896"/>
                  <a:pt x="231412" y="247930"/>
                </a:cubicBezTo>
                <a:cubicBezTo>
                  <a:pt x="241175" y="239406"/>
                  <a:pt x="232284" y="228610"/>
                  <a:pt x="236755" y="224380"/>
                </a:cubicBezTo>
                <a:cubicBezTo>
                  <a:pt x="241023" y="220344"/>
                  <a:pt x="252654" y="227189"/>
                  <a:pt x="256475" y="217724"/>
                </a:cubicBezTo>
                <a:cubicBezTo>
                  <a:pt x="265554" y="195240"/>
                  <a:pt x="236516" y="180047"/>
                  <a:pt x="236869" y="178302"/>
                </a:cubicBezTo>
                <a:cubicBezTo>
                  <a:pt x="241449" y="155684"/>
                  <a:pt x="269859" y="143086"/>
                  <a:pt x="264174" y="116554"/>
                </a:cubicBezTo>
                <a:cubicBezTo>
                  <a:pt x="262360" y="108089"/>
                  <a:pt x="248947" y="106736"/>
                  <a:pt x="245756" y="101457"/>
                </a:cubicBezTo>
                <a:cubicBezTo>
                  <a:pt x="240191" y="92250"/>
                  <a:pt x="264288" y="71857"/>
                  <a:pt x="253244" y="58721"/>
                </a:cubicBezTo>
                <a:cubicBezTo>
                  <a:pt x="243315" y="46911"/>
                  <a:pt x="225746" y="61907"/>
                  <a:pt x="217934" y="54254"/>
                </a:cubicBezTo>
                <a:cubicBezTo>
                  <a:pt x="209566" y="46057"/>
                  <a:pt x="228330" y="18964"/>
                  <a:pt x="207125" y="11668"/>
                </a:cubicBezTo>
                <a:cubicBezTo>
                  <a:pt x="180437" y="2487"/>
                  <a:pt x="183890" y="56957"/>
                  <a:pt x="97202" y="-557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76" name="任意多边形: 形状 275">
            <a:extLst>
              <a:ext uri="{FF2B5EF4-FFF2-40B4-BE49-F238E27FC236}">
                <a16:creationId xmlns:a16="http://schemas.microsoft.com/office/drawing/2014/main" id="{02FB4237-5764-9EC1-4DA8-84568772DBF4}"/>
              </a:ext>
            </a:extLst>
          </p:cNvPr>
          <p:cNvSpPr/>
          <p:nvPr/>
        </p:nvSpPr>
        <p:spPr>
          <a:xfrm>
            <a:off x="4579409" y="4086369"/>
            <a:ext cx="161216" cy="165163"/>
          </a:xfrm>
          <a:custGeom>
            <a:avLst/>
            <a:gdLst>
              <a:gd name="connsiteX0" fmla="*/ 61718 w 161216"/>
              <a:gd name="connsiteY0" fmla="*/ 980 h 165163"/>
              <a:gd name="connsiteX1" fmla="*/ 45995 w 161216"/>
              <a:gd name="connsiteY1" fmla="*/ 34310 h 165163"/>
              <a:gd name="connsiteX2" fmla="*/ 24833 w 161216"/>
              <a:gd name="connsiteY2" fmla="*/ 45845 h 165163"/>
              <a:gd name="connsiteX3" fmla="*/ 30453 w 161216"/>
              <a:gd name="connsiteY3" fmla="*/ 82142 h 165163"/>
              <a:gd name="connsiteX4" fmla="*/ 151 w 161216"/>
              <a:gd name="connsiteY4" fmla="*/ 123416 h 165163"/>
              <a:gd name="connsiteX5" fmla="*/ 18826 w 161216"/>
              <a:gd name="connsiteY5" fmla="*/ 140906 h 165163"/>
              <a:gd name="connsiteX6" fmla="*/ 37389 w 161216"/>
              <a:gd name="connsiteY6" fmla="*/ 161635 h 165163"/>
              <a:gd name="connsiteX7" fmla="*/ 86257 w 161216"/>
              <a:gd name="connsiteY7" fmla="*/ 155955 h 165163"/>
              <a:gd name="connsiteX8" fmla="*/ 148625 w 161216"/>
              <a:gd name="connsiteY8" fmla="*/ 151984 h 165163"/>
              <a:gd name="connsiteX9" fmla="*/ 147025 w 161216"/>
              <a:gd name="connsiteY9" fmla="*/ 136493 h 165163"/>
              <a:gd name="connsiteX10" fmla="*/ 161012 w 161216"/>
              <a:gd name="connsiteY10" fmla="*/ 100526 h 165163"/>
              <a:gd name="connsiteX11" fmla="*/ 149275 w 161216"/>
              <a:gd name="connsiteY11" fmla="*/ 86217 h 165163"/>
              <a:gd name="connsiteX12" fmla="*/ 160258 w 161216"/>
              <a:gd name="connsiteY12" fmla="*/ 44761 h 165163"/>
              <a:gd name="connsiteX13" fmla="*/ 149850 w 161216"/>
              <a:gd name="connsiteY13" fmla="*/ 32557 h 165163"/>
              <a:gd name="connsiteX14" fmla="*/ 142539 w 161216"/>
              <a:gd name="connsiteY14" fmla="*/ 2368 h 165163"/>
              <a:gd name="connsiteX15" fmla="*/ 61718 w 161216"/>
              <a:gd name="connsiteY15" fmla="*/ 980 h 165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1216" h="165163">
                <a:moveTo>
                  <a:pt x="61718" y="980"/>
                </a:moveTo>
                <a:cubicBezTo>
                  <a:pt x="32456" y="-8286"/>
                  <a:pt x="51193" y="27042"/>
                  <a:pt x="45995" y="34310"/>
                </a:cubicBezTo>
                <a:cubicBezTo>
                  <a:pt x="41272" y="40916"/>
                  <a:pt x="29703" y="39618"/>
                  <a:pt x="24833" y="45845"/>
                </a:cubicBezTo>
                <a:cubicBezTo>
                  <a:pt x="5403" y="70687"/>
                  <a:pt x="34313" y="70332"/>
                  <a:pt x="30453" y="82142"/>
                </a:cubicBezTo>
                <a:cubicBezTo>
                  <a:pt x="25765" y="96484"/>
                  <a:pt x="-1643" y="107079"/>
                  <a:pt x="151" y="123416"/>
                </a:cubicBezTo>
                <a:cubicBezTo>
                  <a:pt x="1210" y="133062"/>
                  <a:pt x="11766" y="135895"/>
                  <a:pt x="18826" y="140906"/>
                </a:cubicBezTo>
                <a:cubicBezTo>
                  <a:pt x="26329" y="146233"/>
                  <a:pt x="29423" y="157023"/>
                  <a:pt x="37389" y="161635"/>
                </a:cubicBezTo>
                <a:cubicBezTo>
                  <a:pt x="53782" y="171126"/>
                  <a:pt x="71059" y="154731"/>
                  <a:pt x="86257" y="155955"/>
                </a:cubicBezTo>
                <a:cubicBezTo>
                  <a:pt x="120590" y="158719"/>
                  <a:pt x="116069" y="172943"/>
                  <a:pt x="148625" y="151984"/>
                </a:cubicBezTo>
                <a:cubicBezTo>
                  <a:pt x="158064" y="145908"/>
                  <a:pt x="145272" y="142127"/>
                  <a:pt x="147025" y="136493"/>
                </a:cubicBezTo>
                <a:cubicBezTo>
                  <a:pt x="150511" y="125289"/>
                  <a:pt x="163296" y="113726"/>
                  <a:pt x="161012" y="100526"/>
                </a:cubicBezTo>
                <a:cubicBezTo>
                  <a:pt x="159697" y="92923"/>
                  <a:pt x="150177" y="92874"/>
                  <a:pt x="149275" y="86217"/>
                </a:cubicBezTo>
                <a:cubicBezTo>
                  <a:pt x="147562" y="73555"/>
                  <a:pt x="163991" y="58508"/>
                  <a:pt x="160258" y="44761"/>
                </a:cubicBezTo>
                <a:cubicBezTo>
                  <a:pt x="158783" y="39330"/>
                  <a:pt x="149943" y="40585"/>
                  <a:pt x="149850" y="32557"/>
                </a:cubicBezTo>
                <a:cubicBezTo>
                  <a:pt x="149746" y="23551"/>
                  <a:pt x="159992" y="-2055"/>
                  <a:pt x="142539" y="2368"/>
                </a:cubicBezTo>
                <a:cubicBezTo>
                  <a:pt x="117012" y="8837"/>
                  <a:pt x="113883" y="14767"/>
                  <a:pt x="61718" y="980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77" name="任意多边形: 形状 276">
            <a:extLst>
              <a:ext uri="{FF2B5EF4-FFF2-40B4-BE49-F238E27FC236}">
                <a16:creationId xmlns:a16="http://schemas.microsoft.com/office/drawing/2014/main" id="{A8CBE9BE-1120-B114-2A2A-A9348FE69C9D}"/>
              </a:ext>
            </a:extLst>
          </p:cNvPr>
          <p:cNvSpPr/>
          <p:nvPr/>
        </p:nvSpPr>
        <p:spPr>
          <a:xfrm>
            <a:off x="4602475" y="4312889"/>
            <a:ext cx="81184" cy="90716"/>
          </a:xfrm>
          <a:custGeom>
            <a:avLst/>
            <a:gdLst>
              <a:gd name="connsiteX0" fmla="*/ 45601 w 81184"/>
              <a:gd name="connsiteY0" fmla="*/ 87785 h 90716"/>
              <a:gd name="connsiteX1" fmla="*/ 56463 w 81184"/>
              <a:gd name="connsiteY1" fmla="*/ 65135 h 90716"/>
              <a:gd name="connsiteX2" fmla="*/ 65850 w 81184"/>
              <a:gd name="connsiteY2" fmla="*/ 29373 h 90716"/>
              <a:gd name="connsiteX3" fmla="*/ 80585 w 81184"/>
              <a:gd name="connsiteY3" fmla="*/ 7192 h 90716"/>
              <a:gd name="connsiteX4" fmla="*/ 38566 w 81184"/>
              <a:gd name="connsiteY4" fmla="*/ 2185 h 90716"/>
              <a:gd name="connsiteX5" fmla="*/ 294 w 81184"/>
              <a:gd name="connsiteY5" fmla="*/ 2875 h 90716"/>
              <a:gd name="connsiteX6" fmla="*/ 31251 w 81184"/>
              <a:gd name="connsiteY6" fmla="*/ 32643 h 90716"/>
              <a:gd name="connsiteX7" fmla="*/ 27627 w 81184"/>
              <a:gd name="connsiteY7" fmla="*/ 52605 h 90716"/>
              <a:gd name="connsiteX8" fmla="*/ 45601 w 81184"/>
              <a:gd name="connsiteY8" fmla="*/ 87785 h 90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184" h="90716">
                <a:moveTo>
                  <a:pt x="45601" y="87785"/>
                </a:moveTo>
                <a:cubicBezTo>
                  <a:pt x="46326" y="78706"/>
                  <a:pt x="52631" y="73005"/>
                  <a:pt x="56463" y="65135"/>
                </a:cubicBezTo>
                <a:cubicBezTo>
                  <a:pt x="62104" y="53549"/>
                  <a:pt x="56265" y="40360"/>
                  <a:pt x="65850" y="29373"/>
                </a:cubicBezTo>
                <a:cubicBezTo>
                  <a:pt x="69652" y="25018"/>
                  <a:pt x="84553" y="15089"/>
                  <a:pt x="80585" y="7192"/>
                </a:cubicBezTo>
                <a:cubicBezTo>
                  <a:pt x="76617" y="-704"/>
                  <a:pt x="45356" y="2180"/>
                  <a:pt x="38566" y="2185"/>
                </a:cubicBezTo>
                <a:cubicBezTo>
                  <a:pt x="31948" y="2189"/>
                  <a:pt x="2432" y="-4426"/>
                  <a:pt x="294" y="2875"/>
                </a:cubicBezTo>
                <a:cubicBezTo>
                  <a:pt x="-2805" y="13456"/>
                  <a:pt x="26790" y="23766"/>
                  <a:pt x="31251" y="32643"/>
                </a:cubicBezTo>
                <a:cubicBezTo>
                  <a:pt x="35017" y="40139"/>
                  <a:pt x="27117" y="46565"/>
                  <a:pt x="27627" y="52605"/>
                </a:cubicBezTo>
                <a:cubicBezTo>
                  <a:pt x="29136" y="70444"/>
                  <a:pt x="43793" y="98509"/>
                  <a:pt x="45601" y="87785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78" name="任意多边形: 形状 277">
            <a:extLst>
              <a:ext uri="{FF2B5EF4-FFF2-40B4-BE49-F238E27FC236}">
                <a16:creationId xmlns:a16="http://schemas.microsoft.com/office/drawing/2014/main" id="{A75ABF42-645B-BA74-46EC-FFBEBEE6B139}"/>
              </a:ext>
            </a:extLst>
          </p:cNvPr>
          <p:cNvSpPr/>
          <p:nvPr/>
        </p:nvSpPr>
        <p:spPr>
          <a:xfrm>
            <a:off x="4858431" y="3993833"/>
            <a:ext cx="328436" cy="539051"/>
          </a:xfrm>
          <a:custGeom>
            <a:avLst/>
            <a:gdLst>
              <a:gd name="connsiteX0" fmla="*/ 146681 w 328436"/>
              <a:gd name="connsiteY0" fmla="*/ 875 h 539051"/>
              <a:gd name="connsiteX1" fmla="*/ 101607 w 328436"/>
              <a:gd name="connsiteY1" fmla="*/ 30225 h 539051"/>
              <a:gd name="connsiteX2" fmla="*/ 34048 w 328436"/>
              <a:gd name="connsiteY2" fmla="*/ 87843 h 539051"/>
              <a:gd name="connsiteX3" fmla="*/ 31124 w 328436"/>
              <a:gd name="connsiteY3" fmla="*/ 147271 h 539051"/>
              <a:gd name="connsiteX4" fmla="*/ 13000 w 328436"/>
              <a:gd name="connsiteY4" fmla="*/ 199695 h 539051"/>
              <a:gd name="connsiteX5" fmla="*/ 2217 w 328436"/>
              <a:gd name="connsiteY5" fmla="*/ 274160 h 539051"/>
              <a:gd name="connsiteX6" fmla="*/ 70291 w 328436"/>
              <a:gd name="connsiteY6" fmla="*/ 332612 h 539051"/>
              <a:gd name="connsiteX7" fmla="*/ 112264 w 328436"/>
              <a:gd name="connsiteY7" fmla="*/ 354386 h 539051"/>
              <a:gd name="connsiteX8" fmla="*/ 106961 w 328436"/>
              <a:gd name="connsiteY8" fmla="*/ 407283 h 539051"/>
              <a:gd name="connsiteX9" fmla="*/ 59356 w 328436"/>
              <a:gd name="connsiteY9" fmla="*/ 503162 h 539051"/>
              <a:gd name="connsiteX10" fmla="*/ 44005 w 328436"/>
              <a:gd name="connsiteY10" fmla="*/ 526232 h 539051"/>
              <a:gd name="connsiteX11" fmla="*/ 67309 w 328436"/>
              <a:gd name="connsiteY11" fmla="*/ 536571 h 539051"/>
              <a:gd name="connsiteX12" fmla="*/ 159805 w 328436"/>
              <a:gd name="connsiteY12" fmla="*/ 536089 h 539051"/>
              <a:gd name="connsiteX13" fmla="*/ 160133 w 328436"/>
              <a:gd name="connsiteY13" fmla="*/ 514428 h 539051"/>
              <a:gd name="connsiteX14" fmla="*/ 150974 w 328436"/>
              <a:gd name="connsiteY14" fmla="*/ 422409 h 539051"/>
              <a:gd name="connsiteX15" fmla="*/ 173390 w 328436"/>
              <a:gd name="connsiteY15" fmla="*/ 360665 h 539051"/>
              <a:gd name="connsiteX16" fmla="*/ 219022 w 328436"/>
              <a:gd name="connsiteY16" fmla="*/ 371553 h 539051"/>
              <a:gd name="connsiteX17" fmla="*/ 274371 w 328436"/>
              <a:gd name="connsiteY17" fmla="*/ 344940 h 539051"/>
              <a:gd name="connsiteX18" fmla="*/ 290154 w 328436"/>
              <a:gd name="connsiteY18" fmla="*/ 297081 h 539051"/>
              <a:gd name="connsiteX19" fmla="*/ 318464 w 328436"/>
              <a:gd name="connsiteY19" fmla="*/ 255485 h 539051"/>
              <a:gd name="connsiteX20" fmla="*/ 322917 w 328436"/>
              <a:gd name="connsiteY20" fmla="*/ 121849 h 539051"/>
              <a:gd name="connsiteX21" fmla="*/ 288779 w 328436"/>
              <a:gd name="connsiteY21" fmla="*/ 54479 h 539051"/>
              <a:gd name="connsiteX22" fmla="*/ 228148 w 328436"/>
              <a:gd name="connsiteY22" fmla="*/ 28748 h 539051"/>
              <a:gd name="connsiteX23" fmla="*/ 170717 w 328436"/>
              <a:gd name="connsiteY23" fmla="*/ 2438 h 539051"/>
              <a:gd name="connsiteX24" fmla="*/ 147250 w 328436"/>
              <a:gd name="connsiteY24" fmla="*/ 548 h 539051"/>
              <a:gd name="connsiteX25" fmla="*/ 146681 w 328436"/>
              <a:gd name="connsiteY25" fmla="*/ 850 h 539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28436" h="539051">
                <a:moveTo>
                  <a:pt x="146681" y="875"/>
                </a:moveTo>
                <a:cubicBezTo>
                  <a:pt x="130954" y="9587"/>
                  <a:pt x="121297" y="29418"/>
                  <a:pt x="101607" y="30225"/>
                </a:cubicBezTo>
                <a:cubicBezTo>
                  <a:pt x="70155" y="32681"/>
                  <a:pt x="39216" y="55615"/>
                  <a:pt x="34048" y="87843"/>
                </a:cubicBezTo>
                <a:cubicBezTo>
                  <a:pt x="29469" y="107389"/>
                  <a:pt x="37060" y="127999"/>
                  <a:pt x="31124" y="147271"/>
                </a:cubicBezTo>
                <a:cubicBezTo>
                  <a:pt x="23613" y="164106"/>
                  <a:pt x="10844" y="180239"/>
                  <a:pt x="13000" y="199695"/>
                </a:cubicBezTo>
                <a:cubicBezTo>
                  <a:pt x="10508" y="224657"/>
                  <a:pt x="-5674" y="248607"/>
                  <a:pt x="2217" y="274160"/>
                </a:cubicBezTo>
                <a:cubicBezTo>
                  <a:pt x="11609" y="304700"/>
                  <a:pt x="40476" y="324837"/>
                  <a:pt x="70291" y="332612"/>
                </a:cubicBezTo>
                <a:cubicBezTo>
                  <a:pt x="85294" y="336735"/>
                  <a:pt x="104451" y="338918"/>
                  <a:pt x="112264" y="354386"/>
                </a:cubicBezTo>
                <a:cubicBezTo>
                  <a:pt x="119887" y="371854"/>
                  <a:pt x="109600" y="389908"/>
                  <a:pt x="106961" y="407283"/>
                </a:cubicBezTo>
                <a:cubicBezTo>
                  <a:pt x="98995" y="442270"/>
                  <a:pt x="86692" y="478408"/>
                  <a:pt x="59356" y="503162"/>
                </a:cubicBezTo>
                <a:cubicBezTo>
                  <a:pt x="53471" y="509900"/>
                  <a:pt x="42831" y="516200"/>
                  <a:pt x="44005" y="526232"/>
                </a:cubicBezTo>
                <a:cubicBezTo>
                  <a:pt x="46684" y="536270"/>
                  <a:pt x="58894" y="536241"/>
                  <a:pt x="67309" y="536571"/>
                </a:cubicBezTo>
                <a:cubicBezTo>
                  <a:pt x="98048" y="539817"/>
                  <a:pt x="129055" y="538470"/>
                  <a:pt x="159805" y="536089"/>
                </a:cubicBezTo>
                <a:cubicBezTo>
                  <a:pt x="168955" y="532369"/>
                  <a:pt x="166174" y="519729"/>
                  <a:pt x="160133" y="514428"/>
                </a:cubicBezTo>
                <a:cubicBezTo>
                  <a:pt x="141929" y="487453"/>
                  <a:pt x="145134" y="452769"/>
                  <a:pt x="150974" y="422409"/>
                </a:cubicBezTo>
                <a:cubicBezTo>
                  <a:pt x="154507" y="400788"/>
                  <a:pt x="158709" y="377813"/>
                  <a:pt x="173390" y="360665"/>
                </a:cubicBezTo>
                <a:cubicBezTo>
                  <a:pt x="189373" y="352910"/>
                  <a:pt x="205088" y="364903"/>
                  <a:pt x="219022" y="371553"/>
                </a:cubicBezTo>
                <a:cubicBezTo>
                  <a:pt x="240254" y="380294"/>
                  <a:pt x="269998" y="368939"/>
                  <a:pt x="274371" y="344940"/>
                </a:cubicBezTo>
                <a:cubicBezTo>
                  <a:pt x="278534" y="328851"/>
                  <a:pt x="275678" y="308635"/>
                  <a:pt x="290154" y="297081"/>
                </a:cubicBezTo>
                <a:cubicBezTo>
                  <a:pt x="303000" y="286399"/>
                  <a:pt x="318576" y="273776"/>
                  <a:pt x="318464" y="255485"/>
                </a:cubicBezTo>
                <a:cubicBezTo>
                  <a:pt x="324647" y="211437"/>
                  <a:pt x="334991" y="165854"/>
                  <a:pt x="322917" y="121849"/>
                </a:cubicBezTo>
                <a:cubicBezTo>
                  <a:pt x="316396" y="97436"/>
                  <a:pt x="305878" y="73325"/>
                  <a:pt x="288779" y="54479"/>
                </a:cubicBezTo>
                <a:cubicBezTo>
                  <a:pt x="271625" y="39097"/>
                  <a:pt x="243828" y="46637"/>
                  <a:pt x="228148" y="28748"/>
                </a:cubicBezTo>
                <a:cubicBezTo>
                  <a:pt x="213202" y="12942"/>
                  <a:pt x="191227" y="7071"/>
                  <a:pt x="170717" y="2438"/>
                </a:cubicBezTo>
                <a:cubicBezTo>
                  <a:pt x="163196" y="1010"/>
                  <a:pt x="154521" y="-2266"/>
                  <a:pt x="147250" y="548"/>
                </a:cubicBezTo>
                <a:lnTo>
                  <a:pt x="146681" y="850"/>
                </a:ln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79" name="任意多边形: 形状 278">
            <a:extLst>
              <a:ext uri="{FF2B5EF4-FFF2-40B4-BE49-F238E27FC236}">
                <a16:creationId xmlns:a16="http://schemas.microsoft.com/office/drawing/2014/main" id="{CF160D7A-2B07-7AC3-25DC-FFA0054F0B43}"/>
              </a:ext>
            </a:extLst>
          </p:cNvPr>
          <p:cNvSpPr/>
          <p:nvPr/>
        </p:nvSpPr>
        <p:spPr>
          <a:xfrm>
            <a:off x="5062068" y="4001680"/>
            <a:ext cx="847" cy="666"/>
          </a:xfrm>
          <a:custGeom>
            <a:avLst/>
            <a:gdLst>
              <a:gd name="connsiteX0" fmla="*/ 67 w 847"/>
              <a:gd name="connsiteY0" fmla="*/ -230 h 666"/>
              <a:gd name="connsiteX1" fmla="*/ 67 w 847"/>
              <a:gd name="connsiteY1" fmla="*/ -230 h 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7" h="666">
                <a:moveTo>
                  <a:pt x="67" y="-230"/>
                </a:moveTo>
                <a:cubicBezTo>
                  <a:pt x="541" y="935"/>
                  <a:pt x="1711" y="-1373"/>
                  <a:pt x="67" y="-230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80" name="任意多边形: 形状 279">
            <a:extLst>
              <a:ext uri="{FF2B5EF4-FFF2-40B4-BE49-F238E27FC236}">
                <a16:creationId xmlns:a16="http://schemas.microsoft.com/office/drawing/2014/main" id="{D3EC13D2-402E-9036-E2F9-EF06AE0EDD6D}"/>
              </a:ext>
            </a:extLst>
          </p:cNvPr>
          <p:cNvSpPr/>
          <p:nvPr/>
        </p:nvSpPr>
        <p:spPr>
          <a:xfrm>
            <a:off x="4875020" y="4018339"/>
            <a:ext cx="295964" cy="316471"/>
          </a:xfrm>
          <a:custGeom>
            <a:avLst/>
            <a:gdLst>
              <a:gd name="connsiteX0" fmla="*/ 187418 w 295964"/>
              <a:gd name="connsiteY0" fmla="*/ -358 h 316471"/>
              <a:gd name="connsiteX1" fmla="*/ 124331 w 295964"/>
              <a:gd name="connsiteY1" fmla="*/ 24807 h 316471"/>
              <a:gd name="connsiteX2" fmla="*/ 64159 w 295964"/>
              <a:gd name="connsiteY2" fmla="*/ 53266 h 316471"/>
              <a:gd name="connsiteX3" fmla="*/ 52246 w 295964"/>
              <a:gd name="connsiteY3" fmla="*/ 110557 h 316471"/>
              <a:gd name="connsiteX4" fmla="*/ 36579 w 295964"/>
              <a:gd name="connsiteY4" fmla="*/ 162396 h 316471"/>
              <a:gd name="connsiteX5" fmla="*/ 67 w 295964"/>
              <a:gd name="connsiteY5" fmla="*/ 237779 h 316471"/>
              <a:gd name="connsiteX6" fmla="*/ 69065 w 295964"/>
              <a:gd name="connsiteY6" fmla="*/ 288669 h 316471"/>
              <a:gd name="connsiteX7" fmla="*/ 108813 w 295964"/>
              <a:gd name="connsiteY7" fmla="*/ 294736 h 316471"/>
              <a:gd name="connsiteX8" fmla="*/ 127136 w 295964"/>
              <a:gd name="connsiteY8" fmla="*/ 315914 h 316471"/>
              <a:gd name="connsiteX9" fmla="*/ 192287 w 295964"/>
              <a:gd name="connsiteY9" fmla="*/ 308410 h 316471"/>
              <a:gd name="connsiteX10" fmla="*/ 235762 w 295964"/>
              <a:gd name="connsiteY10" fmla="*/ 302275 h 316471"/>
              <a:gd name="connsiteX11" fmla="*/ 244197 w 295964"/>
              <a:gd name="connsiteY11" fmla="*/ 264667 h 316471"/>
              <a:gd name="connsiteX12" fmla="*/ 279020 w 295964"/>
              <a:gd name="connsiteY12" fmla="*/ 251845 h 316471"/>
              <a:gd name="connsiteX13" fmla="*/ 279796 w 295964"/>
              <a:gd name="connsiteY13" fmla="*/ 205286 h 316471"/>
              <a:gd name="connsiteX14" fmla="*/ 293967 w 295964"/>
              <a:gd name="connsiteY14" fmla="*/ 150170 h 316471"/>
              <a:gd name="connsiteX15" fmla="*/ 291384 w 295964"/>
              <a:gd name="connsiteY15" fmla="*/ 100692 h 316471"/>
              <a:gd name="connsiteX16" fmla="*/ 264862 w 295964"/>
              <a:gd name="connsiteY16" fmla="*/ 81965 h 316471"/>
              <a:gd name="connsiteX17" fmla="*/ 253181 w 295964"/>
              <a:gd name="connsiteY17" fmla="*/ 54484 h 316471"/>
              <a:gd name="connsiteX18" fmla="*/ 222360 w 295964"/>
              <a:gd name="connsiteY18" fmla="*/ 48263 h 316471"/>
              <a:gd name="connsiteX19" fmla="*/ 205408 w 295964"/>
              <a:gd name="connsiteY19" fmla="*/ 38074 h 316471"/>
              <a:gd name="connsiteX20" fmla="*/ 190393 w 295964"/>
              <a:gd name="connsiteY20" fmla="*/ -378 h 316471"/>
              <a:gd name="connsiteX21" fmla="*/ 187418 w 295964"/>
              <a:gd name="connsiteY21" fmla="*/ -378 h 316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95964" h="316471">
                <a:moveTo>
                  <a:pt x="187418" y="-358"/>
                </a:moveTo>
                <a:cubicBezTo>
                  <a:pt x="167532" y="10699"/>
                  <a:pt x="140674" y="7411"/>
                  <a:pt x="124331" y="24807"/>
                </a:cubicBezTo>
                <a:cubicBezTo>
                  <a:pt x="108857" y="42499"/>
                  <a:pt x="78356" y="34083"/>
                  <a:pt x="64159" y="53266"/>
                </a:cubicBezTo>
                <a:cubicBezTo>
                  <a:pt x="53100" y="70210"/>
                  <a:pt x="54520" y="91337"/>
                  <a:pt x="52246" y="110557"/>
                </a:cubicBezTo>
                <a:cubicBezTo>
                  <a:pt x="51214" y="128754"/>
                  <a:pt x="46778" y="146909"/>
                  <a:pt x="36579" y="162396"/>
                </a:cubicBezTo>
                <a:cubicBezTo>
                  <a:pt x="23325" y="186849"/>
                  <a:pt x="2784" y="209300"/>
                  <a:pt x="67" y="237779"/>
                </a:cubicBezTo>
                <a:cubicBezTo>
                  <a:pt x="1257" y="269841"/>
                  <a:pt x="36689" y="296057"/>
                  <a:pt x="69065" y="288669"/>
                </a:cubicBezTo>
                <a:cubicBezTo>
                  <a:pt x="82263" y="288539"/>
                  <a:pt x="98190" y="285419"/>
                  <a:pt x="108813" y="294736"/>
                </a:cubicBezTo>
                <a:cubicBezTo>
                  <a:pt x="114371" y="301885"/>
                  <a:pt x="115706" y="315580"/>
                  <a:pt x="127136" y="315914"/>
                </a:cubicBezTo>
                <a:cubicBezTo>
                  <a:pt x="148799" y="313705"/>
                  <a:pt x="170309" y="300128"/>
                  <a:pt x="192287" y="308410"/>
                </a:cubicBezTo>
                <a:cubicBezTo>
                  <a:pt x="206472" y="312411"/>
                  <a:pt x="225471" y="314925"/>
                  <a:pt x="235762" y="302275"/>
                </a:cubicBezTo>
                <a:cubicBezTo>
                  <a:pt x="241479" y="290379"/>
                  <a:pt x="232861" y="274342"/>
                  <a:pt x="244197" y="264667"/>
                </a:cubicBezTo>
                <a:cubicBezTo>
                  <a:pt x="255251" y="258896"/>
                  <a:pt x="271452" y="263463"/>
                  <a:pt x="279020" y="251845"/>
                </a:cubicBezTo>
                <a:cubicBezTo>
                  <a:pt x="284263" y="236453"/>
                  <a:pt x="269934" y="219832"/>
                  <a:pt x="279796" y="205286"/>
                </a:cubicBezTo>
                <a:cubicBezTo>
                  <a:pt x="288046" y="188261"/>
                  <a:pt x="301120" y="169793"/>
                  <a:pt x="293967" y="150170"/>
                </a:cubicBezTo>
                <a:cubicBezTo>
                  <a:pt x="287687" y="134289"/>
                  <a:pt x="289975" y="117046"/>
                  <a:pt x="291384" y="100692"/>
                </a:cubicBezTo>
                <a:cubicBezTo>
                  <a:pt x="288871" y="89009"/>
                  <a:pt x="276184" y="82611"/>
                  <a:pt x="264862" y="81965"/>
                </a:cubicBezTo>
                <a:cubicBezTo>
                  <a:pt x="253767" y="77313"/>
                  <a:pt x="253974" y="64161"/>
                  <a:pt x="253181" y="54484"/>
                </a:cubicBezTo>
                <a:cubicBezTo>
                  <a:pt x="247374" y="43540"/>
                  <a:pt x="232524" y="45688"/>
                  <a:pt x="222360" y="48263"/>
                </a:cubicBezTo>
                <a:cubicBezTo>
                  <a:pt x="215194" y="49596"/>
                  <a:pt x="204699" y="46486"/>
                  <a:pt x="205408" y="38074"/>
                </a:cubicBezTo>
                <a:cubicBezTo>
                  <a:pt x="202657" y="24716"/>
                  <a:pt x="202577" y="8841"/>
                  <a:pt x="190393" y="-378"/>
                </a:cubicBezTo>
                <a:cubicBezTo>
                  <a:pt x="189414" y="-240"/>
                  <a:pt x="188368" y="-844"/>
                  <a:pt x="187418" y="-378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81" name="任意多边形: 形状 280">
            <a:extLst>
              <a:ext uri="{FF2B5EF4-FFF2-40B4-BE49-F238E27FC236}">
                <a16:creationId xmlns:a16="http://schemas.microsoft.com/office/drawing/2014/main" id="{06C7ED20-DF4F-4B13-0662-C7833E70E6D5}"/>
              </a:ext>
            </a:extLst>
          </p:cNvPr>
          <p:cNvSpPr/>
          <p:nvPr/>
        </p:nvSpPr>
        <p:spPr>
          <a:xfrm>
            <a:off x="4915132" y="4040497"/>
            <a:ext cx="180905" cy="234443"/>
          </a:xfrm>
          <a:custGeom>
            <a:avLst/>
            <a:gdLst>
              <a:gd name="connsiteX0" fmla="*/ 128174 w 180905"/>
              <a:gd name="connsiteY0" fmla="*/ -87 h 234443"/>
              <a:gd name="connsiteX1" fmla="*/ 63260 w 180905"/>
              <a:gd name="connsiteY1" fmla="*/ 42501 h 234443"/>
              <a:gd name="connsiteX2" fmla="*/ 43949 w 180905"/>
              <a:gd name="connsiteY2" fmla="*/ 82341 h 234443"/>
              <a:gd name="connsiteX3" fmla="*/ 18961 w 180905"/>
              <a:gd name="connsiteY3" fmla="*/ 107357 h 234443"/>
              <a:gd name="connsiteX4" fmla="*/ 26640 w 180905"/>
              <a:gd name="connsiteY4" fmla="*/ 132844 h 234443"/>
              <a:gd name="connsiteX5" fmla="*/ 1974 w 180905"/>
              <a:gd name="connsiteY5" fmla="*/ 174450 h 234443"/>
              <a:gd name="connsiteX6" fmla="*/ 8510 w 180905"/>
              <a:gd name="connsiteY6" fmla="*/ 203560 h 234443"/>
              <a:gd name="connsiteX7" fmla="*/ 33140 w 180905"/>
              <a:gd name="connsiteY7" fmla="*/ 230085 h 234443"/>
              <a:gd name="connsiteX8" fmla="*/ 97441 w 180905"/>
              <a:gd name="connsiteY8" fmla="*/ 228993 h 234443"/>
              <a:gd name="connsiteX9" fmla="*/ 164232 w 180905"/>
              <a:gd name="connsiteY9" fmla="*/ 197638 h 234443"/>
              <a:gd name="connsiteX10" fmla="*/ 176203 w 180905"/>
              <a:gd name="connsiteY10" fmla="*/ 164928 h 234443"/>
              <a:gd name="connsiteX11" fmla="*/ 176375 w 180905"/>
              <a:gd name="connsiteY11" fmla="*/ 128669 h 234443"/>
              <a:gd name="connsiteX12" fmla="*/ 175190 w 180905"/>
              <a:gd name="connsiteY12" fmla="*/ 90744 h 234443"/>
              <a:gd name="connsiteX13" fmla="*/ 172587 w 180905"/>
              <a:gd name="connsiteY13" fmla="*/ 55933 h 234443"/>
              <a:gd name="connsiteX14" fmla="*/ 130234 w 180905"/>
              <a:gd name="connsiteY14" fmla="*/ 58199 h 234443"/>
              <a:gd name="connsiteX15" fmla="*/ 134836 w 180905"/>
              <a:gd name="connsiteY15" fmla="*/ 31267 h 234443"/>
              <a:gd name="connsiteX16" fmla="*/ 130093 w 180905"/>
              <a:gd name="connsiteY16" fmla="*/ -472 h 234443"/>
              <a:gd name="connsiteX17" fmla="*/ 129019 w 180905"/>
              <a:gd name="connsiteY17" fmla="*/ -558 h 234443"/>
              <a:gd name="connsiteX18" fmla="*/ 128174 w 180905"/>
              <a:gd name="connsiteY18" fmla="*/ -93 h 23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0905" h="234443">
                <a:moveTo>
                  <a:pt x="128174" y="-87"/>
                </a:moveTo>
                <a:cubicBezTo>
                  <a:pt x="110128" y="19484"/>
                  <a:pt x="79563" y="20718"/>
                  <a:pt x="63260" y="42501"/>
                </a:cubicBezTo>
                <a:cubicBezTo>
                  <a:pt x="53352" y="54128"/>
                  <a:pt x="57175" y="72897"/>
                  <a:pt x="43949" y="82341"/>
                </a:cubicBezTo>
                <a:cubicBezTo>
                  <a:pt x="35859" y="90731"/>
                  <a:pt x="22832" y="95640"/>
                  <a:pt x="18961" y="107357"/>
                </a:cubicBezTo>
                <a:cubicBezTo>
                  <a:pt x="17182" y="116779"/>
                  <a:pt x="24209" y="124520"/>
                  <a:pt x="26640" y="132844"/>
                </a:cubicBezTo>
                <a:cubicBezTo>
                  <a:pt x="26796" y="150600"/>
                  <a:pt x="6183" y="158206"/>
                  <a:pt x="1974" y="174450"/>
                </a:cubicBezTo>
                <a:cubicBezTo>
                  <a:pt x="-2277" y="184565"/>
                  <a:pt x="872" y="196006"/>
                  <a:pt x="8510" y="203560"/>
                </a:cubicBezTo>
                <a:cubicBezTo>
                  <a:pt x="16519" y="212526"/>
                  <a:pt x="24188" y="222235"/>
                  <a:pt x="33140" y="230085"/>
                </a:cubicBezTo>
                <a:cubicBezTo>
                  <a:pt x="53829" y="239820"/>
                  <a:pt x="75975" y="227614"/>
                  <a:pt x="97441" y="228993"/>
                </a:cubicBezTo>
                <a:cubicBezTo>
                  <a:pt x="122947" y="228191"/>
                  <a:pt x="146178" y="214951"/>
                  <a:pt x="164232" y="197638"/>
                </a:cubicBezTo>
                <a:cubicBezTo>
                  <a:pt x="173781" y="190081"/>
                  <a:pt x="181963" y="177231"/>
                  <a:pt x="176203" y="164928"/>
                </a:cubicBezTo>
                <a:cubicBezTo>
                  <a:pt x="172276" y="153409"/>
                  <a:pt x="168278" y="139361"/>
                  <a:pt x="176375" y="128669"/>
                </a:cubicBezTo>
                <a:cubicBezTo>
                  <a:pt x="181915" y="116925"/>
                  <a:pt x="183487" y="101630"/>
                  <a:pt x="175190" y="90744"/>
                </a:cubicBezTo>
                <a:cubicBezTo>
                  <a:pt x="172618" y="79238"/>
                  <a:pt x="181513" y="65993"/>
                  <a:pt x="172587" y="55933"/>
                </a:cubicBezTo>
                <a:cubicBezTo>
                  <a:pt x="158661" y="48001"/>
                  <a:pt x="144453" y="64490"/>
                  <a:pt x="130234" y="58199"/>
                </a:cubicBezTo>
                <a:cubicBezTo>
                  <a:pt x="123117" y="49379"/>
                  <a:pt x="133972" y="40356"/>
                  <a:pt x="134836" y="31267"/>
                </a:cubicBezTo>
                <a:cubicBezTo>
                  <a:pt x="138057" y="20803"/>
                  <a:pt x="138488" y="7773"/>
                  <a:pt x="130093" y="-472"/>
                </a:cubicBezTo>
                <a:lnTo>
                  <a:pt x="129019" y="-558"/>
                </a:lnTo>
                <a:lnTo>
                  <a:pt x="128174" y="-93"/>
                </a:ln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82" name="任意多边形: 形状 281">
            <a:extLst>
              <a:ext uri="{FF2B5EF4-FFF2-40B4-BE49-F238E27FC236}">
                <a16:creationId xmlns:a16="http://schemas.microsoft.com/office/drawing/2014/main" id="{79FC364C-7698-CA3F-A855-1AB0DE33F608}"/>
              </a:ext>
            </a:extLst>
          </p:cNvPr>
          <p:cNvSpPr/>
          <p:nvPr/>
        </p:nvSpPr>
        <p:spPr>
          <a:xfrm>
            <a:off x="4964682" y="4319408"/>
            <a:ext cx="66264" cy="168190"/>
          </a:xfrm>
          <a:custGeom>
            <a:avLst/>
            <a:gdLst>
              <a:gd name="connsiteX0" fmla="*/ 2349 w 66264"/>
              <a:gd name="connsiteY0" fmla="*/ 167317 h 168190"/>
              <a:gd name="connsiteX1" fmla="*/ 41790 w 66264"/>
              <a:gd name="connsiteY1" fmla="*/ 80501 h 168190"/>
              <a:gd name="connsiteX2" fmla="*/ 65611 w 66264"/>
              <a:gd name="connsiteY2" fmla="*/ 37805 h 168190"/>
              <a:gd name="connsiteX3" fmla="*/ 53599 w 66264"/>
              <a:gd name="connsiteY3" fmla="*/ 15460 h 168190"/>
              <a:gd name="connsiteX4" fmla="*/ 17327 w 66264"/>
              <a:gd name="connsiteY4" fmla="*/ -558 h 168190"/>
              <a:gd name="connsiteX5" fmla="*/ 15298 w 66264"/>
              <a:gd name="connsiteY5" fmla="*/ 32004 h 168190"/>
              <a:gd name="connsiteX6" fmla="*/ 13872 w 66264"/>
              <a:gd name="connsiteY6" fmla="*/ 87037 h 168190"/>
              <a:gd name="connsiteX7" fmla="*/ 68 w 66264"/>
              <a:gd name="connsiteY7" fmla="*/ 165232 h 168190"/>
              <a:gd name="connsiteX8" fmla="*/ 2349 w 66264"/>
              <a:gd name="connsiteY8" fmla="*/ 167317 h 168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6264" h="168190">
                <a:moveTo>
                  <a:pt x="2349" y="167317"/>
                </a:moveTo>
                <a:cubicBezTo>
                  <a:pt x="17281" y="142839"/>
                  <a:pt x="32531" y="115048"/>
                  <a:pt x="41790" y="80501"/>
                </a:cubicBezTo>
                <a:cubicBezTo>
                  <a:pt x="48384" y="62835"/>
                  <a:pt x="57771" y="52373"/>
                  <a:pt x="65611" y="37805"/>
                </a:cubicBezTo>
                <a:cubicBezTo>
                  <a:pt x="68950" y="19635"/>
                  <a:pt x="59952" y="15081"/>
                  <a:pt x="53599" y="15460"/>
                </a:cubicBezTo>
                <a:cubicBezTo>
                  <a:pt x="41315" y="10912"/>
                  <a:pt x="28686" y="7555"/>
                  <a:pt x="17327" y="-558"/>
                </a:cubicBezTo>
                <a:cubicBezTo>
                  <a:pt x="10429" y="8724"/>
                  <a:pt x="11485" y="26217"/>
                  <a:pt x="15298" y="32004"/>
                </a:cubicBezTo>
                <a:cubicBezTo>
                  <a:pt x="19249" y="45680"/>
                  <a:pt x="21817" y="66922"/>
                  <a:pt x="13872" y="87037"/>
                </a:cubicBezTo>
                <a:cubicBezTo>
                  <a:pt x="6741" y="112352"/>
                  <a:pt x="-51" y="140348"/>
                  <a:pt x="68" y="165232"/>
                </a:cubicBezTo>
                <a:cubicBezTo>
                  <a:pt x="671" y="166261"/>
                  <a:pt x="1134" y="168446"/>
                  <a:pt x="2349" y="167317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83" name="任意多边形: 形状 282">
            <a:extLst>
              <a:ext uri="{FF2B5EF4-FFF2-40B4-BE49-F238E27FC236}">
                <a16:creationId xmlns:a16="http://schemas.microsoft.com/office/drawing/2014/main" id="{27E6A8AE-B4AE-8E97-982F-E491A15BB695}"/>
              </a:ext>
            </a:extLst>
          </p:cNvPr>
          <p:cNvSpPr/>
          <p:nvPr/>
        </p:nvSpPr>
        <p:spPr>
          <a:xfrm>
            <a:off x="4079210" y="3853443"/>
            <a:ext cx="392385" cy="616343"/>
          </a:xfrm>
          <a:custGeom>
            <a:avLst/>
            <a:gdLst>
              <a:gd name="connsiteX0" fmla="*/ 229549 w 392385"/>
              <a:gd name="connsiteY0" fmla="*/ 102 h 616343"/>
              <a:gd name="connsiteX1" fmla="*/ 42452 w 392385"/>
              <a:gd name="connsiteY1" fmla="*/ 127630 h 616343"/>
              <a:gd name="connsiteX2" fmla="*/ 4044 w 392385"/>
              <a:gd name="connsiteY2" fmla="*/ 283813 h 616343"/>
              <a:gd name="connsiteX3" fmla="*/ 47122 w 392385"/>
              <a:gd name="connsiteY3" fmla="*/ 447094 h 616343"/>
              <a:gd name="connsiteX4" fmla="*/ 137689 w 392385"/>
              <a:gd name="connsiteY4" fmla="*/ 500622 h 616343"/>
              <a:gd name="connsiteX5" fmla="*/ 188447 w 392385"/>
              <a:gd name="connsiteY5" fmla="*/ 503159 h 616343"/>
              <a:gd name="connsiteX6" fmla="*/ 205340 w 392385"/>
              <a:gd name="connsiteY6" fmla="*/ 544929 h 616343"/>
              <a:gd name="connsiteX7" fmla="*/ 202520 w 392385"/>
              <a:gd name="connsiteY7" fmla="*/ 587525 h 616343"/>
              <a:gd name="connsiteX8" fmla="*/ 169503 w 392385"/>
              <a:gd name="connsiteY8" fmla="*/ 615785 h 616343"/>
              <a:gd name="connsiteX9" fmla="*/ 188225 w 392385"/>
              <a:gd name="connsiteY9" fmla="*/ 601618 h 616343"/>
              <a:gd name="connsiteX10" fmla="*/ 225779 w 392385"/>
              <a:gd name="connsiteY10" fmla="*/ 612779 h 616343"/>
              <a:gd name="connsiteX11" fmla="*/ 240182 w 392385"/>
              <a:gd name="connsiteY11" fmla="*/ 598738 h 616343"/>
              <a:gd name="connsiteX12" fmla="*/ 266787 w 392385"/>
              <a:gd name="connsiteY12" fmla="*/ 587906 h 616343"/>
              <a:gd name="connsiteX13" fmla="*/ 269504 w 392385"/>
              <a:gd name="connsiteY13" fmla="*/ 573314 h 616343"/>
              <a:gd name="connsiteX14" fmla="*/ 252296 w 392385"/>
              <a:gd name="connsiteY14" fmla="*/ 562720 h 616343"/>
              <a:gd name="connsiteX15" fmla="*/ 264042 w 392385"/>
              <a:gd name="connsiteY15" fmla="*/ 508669 h 616343"/>
              <a:gd name="connsiteX16" fmla="*/ 304903 w 392385"/>
              <a:gd name="connsiteY16" fmla="*/ 492435 h 616343"/>
              <a:gd name="connsiteX17" fmla="*/ 348678 w 392385"/>
              <a:gd name="connsiteY17" fmla="*/ 470058 h 616343"/>
              <a:gd name="connsiteX18" fmla="*/ 383995 w 392385"/>
              <a:gd name="connsiteY18" fmla="*/ 342913 h 616343"/>
              <a:gd name="connsiteX19" fmla="*/ 388558 w 392385"/>
              <a:gd name="connsiteY19" fmla="*/ 190087 h 616343"/>
              <a:gd name="connsiteX20" fmla="*/ 318108 w 392385"/>
              <a:gd name="connsiteY20" fmla="*/ 65033 h 616343"/>
              <a:gd name="connsiteX21" fmla="*/ 236766 w 392385"/>
              <a:gd name="connsiteY21" fmla="*/ -368 h 616343"/>
              <a:gd name="connsiteX22" fmla="*/ 229549 w 392385"/>
              <a:gd name="connsiteY22" fmla="*/ 106 h 616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92385" h="616343">
                <a:moveTo>
                  <a:pt x="229549" y="102"/>
                </a:moveTo>
                <a:cubicBezTo>
                  <a:pt x="159763" y="30104"/>
                  <a:pt x="95903" y="73690"/>
                  <a:pt x="42452" y="127630"/>
                </a:cubicBezTo>
                <a:cubicBezTo>
                  <a:pt x="5216" y="169453"/>
                  <a:pt x="-7163" y="229651"/>
                  <a:pt x="4044" y="283813"/>
                </a:cubicBezTo>
                <a:cubicBezTo>
                  <a:pt x="13730" y="339219"/>
                  <a:pt x="22521" y="395958"/>
                  <a:pt x="47122" y="447094"/>
                </a:cubicBezTo>
                <a:cubicBezTo>
                  <a:pt x="63539" y="480793"/>
                  <a:pt x="100877" y="500651"/>
                  <a:pt x="137689" y="500622"/>
                </a:cubicBezTo>
                <a:cubicBezTo>
                  <a:pt x="154615" y="502043"/>
                  <a:pt x="172716" y="493618"/>
                  <a:pt x="188447" y="503159"/>
                </a:cubicBezTo>
                <a:cubicBezTo>
                  <a:pt x="202877" y="511464"/>
                  <a:pt x="204246" y="530028"/>
                  <a:pt x="205340" y="544929"/>
                </a:cubicBezTo>
                <a:cubicBezTo>
                  <a:pt x="205340" y="559144"/>
                  <a:pt x="203807" y="573488"/>
                  <a:pt x="202520" y="587525"/>
                </a:cubicBezTo>
                <a:cubicBezTo>
                  <a:pt x="196990" y="602629"/>
                  <a:pt x="173970" y="599952"/>
                  <a:pt x="169503" y="615785"/>
                </a:cubicBezTo>
                <a:cubicBezTo>
                  <a:pt x="176516" y="612072"/>
                  <a:pt x="178867" y="601688"/>
                  <a:pt x="188225" y="601618"/>
                </a:cubicBezTo>
                <a:cubicBezTo>
                  <a:pt x="201595" y="598103"/>
                  <a:pt x="216152" y="603130"/>
                  <a:pt x="225779" y="612779"/>
                </a:cubicBezTo>
                <a:cubicBezTo>
                  <a:pt x="234318" y="616220"/>
                  <a:pt x="238260" y="605043"/>
                  <a:pt x="240182" y="598738"/>
                </a:cubicBezTo>
                <a:cubicBezTo>
                  <a:pt x="245184" y="589661"/>
                  <a:pt x="256748" y="583676"/>
                  <a:pt x="266787" y="587906"/>
                </a:cubicBezTo>
                <a:cubicBezTo>
                  <a:pt x="274734" y="588656"/>
                  <a:pt x="278243" y="574631"/>
                  <a:pt x="269504" y="573314"/>
                </a:cubicBezTo>
                <a:cubicBezTo>
                  <a:pt x="263518" y="571025"/>
                  <a:pt x="251969" y="571811"/>
                  <a:pt x="252296" y="562720"/>
                </a:cubicBezTo>
                <a:cubicBezTo>
                  <a:pt x="253628" y="544454"/>
                  <a:pt x="253776" y="524508"/>
                  <a:pt x="264042" y="508669"/>
                </a:cubicBezTo>
                <a:cubicBezTo>
                  <a:pt x="273412" y="495860"/>
                  <a:pt x="290124" y="493206"/>
                  <a:pt x="304903" y="492435"/>
                </a:cubicBezTo>
                <a:cubicBezTo>
                  <a:pt x="321619" y="491590"/>
                  <a:pt x="340815" y="486442"/>
                  <a:pt x="348678" y="470058"/>
                </a:cubicBezTo>
                <a:cubicBezTo>
                  <a:pt x="372667" y="432074"/>
                  <a:pt x="377279" y="386308"/>
                  <a:pt x="383995" y="342913"/>
                </a:cubicBezTo>
                <a:cubicBezTo>
                  <a:pt x="389934" y="292345"/>
                  <a:pt x="397012" y="240774"/>
                  <a:pt x="388558" y="190087"/>
                </a:cubicBezTo>
                <a:cubicBezTo>
                  <a:pt x="377630" y="142531"/>
                  <a:pt x="346581" y="103401"/>
                  <a:pt x="318108" y="65033"/>
                </a:cubicBezTo>
                <a:cubicBezTo>
                  <a:pt x="296828" y="37341"/>
                  <a:pt x="271008" y="10229"/>
                  <a:pt x="236766" y="-368"/>
                </a:cubicBezTo>
                <a:cubicBezTo>
                  <a:pt x="234363" y="-765"/>
                  <a:pt x="231892" y="-506"/>
                  <a:pt x="229549" y="106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84" name="任意多边形: 形状 283">
            <a:extLst>
              <a:ext uri="{FF2B5EF4-FFF2-40B4-BE49-F238E27FC236}">
                <a16:creationId xmlns:a16="http://schemas.microsoft.com/office/drawing/2014/main" id="{3E34929E-1230-42B0-DBF0-563BB78246BC}"/>
              </a:ext>
            </a:extLst>
          </p:cNvPr>
          <p:cNvSpPr/>
          <p:nvPr/>
        </p:nvSpPr>
        <p:spPr>
          <a:xfrm>
            <a:off x="4255917" y="3902688"/>
            <a:ext cx="805" cy="636"/>
          </a:xfrm>
          <a:custGeom>
            <a:avLst/>
            <a:gdLst>
              <a:gd name="connsiteX0" fmla="*/ 490 w 805"/>
              <a:gd name="connsiteY0" fmla="*/ -497 h 636"/>
              <a:gd name="connsiteX1" fmla="*/ 490 w 805"/>
              <a:gd name="connsiteY1" fmla="*/ -497 h 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5" h="636">
                <a:moveTo>
                  <a:pt x="490" y="-497"/>
                </a:moveTo>
                <a:cubicBezTo>
                  <a:pt x="-946" y="985"/>
                  <a:pt x="1844" y="-911"/>
                  <a:pt x="490" y="-497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85" name="任意多边形: 形状 284">
            <a:extLst>
              <a:ext uri="{FF2B5EF4-FFF2-40B4-BE49-F238E27FC236}">
                <a16:creationId xmlns:a16="http://schemas.microsoft.com/office/drawing/2014/main" id="{2B4C2F90-1704-4344-7C57-96A4BB3302DB}"/>
              </a:ext>
            </a:extLst>
          </p:cNvPr>
          <p:cNvSpPr/>
          <p:nvPr/>
        </p:nvSpPr>
        <p:spPr>
          <a:xfrm>
            <a:off x="4100943" y="3902859"/>
            <a:ext cx="363980" cy="432599"/>
          </a:xfrm>
          <a:custGeom>
            <a:avLst/>
            <a:gdLst>
              <a:gd name="connsiteX0" fmla="*/ 144463 w 363980"/>
              <a:gd name="connsiteY0" fmla="*/ 342 h 432599"/>
              <a:gd name="connsiteX1" fmla="*/ 123862 w 363980"/>
              <a:gd name="connsiteY1" fmla="*/ 38224 h 432599"/>
              <a:gd name="connsiteX2" fmla="*/ 86277 w 363980"/>
              <a:gd name="connsiteY2" fmla="*/ 70900 h 432599"/>
              <a:gd name="connsiteX3" fmla="*/ 47086 w 363980"/>
              <a:gd name="connsiteY3" fmla="*/ 83160 h 432599"/>
              <a:gd name="connsiteX4" fmla="*/ 25292 w 363980"/>
              <a:gd name="connsiteY4" fmla="*/ 122775 h 432599"/>
              <a:gd name="connsiteX5" fmla="*/ 789 w 363980"/>
              <a:gd name="connsiteY5" fmla="*/ 162365 h 432599"/>
              <a:gd name="connsiteX6" fmla="*/ 15039 w 363980"/>
              <a:gd name="connsiteY6" fmla="*/ 190821 h 432599"/>
              <a:gd name="connsiteX7" fmla="*/ 24913 w 363980"/>
              <a:gd name="connsiteY7" fmla="*/ 259994 h 432599"/>
              <a:gd name="connsiteX8" fmla="*/ 27261 w 363980"/>
              <a:gd name="connsiteY8" fmla="*/ 391553 h 432599"/>
              <a:gd name="connsiteX9" fmla="*/ 119458 w 363980"/>
              <a:gd name="connsiteY9" fmla="*/ 426103 h 432599"/>
              <a:gd name="connsiteX10" fmla="*/ 191083 w 363980"/>
              <a:gd name="connsiteY10" fmla="*/ 428181 h 432599"/>
              <a:gd name="connsiteX11" fmla="*/ 265275 w 363980"/>
              <a:gd name="connsiteY11" fmla="*/ 411081 h 432599"/>
              <a:gd name="connsiteX12" fmla="*/ 315603 w 363980"/>
              <a:gd name="connsiteY12" fmla="*/ 387516 h 432599"/>
              <a:gd name="connsiteX13" fmla="*/ 334920 w 363980"/>
              <a:gd name="connsiteY13" fmla="*/ 309164 h 432599"/>
              <a:gd name="connsiteX14" fmla="*/ 333691 w 363980"/>
              <a:gd name="connsiteY14" fmla="*/ 248667 h 432599"/>
              <a:gd name="connsiteX15" fmla="*/ 363518 w 363980"/>
              <a:gd name="connsiteY15" fmla="*/ 182000 h 432599"/>
              <a:gd name="connsiteX16" fmla="*/ 330095 w 363980"/>
              <a:gd name="connsiteY16" fmla="*/ 88812 h 432599"/>
              <a:gd name="connsiteX17" fmla="*/ 290092 w 363980"/>
              <a:gd name="connsiteY17" fmla="*/ 54089 h 432599"/>
              <a:gd name="connsiteX18" fmla="*/ 241496 w 363980"/>
              <a:gd name="connsiteY18" fmla="*/ 35337 h 432599"/>
              <a:gd name="connsiteX19" fmla="*/ 154617 w 363980"/>
              <a:gd name="connsiteY19" fmla="*/ 1201 h 432599"/>
              <a:gd name="connsiteX20" fmla="*/ 144463 w 363980"/>
              <a:gd name="connsiteY20" fmla="*/ 339 h 432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3980" h="432599">
                <a:moveTo>
                  <a:pt x="144463" y="342"/>
                </a:moveTo>
                <a:cubicBezTo>
                  <a:pt x="134958" y="11477"/>
                  <a:pt x="135372" y="28458"/>
                  <a:pt x="123862" y="38224"/>
                </a:cubicBezTo>
                <a:cubicBezTo>
                  <a:pt x="105819" y="40002"/>
                  <a:pt x="93282" y="55416"/>
                  <a:pt x="86277" y="70900"/>
                </a:cubicBezTo>
                <a:cubicBezTo>
                  <a:pt x="77502" y="83033"/>
                  <a:pt x="60967" y="85591"/>
                  <a:pt x="47086" y="83160"/>
                </a:cubicBezTo>
                <a:cubicBezTo>
                  <a:pt x="29991" y="87035"/>
                  <a:pt x="23354" y="107113"/>
                  <a:pt x="25292" y="122775"/>
                </a:cubicBezTo>
                <a:cubicBezTo>
                  <a:pt x="24645" y="139538"/>
                  <a:pt x="8183" y="148803"/>
                  <a:pt x="789" y="162365"/>
                </a:cubicBezTo>
                <a:cubicBezTo>
                  <a:pt x="-2381" y="173820"/>
                  <a:pt x="5344" y="185278"/>
                  <a:pt x="15039" y="190821"/>
                </a:cubicBezTo>
                <a:cubicBezTo>
                  <a:pt x="29399" y="211020"/>
                  <a:pt x="23239" y="236949"/>
                  <a:pt x="24913" y="259994"/>
                </a:cubicBezTo>
                <a:cubicBezTo>
                  <a:pt x="26002" y="303841"/>
                  <a:pt x="21293" y="347903"/>
                  <a:pt x="27261" y="391553"/>
                </a:cubicBezTo>
                <a:cubicBezTo>
                  <a:pt x="41841" y="425417"/>
                  <a:pt x="86221" y="441669"/>
                  <a:pt x="119458" y="426103"/>
                </a:cubicBezTo>
                <a:cubicBezTo>
                  <a:pt x="142709" y="420134"/>
                  <a:pt x="168882" y="416827"/>
                  <a:pt x="191083" y="428181"/>
                </a:cubicBezTo>
                <a:cubicBezTo>
                  <a:pt x="217288" y="433379"/>
                  <a:pt x="240984" y="418005"/>
                  <a:pt x="265275" y="411081"/>
                </a:cubicBezTo>
                <a:cubicBezTo>
                  <a:pt x="282567" y="404450"/>
                  <a:pt x="300063" y="397742"/>
                  <a:pt x="315603" y="387516"/>
                </a:cubicBezTo>
                <a:cubicBezTo>
                  <a:pt x="325379" y="362241"/>
                  <a:pt x="321317" y="333225"/>
                  <a:pt x="334920" y="309164"/>
                </a:cubicBezTo>
                <a:cubicBezTo>
                  <a:pt x="342487" y="289002"/>
                  <a:pt x="323345" y="268468"/>
                  <a:pt x="333691" y="248667"/>
                </a:cubicBezTo>
                <a:cubicBezTo>
                  <a:pt x="344404" y="226943"/>
                  <a:pt x="364194" y="207798"/>
                  <a:pt x="363518" y="182000"/>
                </a:cubicBezTo>
                <a:cubicBezTo>
                  <a:pt x="366629" y="148215"/>
                  <a:pt x="356106" y="111691"/>
                  <a:pt x="330095" y="88812"/>
                </a:cubicBezTo>
                <a:cubicBezTo>
                  <a:pt x="314528" y="80548"/>
                  <a:pt x="295677" y="72459"/>
                  <a:pt x="290092" y="54089"/>
                </a:cubicBezTo>
                <a:cubicBezTo>
                  <a:pt x="280854" y="37246"/>
                  <a:pt x="259332" y="31456"/>
                  <a:pt x="241496" y="35337"/>
                </a:cubicBezTo>
                <a:cubicBezTo>
                  <a:pt x="209326" y="33900"/>
                  <a:pt x="184646" y="9791"/>
                  <a:pt x="154617" y="1201"/>
                </a:cubicBezTo>
                <a:cubicBezTo>
                  <a:pt x="151412" y="23"/>
                  <a:pt x="147730" y="-1593"/>
                  <a:pt x="144463" y="339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86" name="任意多边形: 形状 285">
            <a:extLst>
              <a:ext uri="{FF2B5EF4-FFF2-40B4-BE49-F238E27FC236}">
                <a16:creationId xmlns:a16="http://schemas.microsoft.com/office/drawing/2014/main" id="{0F50E6EC-BCB6-5C60-DE47-05A4579A3DBF}"/>
              </a:ext>
            </a:extLst>
          </p:cNvPr>
          <p:cNvSpPr/>
          <p:nvPr/>
        </p:nvSpPr>
        <p:spPr>
          <a:xfrm>
            <a:off x="4148100" y="3959268"/>
            <a:ext cx="224787" cy="321138"/>
          </a:xfrm>
          <a:custGeom>
            <a:avLst/>
            <a:gdLst>
              <a:gd name="connsiteX0" fmla="*/ 98385 w 224787"/>
              <a:gd name="connsiteY0" fmla="*/ -156 h 321138"/>
              <a:gd name="connsiteX1" fmla="*/ 33694 w 224787"/>
              <a:gd name="connsiteY1" fmla="*/ 79116 h 321138"/>
              <a:gd name="connsiteX2" fmla="*/ 14084 w 224787"/>
              <a:gd name="connsiteY2" fmla="*/ 149917 h 321138"/>
              <a:gd name="connsiteX3" fmla="*/ 414 w 224787"/>
              <a:gd name="connsiteY3" fmla="*/ 181715 h 321138"/>
              <a:gd name="connsiteX4" fmla="*/ 22678 w 224787"/>
              <a:gd name="connsiteY4" fmla="*/ 215420 h 321138"/>
              <a:gd name="connsiteX5" fmla="*/ 9762 w 224787"/>
              <a:gd name="connsiteY5" fmla="*/ 278031 h 321138"/>
              <a:gd name="connsiteX6" fmla="*/ 62225 w 224787"/>
              <a:gd name="connsiteY6" fmla="*/ 318939 h 321138"/>
              <a:gd name="connsiteX7" fmla="*/ 135214 w 224787"/>
              <a:gd name="connsiteY7" fmla="*/ 300192 h 321138"/>
              <a:gd name="connsiteX8" fmla="*/ 217010 w 224787"/>
              <a:gd name="connsiteY8" fmla="*/ 232697 h 321138"/>
              <a:gd name="connsiteX9" fmla="*/ 216519 w 224787"/>
              <a:gd name="connsiteY9" fmla="*/ 180837 h 321138"/>
              <a:gd name="connsiteX10" fmla="*/ 207520 w 224787"/>
              <a:gd name="connsiteY10" fmla="*/ 127455 h 321138"/>
              <a:gd name="connsiteX11" fmla="*/ 186226 w 224787"/>
              <a:gd name="connsiteY11" fmla="*/ 73608 h 321138"/>
              <a:gd name="connsiteX12" fmla="*/ 174638 w 224787"/>
              <a:gd name="connsiteY12" fmla="*/ 53290 h 321138"/>
              <a:gd name="connsiteX13" fmla="*/ 128165 w 224787"/>
              <a:gd name="connsiteY13" fmla="*/ 70706 h 321138"/>
              <a:gd name="connsiteX14" fmla="*/ 118786 w 224787"/>
              <a:gd name="connsiteY14" fmla="*/ 49839 h 321138"/>
              <a:gd name="connsiteX15" fmla="*/ 104116 w 224787"/>
              <a:gd name="connsiteY15" fmla="*/ 401 h 321138"/>
              <a:gd name="connsiteX16" fmla="*/ 98383 w 224787"/>
              <a:gd name="connsiteY16" fmla="*/ -151 h 32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4787" h="321138">
                <a:moveTo>
                  <a:pt x="98385" y="-156"/>
                </a:moveTo>
                <a:cubicBezTo>
                  <a:pt x="80393" y="29136"/>
                  <a:pt x="45692" y="45749"/>
                  <a:pt x="33694" y="79116"/>
                </a:cubicBezTo>
                <a:cubicBezTo>
                  <a:pt x="29857" y="103161"/>
                  <a:pt x="31673" y="130692"/>
                  <a:pt x="14084" y="149917"/>
                </a:cubicBezTo>
                <a:cubicBezTo>
                  <a:pt x="7553" y="159178"/>
                  <a:pt x="-1863" y="169730"/>
                  <a:pt x="414" y="181715"/>
                </a:cubicBezTo>
                <a:cubicBezTo>
                  <a:pt x="6665" y="193618"/>
                  <a:pt x="23328" y="200209"/>
                  <a:pt x="22678" y="215420"/>
                </a:cubicBezTo>
                <a:cubicBezTo>
                  <a:pt x="17367" y="235922"/>
                  <a:pt x="3351" y="256091"/>
                  <a:pt x="9762" y="278031"/>
                </a:cubicBezTo>
                <a:cubicBezTo>
                  <a:pt x="19802" y="299154"/>
                  <a:pt x="42825" y="308461"/>
                  <a:pt x="62225" y="318939"/>
                </a:cubicBezTo>
                <a:cubicBezTo>
                  <a:pt x="88203" y="325561"/>
                  <a:pt x="112559" y="310702"/>
                  <a:pt x="135214" y="300192"/>
                </a:cubicBezTo>
                <a:cubicBezTo>
                  <a:pt x="168650" y="287285"/>
                  <a:pt x="200704" y="265582"/>
                  <a:pt x="217010" y="232697"/>
                </a:cubicBezTo>
                <a:cubicBezTo>
                  <a:pt x="227308" y="217434"/>
                  <a:pt x="227794" y="195719"/>
                  <a:pt x="216519" y="180837"/>
                </a:cubicBezTo>
                <a:cubicBezTo>
                  <a:pt x="207821" y="164545"/>
                  <a:pt x="205086" y="145614"/>
                  <a:pt x="207520" y="127455"/>
                </a:cubicBezTo>
                <a:cubicBezTo>
                  <a:pt x="206169" y="107488"/>
                  <a:pt x="187898" y="93593"/>
                  <a:pt x="186226" y="73608"/>
                </a:cubicBezTo>
                <a:cubicBezTo>
                  <a:pt x="184329" y="66387"/>
                  <a:pt x="182797" y="55359"/>
                  <a:pt x="174638" y="53290"/>
                </a:cubicBezTo>
                <a:cubicBezTo>
                  <a:pt x="156988" y="51729"/>
                  <a:pt x="144510" y="67969"/>
                  <a:pt x="128165" y="70706"/>
                </a:cubicBezTo>
                <a:cubicBezTo>
                  <a:pt x="118972" y="68837"/>
                  <a:pt x="116205" y="57728"/>
                  <a:pt x="118786" y="49839"/>
                </a:cubicBezTo>
                <a:cubicBezTo>
                  <a:pt x="118700" y="32690"/>
                  <a:pt x="118596" y="12267"/>
                  <a:pt x="104116" y="401"/>
                </a:cubicBezTo>
                <a:cubicBezTo>
                  <a:pt x="102473" y="-611"/>
                  <a:pt x="100178" y="-866"/>
                  <a:pt x="98383" y="-151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87" name="任意多边形: 形状 286">
            <a:extLst>
              <a:ext uri="{FF2B5EF4-FFF2-40B4-BE49-F238E27FC236}">
                <a16:creationId xmlns:a16="http://schemas.microsoft.com/office/drawing/2014/main" id="{E8558B81-E881-77E8-9391-7827DD143A52}"/>
              </a:ext>
            </a:extLst>
          </p:cNvPr>
          <p:cNvSpPr/>
          <p:nvPr/>
        </p:nvSpPr>
        <p:spPr>
          <a:xfrm>
            <a:off x="4286971" y="4334012"/>
            <a:ext cx="43709" cy="106642"/>
          </a:xfrm>
          <a:custGeom>
            <a:avLst/>
            <a:gdLst>
              <a:gd name="connsiteX0" fmla="*/ 4521 w 43709"/>
              <a:gd name="connsiteY0" fmla="*/ 53 h 106642"/>
              <a:gd name="connsiteX1" fmla="*/ 4323 w 43709"/>
              <a:gd name="connsiteY1" fmla="*/ 28914 h 106642"/>
              <a:gd name="connsiteX2" fmla="*/ 16699 w 43709"/>
              <a:gd name="connsiteY2" fmla="*/ 106085 h 106642"/>
              <a:gd name="connsiteX3" fmla="*/ 38845 w 43709"/>
              <a:gd name="connsiteY3" fmla="*/ 66821 h 106642"/>
              <a:gd name="connsiteX4" fmla="*/ 43684 w 43709"/>
              <a:gd name="connsiteY4" fmla="*/ 11064 h 106642"/>
              <a:gd name="connsiteX5" fmla="*/ 13039 w 43709"/>
              <a:gd name="connsiteY5" fmla="*/ -549 h 106642"/>
              <a:gd name="connsiteX6" fmla="*/ 4521 w 43709"/>
              <a:gd name="connsiteY6" fmla="*/ 54 h 10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709" h="106642">
                <a:moveTo>
                  <a:pt x="4521" y="53"/>
                </a:moveTo>
                <a:cubicBezTo>
                  <a:pt x="-3780" y="7452"/>
                  <a:pt x="1551" y="19930"/>
                  <a:pt x="4323" y="28914"/>
                </a:cubicBezTo>
                <a:cubicBezTo>
                  <a:pt x="10313" y="54266"/>
                  <a:pt x="12806" y="80333"/>
                  <a:pt x="16699" y="106085"/>
                </a:cubicBezTo>
                <a:cubicBezTo>
                  <a:pt x="33277" y="101903"/>
                  <a:pt x="41767" y="82733"/>
                  <a:pt x="38845" y="66821"/>
                </a:cubicBezTo>
                <a:cubicBezTo>
                  <a:pt x="38465" y="48092"/>
                  <a:pt x="44592" y="29689"/>
                  <a:pt x="43684" y="11064"/>
                </a:cubicBezTo>
                <a:cubicBezTo>
                  <a:pt x="39311" y="-1115"/>
                  <a:pt x="23749" y="-569"/>
                  <a:pt x="13039" y="-549"/>
                </a:cubicBezTo>
                <a:cubicBezTo>
                  <a:pt x="10190" y="-282"/>
                  <a:pt x="7286" y="-938"/>
                  <a:pt x="4521" y="54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88" name="任意多边形: 形状 287">
            <a:extLst>
              <a:ext uri="{FF2B5EF4-FFF2-40B4-BE49-F238E27FC236}">
                <a16:creationId xmlns:a16="http://schemas.microsoft.com/office/drawing/2014/main" id="{6F19D8DE-2906-6CA0-7727-FC6B492CAF7D}"/>
              </a:ext>
            </a:extLst>
          </p:cNvPr>
          <p:cNvSpPr/>
          <p:nvPr/>
        </p:nvSpPr>
        <p:spPr>
          <a:xfrm>
            <a:off x="3555862" y="4615599"/>
            <a:ext cx="2748610" cy="350024"/>
          </a:xfrm>
          <a:custGeom>
            <a:avLst/>
            <a:gdLst>
              <a:gd name="connsiteX0" fmla="*/ 1174021 w 2748610"/>
              <a:gd name="connsiteY0" fmla="*/ -317 h 350024"/>
              <a:gd name="connsiteX1" fmla="*/ 1154109 w 2748610"/>
              <a:gd name="connsiteY1" fmla="*/ 6801 h 350024"/>
              <a:gd name="connsiteX2" fmla="*/ 1119719 w 2748610"/>
              <a:gd name="connsiteY2" fmla="*/ 8930 h 350024"/>
              <a:gd name="connsiteX3" fmla="*/ 1004118 w 2748610"/>
              <a:gd name="connsiteY3" fmla="*/ 13046 h 350024"/>
              <a:gd name="connsiteX4" fmla="*/ 980414 w 2748610"/>
              <a:gd name="connsiteY4" fmla="*/ 14917 h 350024"/>
              <a:gd name="connsiteX5" fmla="*/ 968432 w 2748610"/>
              <a:gd name="connsiteY5" fmla="*/ 21239 h 350024"/>
              <a:gd name="connsiteX6" fmla="*/ 947151 w 2748610"/>
              <a:gd name="connsiteY6" fmla="*/ 17817 h 350024"/>
              <a:gd name="connsiteX7" fmla="*/ 927206 w 2748610"/>
              <a:gd name="connsiteY7" fmla="*/ 20431 h 350024"/>
              <a:gd name="connsiteX8" fmla="*/ 912752 w 2748610"/>
              <a:gd name="connsiteY8" fmla="*/ 22152 h 350024"/>
              <a:gd name="connsiteX9" fmla="*/ 870891 w 2748610"/>
              <a:gd name="connsiteY9" fmla="*/ 23665 h 350024"/>
              <a:gd name="connsiteX10" fmla="*/ 849102 w 2748610"/>
              <a:gd name="connsiteY10" fmla="*/ 28202 h 350024"/>
              <a:gd name="connsiteX11" fmla="*/ 826702 w 2748610"/>
              <a:gd name="connsiteY11" fmla="*/ 27168 h 350024"/>
              <a:gd name="connsiteX12" fmla="*/ 804337 w 2748610"/>
              <a:gd name="connsiteY12" fmla="*/ 31479 h 350024"/>
              <a:gd name="connsiteX13" fmla="*/ 786284 w 2748610"/>
              <a:gd name="connsiteY13" fmla="*/ 30936 h 350024"/>
              <a:gd name="connsiteX14" fmla="*/ 763311 w 2748610"/>
              <a:gd name="connsiteY14" fmla="*/ 36011 h 350024"/>
              <a:gd name="connsiteX15" fmla="*/ 734281 w 2748610"/>
              <a:gd name="connsiteY15" fmla="*/ 40098 h 350024"/>
              <a:gd name="connsiteX16" fmla="*/ 575123 w 2748610"/>
              <a:gd name="connsiteY16" fmla="*/ 64360 h 350024"/>
              <a:gd name="connsiteX17" fmla="*/ 346157 w 2748610"/>
              <a:gd name="connsiteY17" fmla="*/ 115816 h 350024"/>
              <a:gd name="connsiteX18" fmla="*/ 190838 w 2748610"/>
              <a:gd name="connsiteY18" fmla="*/ 166564 h 350024"/>
              <a:gd name="connsiteX19" fmla="*/ 2729 w 2748610"/>
              <a:gd name="connsiteY19" fmla="*/ 248920 h 350024"/>
              <a:gd name="connsiteX20" fmla="*/ 10004 w 2748610"/>
              <a:gd name="connsiteY20" fmla="*/ 265895 h 350024"/>
              <a:gd name="connsiteX21" fmla="*/ 247388 w 2748610"/>
              <a:gd name="connsiteY21" fmla="*/ 347539 h 350024"/>
              <a:gd name="connsiteX22" fmla="*/ 309105 w 2748610"/>
              <a:gd name="connsiteY22" fmla="*/ 336303 h 350024"/>
              <a:gd name="connsiteX23" fmla="*/ 505599 w 2748610"/>
              <a:gd name="connsiteY23" fmla="*/ 271694 h 350024"/>
              <a:gd name="connsiteX24" fmla="*/ 666919 w 2748610"/>
              <a:gd name="connsiteY24" fmla="*/ 224670 h 350024"/>
              <a:gd name="connsiteX25" fmla="*/ 801374 w 2748610"/>
              <a:gd name="connsiteY25" fmla="*/ 195570 h 350024"/>
              <a:gd name="connsiteX26" fmla="*/ 831609 w 2748610"/>
              <a:gd name="connsiteY26" fmla="*/ 180991 h 350024"/>
              <a:gd name="connsiteX27" fmla="*/ 904478 w 2748610"/>
              <a:gd name="connsiteY27" fmla="*/ 163446 h 350024"/>
              <a:gd name="connsiteX28" fmla="*/ 1022949 w 2748610"/>
              <a:gd name="connsiteY28" fmla="*/ 140331 h 350024"/>
              <a:gd name="connsiteX29" fmla="*/ 1138992 w 2748610"/>
              <a:gd name="connsiteY29" fmla="*/ 124974 h 350024"/>
              <a:gd name="connsiteX30" fmla="*/ 1167633 w 2748610"/>
              <a:gd name="connsiteY30" fmla="*/ 116421 h 350024"/>
              <a:gd name="connsiteX31" fmla="*/ 1196115 w 2748610"/>
              <a:gd name="connsiteY31" fmla="*/ 116085 h 350024"/>
              <a:gd name="connsiteX32" fmla="*/ 1216594 w 2748610"/>
              <a:gd name="connsiteY32" fmla="*/ 114199 h 350024"/>
              <a:gd name="connsiteX33" fmla="*/ 1242461 w 2748610"/>
              <a:gd name="connsiteY33" fmla="*/ 103960 h 350024"/>
              <a:gd name="connsiteX34" fmla="*/ 1295146 w 2748610"/>
              <a:gd name="connsiteY34" fmla="*/ 101143 h 350024"/>
              <a:gd name="connsiteX35" fmla="*/ 1419383 w 2748610"/>
              <a:gd name="connsiteY35" fmla="*/ 90497 h 350024"/>
              <a:gd name="connsiteX36" fmla="*/ 1474988 w 2748610"/>
              <a:gd name="connsiteY36" fmla="*/ 87436 h 350024"/>
              <a:gd name="connsiteX37" fmla="*/ 1538032 w 2748610"/>
              <a:gd name="connsiteY37" fmla="*/ 84543 h 350024"/>
              <a:gd name="connsiteX38" fmla="*/ 1623262 w 2748610"/>
              <a:gd name="connsiteY38" fmla="*/ 84293 h 350024"/>
              <a:gd name="connsiteX39" fmla="*/ 1884886 w 2748610"/>
              <a:gd name="connsiteY39" fmla="*/ 90216 h 350024"/>
              <a:gd name="connsiteX40" fmla="*/ 2198625 w 2748610"/>
              <a:gd name="connsiteY40" fmla="*/ 113951 h 350024"/>
              <a:gd name="connsiteX41" fmla="*/ 2426101 w 2748610"/>
              <a:gd name="connsiteY41" fmla="*/ 139200 h 350024"/>
              <a:gd name="connsiteX42" fmla="*/ 2748677 w 2748610"/>
              <a:gd name="connsiteY42" fmla="*/ 184528 h 350024"/>
              <a:gd name="connsiteX43" fmla="*/ 2333082 w 2748610"/>
              <a:gd name="connsiteY43" fmla="*/ 85164 h 350024"/>
              <a:gd name="connsiteX44" fmla="*/ 2020705 w 2748610"/>
              <a:gd name="connsiteY44" fmla="*/ 44721 h 350024"/>
              <a:gd name="connsiteX45" fmla="*/ 1728205 w 2748610"/>
              <a:gd name="connsiteY45" fmla="*/ 20617 h 350024"/>
              <a:gd name="connsiteX46" fmla="*/ 1577385 w 2748610"/>
              <a:gd name="connsiteY46" fmla="*/ 11541 h 350024"/>
              <a:gd name="connsiteX47" fmla="*/ 1538315 w 2748610"/>
              <a:gd name="connsiteY47" fmla="*/ 12352 h 350024"/>
              <a:gd name="connsiteX48" fmla="*/ 1518390 w 2748610"/>
              <a:gd name="connsiteY48" fmla="*/ 6969 h 350024"/>
              <a:gd name="connsiteX49" fmla="*/ 1494583 w 2748610"/>
              <a:gd name="connsiteY49" fmla="*/ 9252 h 350024"/>
              <a:gd name="connsiteX50" fmla="*/ 1471492 w 2748610"/>
              <a:gd name="connsiteY50" fmla="*/ 9925 h 350024"/>
              <a:gd name="connsiteX51" fmla="*/ 1447996 w 2748610"/>
              <a:gd name="connsiteY51" fmla="*/ 7002 h 350024"/>
              <a:gd name="connsiteX52" fmla="*/ 1430448 w 2748610"/>
              <a:gd name="connsiteY52" fmla="*/ 1302 h 350024"/>
              <a:gd name="connsiteX53" fmla="*/ 1407618 w 2748610"/>
              <a:gd name="connsiteY53" fmla="*/ 4719 h 350024"/>
              <a:gd name="connsiteX54" fmla="*/ 1387154 w 2748610"/>
              <a:gd name="connsiteY54" fmla="*/ 3458 h 350024"/>
              <a:gd name="connsiteX55" fmla="*/ 1367061 w 2748610"/>
              <a:gd name="connsiteY55" fmla="*/ 6065 h 350024"/>
              <a:gd name="connsiteX56" fmla="*/ 1343504 w 2748610"/>
              <a:gd name="connsiteY56" fmla="*/ 224 h 350024"/>
              <a:gd name="connsiteX57" fmla="*/ 1325784 w 2748610"/>
              <a:gd name="connsiteY57" fmla="*/ 7126 h 350024"/>
              <a:gd name="connsiteX58" fmla="*/ 1306589 w 2748610"/>
              <a:gd name="connsiteY58" fmla="*/ 8307 h 350024"/>
              <a:gd name="connsiteX59" fmla="*/ 1284225 w 2748610"/>
              <a:gd name="connsiteY59" fmla="*/ 2918 h 350024"/>
              <a:gd name="connsiteX60" fmla="*/ 1262400 w 2748610"/>
              <a:gd name="connsiteY60" fmla="*/ 6691 h 350024"/>
              <a:gd name="connsiteX61" fmla="*/ 1244886 w 2748610"/>
              <a:gd name="connsiteY61" fmla="*/ 5073 h 350024"/>
              <a:gd name="connsiteX62" fmla="*/ 1228612 w 2748610"/>
              <a:gd name="connsiteY62" fmla="*/ 3459 h 350024"/>
              <a:gd name="connsiteX63" fmla="*/ 1206893 w 2748610"/>
              <a:gd name="connsiteY63" fmla="*/ 8038 h 350024"/>
              <a:gd name="connsiteX64" fmla="*/ 1177524 w 2748610"/>
              <a:gd name="connsiteY64" fmla="*/ -46 h 350024"/>
              <a:gd name="connsiteX65" fmla="*/ 1174021 w 2748610"/>
              <a:gd name="connsiteY65" fmla="*/ -313 h 350024"/>
              <a:gd name="connsiteX66" fmla="*/ 1549093 w 2748610"/>
              <a:gd name="connsiteY66" fmla="*/ 81058 h 350024"/>
              <a:gd name="connsiteX67" fmla="*/ 1549093 w 2748610"/>
              <a:gd name="connsiteY67" fmla="*/ 81058 h 350024"/>
              <a:gd name="connsiteX68" fmla="*/ 1486581 w 2748610"/>
              <a:gd name="connsiteY68" fmla="*/ 84829 h 350024"/>
              <a:gd name="connsiteX69" fmla="*/ 1486581 w 2748610"/>
              <a:gd name="connsiteY69" fmla="*/ 84829 h 350024"/>
              <a:gd name="connsiteX70" fmla="*/ 1571996 w 2748610"/>
              <a:gd name="connsiteY70" fmla="*/ 89140 h 350024"/>
              <a:gd name="connsiteX71" fmla="*/ 1571996 w 2748610"/>
              <a:gd name="connsiteY71" fmla="*/ 89140 h 350024"/>
              <a:gd name="connsiteX72" fmla="*/ 1530231 w 2748610"/>
              <a:gd name="connsiteY72" fmla="*/ 89408 h 350024"/>
              <a:gd name="connsiteX73" fmla="*/ 1530231 w 2748610"/>
              <a:gd name="connsiteY73" fmla="*/ 89408 h 350024"/>
              <a:gd name="connsiteX74" fmla="*/ 1532118 w 2748610"/>
              <a:gd name="connsiteY74" fmla="*/ 90755 h 350024"/>
              <a:gd name="connsiteX75" fmla="*/ 1532118 w 2748610"/>
              <a:gd name="connsiteY75" fmla="*/ 90755 h 350024"/>
              <a:gd name="connsiteX76" fmla="*/ 1353204 w 2748610"/>
              <a:gd name="connsiteY76" fmla="*/ 96413 h 350024"/>
              <a:gd name="connsiteX77" fmla="*/ 1354282 w 2748610"/>
              <a:gd name="connsiteY77" fmla="*/ 95603 h 350024"/>
              <a:gd name="connsiteX78" fmla="*/ 1353204 w 2748610"/>
              <a:gd name="connsiteY78" fmla="*/ 96413 h 350024"/>
              <a:gd name="connsiteX79" fmla="*/ 1283417 w 2748610"/>
              <a:gd name="connsiteY79" fmla="*/ 101533 h 350024"/>
              <a:gd name="connsiteX80" fmla="*/ 1283417 w 2748610"/>
              <a:gd name="connsiteY80" fmla="*/ 101533 h 350024"/>
              <a:gd name="connsiteX81" fmla="*/ 1276681 w 2748610"/>
              <a:gd name="connsiteY81" fmla="*/ 101266 h 350024"/>
              <a:gd name="connsiteX82" fmla="*/ 1276681 w 2748610"/>
              <a:gd name="connsiteY82" fmla="*/ 101266 h 350024"/>
              <a:gd name="connsiteX83" fmla="*/ 1246772 w 2748610"/>
              <a:gd name="connsiteY83" fmla="*/ 105847 h 350024"/>
              <a:gd name="connsiteX84" fmla="*/ 1246772 w 2748610"/>
              <a:gd name="connsiteY84" fmla="*/ 105847 h 350024"/>
              <a:gd name="connsiteX85" fmla="*/ 1219827 w 2748610"/>
              <a:gd name="connsiteY85" fmla="*/ 108272 h 350024"/>
              <a:gd name="connsiteX86" fmla="*/ 1219827 w 2748610"/>
              <a:gd name="connsiteY86" fmla="*/ 108272 h 350024"/>
              <a:gd name="connsiteX87" fmla="*/ 1268328 w 2748610"/>
              <a:gd name="connsiteY87" fmla="*/ 109082 h 350024"/>
              <a:gd name="connsiteX88" fmla="*/ 1268328 w 2748610"/>
              <a:gd name="connsiteY88" fmla="*/ 109082 h 350024"/>
              <a:gd name="connsiteX89" fmla="*/ 1224946 w 2748610"/>
              <a:gd name="connsiteY89" fmla="*/ 119860 h 350024"/>
              <a:gd name="connsiteX90" fmla="*/ 1224946 w 2748610"/>
              <a:gd name="connsiteY90" fmla="*/ 119860 h 350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2748610" h="350024">
                <a:moveTo>
                  <a:pt x="1174021" y="-317"/>
                </a:moveTo>
                <a:cubicBezTo>
                  <a:pt x="1171704" y="8499"/>
                  <a:pt x="1161198" y="7755"/>
                  <a:pt x="1154109" y="6801"/>
                </a:cubicBezTo>
                <a:cubicBezTo>
                  <a:pt x="1142870" y="9371"/>
                  <a:pt x="1131143" y="7145"/>
                  <a:pt x="1119719" y="8930"/>
                </a:cubicBezTo>
                <a:cubicBezTo>
                  <a:pt x="1081312" y="12215"/>
                  <a:pt x="1042659" y="15731"/>
                  <a:pt x="1004118" y="13046"/>
                </a:cubicBezTo>
                <a:cubicBezTo>
                  <a:pt x="996278" y="11725"/>
                  <a:pt x="986767" y="11139"/>
                  <a:pt x="980414" y="14917"/>
                </a:cubicBezTo>
                <a:cubicBezTo>
                  <a:pt x="977162" y="18207"/>
                  <a:pt x="969988" y="14262"/>
                  <a:pt x="968432" y="21239"/>
                </a:cubicBezTo>
                <a:cubicBezTo>
                  <a:pt x="960643" y="19877"/>
                  <a:pt x="954980" y="18664"/>
                  <a:pt x="947151" y="17817"/>
                </a:cubicBezTo>
                <a:cubicBezTo>
                  <a:pt x="939470" y="16141"/>
                  <a:pt x="933973" y="23399"/>
                  <a:pt x="927206" y="20431"/>
                </a:cubicBezTo>
                <a:cubicBezTo>
                  <a:pt x="920401" y="18199"/>
                  <a:pt x="920777" y="23374"/>
                  <a:pt x="912752" y="22152"/>
                </a:cubicBezTo>
                <a:lnTo>
                  <a:pt x="870891" y="23665"/>
                </a:lnTo>
                <a:cubicBezTo>
                  <a:pt x="864271" y="25113"/>
                  <a:pt x="855606" y="31813"/>
                  <a:pt x="849102" y="28202"/>
                </a:cubicBezTo>
                <a:cubicBezTo>
                  <a:pt x="841085" y="27512"/>
                  <a:pt x="833976" y="23764"/>
                  <a:pt x="826702" y="27168"/>
                </a:cubicBezTo>
                <a:cubicBezTo>
                  <a:pt x="818699" y="25611"/>
                  <a:pt x="811562" y="28642"/>
                  <a:pt x="804337" y="31479"/>
                </a:cubicBezTo>
                <a:cubicBezTo>
                  <a:pt x="798510" y="33324"/>
                  <a:pt x="791894" y="33677"/>
                  <a:pt x="786284" y="30936"/>
                </a:cubicBezTo>
                <a:cubicBezTo>
                  <a:pt x="778531" y="31298"/>
                  <a:pt x="771090" y="34898"/>
                  <a:pt x="763311" y="36011"/>
                </a:cubicBezTo>
                <a:cubicBezTo>
                  <a:pt x="753568" y="36913"/>
                  <a:pt x="743844" y="37797"/>
                  <a:pt x="734281" y="40098"/>
                </a:cubicBezTo>
                <a:cubicBezTo>
                  <a:pt x="681159" y="47710"/>
                  <a:pt x="628109" y="55834"/>
                  <a:pt x="575123" y="64360"/>
                </a:cubicBezTo>
                <a:cubicBezTo>
                  <a:pt x="497961" y="77420"/>
                  <a:pt x="421373" y="94140"/>
                  <a:pt x="346157" y="115816"/>
                </a:cubicBezTo>
                <a:cubicBezTo>
                  <a:pt x="293720" y="130616"/>
                  <a:pt x="241692" y="146950"/>
                  <a:pt x="190838" y="166564"/>
                </a:cubicBezTo>
                <a:cubicBezTo>
                  <a:pt x="126672" y="190540"/>
                  <a:pt x="64877" y="220250"/>
                  <a:pt x="2729" y="248920"/>
                </a:cubicBezTo>
                <a:cubicBezTo>
                  <a:pt x="-3547" y="254388"/>
                  <a:pt x="2250" y="265772"/>
                  <a:pt x="10004" y="265895"/>
                </a:cubicBezTo>
                <a:cubicBezTo>
                  <a:pt x="90433" y="289142"/>
                  <a:pt x="169437" y="317050"/>
                  <a:pt x="247388" y="347539"/>
                </a:cubicBezTo>
                <a:cubicBezTo>
                  <a:pt x="268675" y="354052"/>
                  <a:pt x="289255" y="342484"/>
                  <a:pt x="309105" y="336303"/>
                </a:cubicBezTo>
                <a:cubicBezTo>
                  <a:pt x="374439" y="314269"/>
                  <a:pt x="439785" y="292262"/>
                  <a:pt x="505599" y="271694"/>
                </a:cubicBezTo>
                <a:cubicBezTo>
                  <a:pt x="558941" y="254599"/>
                  <a:pt x="612824" y="239190"/>
                  <a:pt x="666919" y="224670"/>
                </a:cubicBezTo>
                <a:cubicBezTo>
                  <a:pt x="711278" y="212981"/>
                  <a:pt x="756128" y="203147"/>
                  <a:pt x="801374" y="195570"/>
                </a:cubicBezTo>
                <a:cubicBezTo>
                  <a:pt x="811320" y="190520"/>
                  <a:pt x="819655" y="180692"/>
                  <a:pt x="831609" y="180991"/>
                </a:cubicBezTo>
                <a:cubicBezTo>
                  <a:pt x="856078" y="175872"/>
                  <a:pt x="879686" y="167149"/>
                  <a:pt x="904478" y="163446"/>
                </a:cubicBezTo>
                <a:cubicBezTo>
                  <a:pt x="943911" y="155468"/>
                  <a:pt x="983347" y="147400"/>
                  <a:pt x="1022949" y="140331"/>
                </a:cubicBezTo>
                <a:cubicBezTo>
                  <a:pt x="1061568" y="134765"/>
                  <a:pt x="1100021" y="127595"/>
                  <a:pt x="1138992" y="124974"/>
                </a:cubicBezTo>
                <a:cubicBezTo>
                  <a:pt x="1149160" y="124371"/>
                  <a:pt x="1158239" y="119703"/>
                  <a:pt x="1167633" y="116421"/>
                </a:cubicBezTo>
                <a:cubicBezTo>
                  <a:pt x="1176936" y="113411"/>
                  <a:pt x="1186739" y="115998"/>
                  <a:pt x="1196115" y="116085"/>
                </a:cubicBezTo>
                <a:cubicBezTo>
                  <a:pt x="1202893" y="115265"/>
                  <a:pt x="1209800" y="111519"/>
                  <a:pt x="1216594" y="114199"/>
                </a:cubicBezTo>
                <a:cubicBezTo>
                  <a:pt x="1226570" y="114518"/>
                  <a:pt x="1232036" y="102100"/>
                  <a:pt x="1242461" y="103960"/>
                </a:cubicBezTo>
                <a:cubicBezTo>
                  <a:pt x="1260003" y="107146"/>
                  <a:pt x="1277909" y="105176"/>
                  <a:pt x="1295146" y="101143"/>
                </a:cubicBezTo>
                <a:cubicBezTo>
                  <a:pt x="1335871" y="91847"/>
                  <a:pt x="1377954" y="93380"/>
                  <a:pt x="1419383" y="90497"/>
                </a:cubicBezTo>
                <a:cubicBezTo>
                  <a:pt x="1437851" y="88392"/>
                  <a:pt x="1456388" y="87087"/>
                  <a:pt x="1474988" y="87436"/>
                </a:cubicBezTo>
                <a:cubicBezTo>
                  <a:pt x="1496039" y="87264"/>
                  <a:pt x="1516933" y="81646"/>
                  <a:pt x="1538032" y="84543"/>
                </a:cubicBezTo>
                <a:cubicBezTo>
                  <a:pt x="1566413" y="86686"/>
                  <a:pt x="1594843" y="83452"/>
                  <a:pt x="1623262" y="84293"/>
                </a:cubicBezTo>
                <a:cubicBezTo>
                  <a:pt x="1710507" y="84043"/>
                  <a:pt x="1797720" y="86742"/>
                  <a:pt x="1884886" y="90216"/>
                </a:cubicBezTo>
                <a:cubicBezTo>
                  <a:pt x="1989756" y="93749"/>
                  <a:pt x="2094144" y="104864"/>
                  <a:pt x="2198625" y="113951"/>
                </a:cubicBezTo>
                <a:cubicBezTo>
                  <a:pt x="2274533" y="121604"/>
                  <a:pt x="2350495" y="128890"/>
                  <a:pt x="2426101" y="139200"/>
                </a:cubicBezTo>
                <a:cubicBezTo>
                  <a:pt x="2533838" y="152761"/>
                  <a:pt x="2641194" y="169123"/>
                  <a:pt x="2748677" y="184528"/>
                </a:cubicBezTo>
                <a:cubicBezTo>
                  <a:pt x="2610963" y="148204"/>
                  <a:pt x="2473662" y="109074"/>
                  <a:pt x="2333082" y="85164"/>
                </a:cubicBezTo>
                <a:cubicBezTo>
                  <a:pt x="2229640" y="66913"/>
                  <a:pt x="2125172" y="55258"/>
                  <a:pt x="2020705" y="44721"/>
                </a:cubicBezTo>
                <a:cubicBezTo>
                  <a:pt x="1923338" y="35183"/>
                  <a:pt x="1825795" y="27481"/>
                  <a:pt x="1728205" y="20617"/>
                </a:cubicBezTo>
                <a:cubicBezTo>
                  <a:pt x="1677941" y="17444"/>
                  <a:pt x="1627665" y="14456"/>
                  <a:pt x="1577385" y="11541"/>
                </a:cubicBezTo>
                <a:cubicBezTo>
                  <a:pt x="1564384" y="8222"/>
                  <a:pt x="1551278" y="16489"/>
                  <a:pt x="1538315" y="12352"/>
                </a:cubicBezTo>
                <a:cubicBezTo>
                  <a:pt x="1530971" y="13495"/>
                  <a:pt x="1523610" y="12438"/>
                  <a:pt x="1518390" y="6969"/>
                </a:cubicBezTo>
                <a:cubicBezTo>
                  <a:pt x="1510423" y="3813"/>
                  <a:pt x="1502782" y="11520"/>
                  <a:pt x="1494583" y="9252"/>
                </a:cubicBezTo>
                <a:cubicBezTo>
                  <a:pt x="1486648" y="6388"/>
                  <a:pt x="1479146" y="10561"/>
                  <a:pt x="1471492" y="9925"/>
                </a:cubicBezTo>
                <a:cubicBezTo>
                  <a:pt x="1463913" y="6975"/>
                  <a:pt x="1456178" y="3265"/>
                  <a:pt x="1447996" y="7002"/>
                </a:cubicBezTo>
                <a:cubicBezTo>
                  <a:pt x="1439187" y="12159"/>
                  <a:pt x="1438810" y="-159"/>
                  <a:pt x="1430448" y="1302"/>
                </a:cubicBezTo>
                <a:cubicBezTo>
                  <a:pt x="1422952" y="3658"/>
                  <a:pt x="1415192" y="2456"/>
                  <a:pt x="1407618" y="4719"/>
                </a:cubicBezTo>
                <a:cubicBezTo>
                  <a:pt x="1401154" y="9692"/>
                  <a:pt x="1393927" y="5047"/>
                  <a:pt x="1387154" y="3458"/>
                </a:cubicBezTo>
                <a:cubicBezTo>
                  <a:pt x="1380259" y="2433"/>
                  <a:pt x="1374169" y="8289"/>
                  <a:pt x="1367061" y="6065"/>
                </a:cubicBezTo>
                <a:cubicBezTo>
                  <a:pt x="1358855" y="5729"/>
                  <a:pt x="1351378" y="1717"/>
                  <a:pt x="1343504" y="224"/>
                </a:cubicBezTo>
                <a:cubicBezTo>
                  <a:pt x="1337167" y="1736"/>
                  <a:pt x="1333064" y="12071"/>
                  <a:pt x="1325784" y="7126"/>
                </a:cubicBezTo>
                <a:cubicBezTo>
                  <a:pt x="1319724" y="867"/>
                  <a:pt x="1313164" y="12037"/>
                  <a:pt x="1306589" y="8307"/>
                </a:cubicBezTo>
                <a:cubicBezTo>
                  <a:pt x="1299726" y="5322"/>
                  <a:pt x="1291932" y="-1890"/>
                  <a:pt x="1284225" y="2918"/>
                </a:cubicBezTo>
                <a:cubicBezTo>
                  <a:pt x="1278846" y="10133"/>
                  <a:pt x="1269270" y="3228"/>
                  <a:pt x="1262400" y="6691"/>
                </a:cubicBezTo>
                <a:cubicBezTo>
                  <a:pt x="1256687" y="6070"/>
                  <a:pt x="1249054" y="-2832"/>
                  <a:pt x="1244886" y="5073"/>
                </a:cubicBezTo>
                <a:cubicBezTo>
                  <a:pt x="1239053" y="11048"/>
                  <a:pt x="1234229" y="-6500"/>
                  <a:pt x="1228612" y="3459"/>
                </a:cubicBezTo>
                <a:cubicBezTo>
                  <a:pt x="1222559" y="7665"/>
                  <a:pt x="1214050" y="12590"/>
                  <a:pt x="1206893" y="8038"/>
                </a:cubicBezTo>
                <a:cubicBezTo>
                  <a:pt x="1197077" y="5278"/>
                  <a:pt x="1186248" y="5915"/>
                  <a:pt x="1177524" y="-46"/>
                </a:cubicBezTo>
                <a:cubicBezTo>
                  <a:pt x="1176326" y="325"/>
                  <a:pt x="1175129" y="-1110"/>
                  <a:pt x="1174021" y="-313"/>
                </a:cubicBezTo>
                <a:close/>
                <a:moveTo>
                  <a:pt x="1549093" y="81058"/>
                </a:moveTo>
                <a:cubicBezTo>
                  <a:pt x="1549779" y="82538"/>
                  <a:pt x="1547612" y="80368"/>
                  <a:pt x="1549093" y="81058"/>
                </a:cubicBezTo>
                <a:close/>
                <a:moveTo>
                  <a:pt x="1486581" y="84829"/>
                </a:moveTo>
                <a:cubicBezTo>
                  <a:pt x="1489871" y="87081"/>
                  <a:pt x="1481721" y="84433"/>
                  <a:pt x="1486581" y="84829"/>
                </a:cubicBezTo>
                <a:close/>
                <a:moveTo>
                  <a:pt x="1571996" y="89140"/>
                </a:moveTo>
                <a:cubicBezTo>
                  <a:pt x="1572000" y="91899"/>
                  <a:pt x="1573153" y="87009"/>
                  <a:pt x="1571996" y="89140"/>
                </a:cubicBezTo>
                <a:close/>
                <a:moveTo>
                  <a:pt x="1530231" y="89408"/>
                </a:moveTo>
                <a:cubicBezTo>
                  <a:pt x="1530951" y="91394"/>
                  <a:pt x="1531496" y="88084"/>
                  <a:pt x="1530231" y="89408"/>
                </a:cubicBezTo>
                <a:close/>
                <a:moveTo>
                  <a:pt x="1532118" y="90755"/>
                </a:moveTo>
                <a:cubicBezTo>
                  <a:pt x="1530400" y="94682"/>
                  <a:pt x="1535196" y="89237"/>
                  <a:pt x="1532118" y="90755"/>
                </a:cubicBezTo>
                <a:close/>
                <a:moveTo>
                  <a:pt x="1353204" y="96413"/>
                </a:moveTo>
                <a:lnTo>
                  <a:pt x="1354282" y="95603"/>
                </a:lnTo>
                <a:lnTo>
                  <a:pt x="1353204" y="96413"/>
                </a:lnTo>
                <a:close/>
                <a:moveTo>
                  <a:pt x="1283417" y="101533"/>
                </a:moveTo>
                <a:cubicBezTo>
                  <a:pt x="1284062" y="103496"/>
                  <a:pt x="1280888" y="99797"/>
                  <a:pt x="1283417" y="101533"/>
                </a:cubicBezTo>
                <a:close/>
                <a:moveTo>
                  <a:pt x="1276681" y="101266"/>
                </a:moveTo>
                <a:cubicBezTo>
                  <a:pt x="1278626" y="102646"/>
                  <a:pt x="1274676" y="101154"/>
                  <a:pt x="1276681" y="101266"/>
                </a:cubicBezTo>
                <a:close/>
                <a:moveTo>
                  <a:pt x="1246772" y="105847"/>
                </a:moveTo>
                <a:cubicBezTo>
                  <a:pt x="1245813" y="108473"/>
                  <a:pt x="1248829" y="104472"/>
                  <a:pt x="1246772" y="105847"/>
                </a:cubicBezTo>
                <a:close/>
                <a:moveTo>
                  <a:pt x="1219827" y="108272"/>
                </a:moveTo>
                <a:cubicBezTo>
                  <a:pt x="1222155" y="110889"/>
                  <a:pt x="1217824" y="107970"/>
                  <a:pt x="1219827" y="108272"/>
                </a:cubicBezTo>
                <a:close/>
                <a:moveTo>
                  <a:pt x="1268328" y="109082"/>
                </a:moveTo>
                <a:cubicBezTo>
                  <a:pt x="1269744" y="109168"/>
                  <a:pt x="1268224" y="106439"/>
                  <a:pt x="1268328" y="109082"/>
                </a:cubicBezTo>
                <a:close/>
                <a:moveTo>
                  <a:pt x="1224946" y="119860"/>
                </a:moveTo>
                <a:cubicBezTo>
                  <a:pt x="1225888" y="120953"/>
                  <a:pt x="1225860" y="117433"/>
                  <a:pt x="1224946" y="119860"/>
                </a:cubicBezTo>
                <a:close/>
              </a:path>
            </a:pathLst>
          </a:custGeom>
          <a:gradFill>
            <a:gsLst>
              <a:gs pos="0">
                <a:srgbClr val="F1EE6A"/>
              </a:gs>
              <a:gs pos="50000">
                <a:srgbClr val="F1EE6A">
                  <a:alpha val="49804"/>
                </a:srgbClr>
              </a:gs>
              <a:gs pos="100000">
                <a:srgbClr val="F1EE6A">
                  <a:alpha val="0"/>
                </a:srgbClr>
              </a:gs>
            </a:gsLst>
            <a:lin ang="21160684" scaled="1"/>
          </a:gradFill>
          <a:ln w="862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9" name="任意多边形: 形状 288">
            <a:extLst>
              <a:ext uri="{FF2B5EF4-FFF2-40B4-BE49-F238E27FC236}">
                <a16:creationId xmlns:a16="http://schemas.microsoft.com/office/drawing/2014/main" id="{7EF1AA84-8A89-EBD1-8208-AD6EAF493153}"/>
              </a:ext>
            </a:extLst>
          </p:cNvPr>
          <p:cNvSpPr/>
          <p:nvPr/>
        </p:nvSpPr>
        <p:spPr>
          <a:xfrm>
            <a:off x="6053201" y="4559456"/>
            <a:ext cx="453234" cy="257534"/>
          </a:xfrm>
          <a:custGeom>
            <a:avLst/>
            <a:gdLst>
              <a:gd name="connsiteX0" fmla="*/ 327090 w 453234"/>
              <a:gd name="connsiteY0" fmla="*/ -558 h 257534"/>
              <a:gd name="connsiteX1" fmla="*/ 316154 w 453234"/>
              <a:gd name="connsiteY1" fmla="*/ 21125 h 257534"/>
              <a:gd name="connsiteX2" fmla="*/ 331862 w 453234"/>
              <a:gd name="connsiteY2" fmla="*/ 27336 h 257534"/>
              <a:gd name="connsiteX3" fmla="*/ 361416 w 453234"/>
              <a:gd name="connsiteY3" fmla="*/ 21112 h 257534"/>
              <a:gd name="connsiteX4" fmla="*/ 330578 w 453234"/>
              <a:gd name="connsiteY4" fmla="*/ 2409 h 257534"/>
              <a:gd name="connsiteX5" fmla="*/ 327090 w 453234"/>
              <a:gd name="connsiteY5" fmla="*/ -558 h 257534"/>
              <a:gd name="connsiteX6" fmla="*/ 329094 w 453234"/>
              <a:gd name="connsiteY6" fmla="*/ 26072 h 257534"/>
              <a:gd name="connsiteX7" fmla="*/ 329094 w 453234"/>
              <a:gd name="connsiteY7" fmla="*/ 26072 h 257534"/>
              <a:gd name="connsiteX8" fmla="*/ 83082 w 453234"/>
              <a:gd name="connsiteY8" fmla="*/ 18702 h 257534"/>
              <a:gd name="connsiteX9" fmla="*/ 71466 w 453234"/>
              <a:gd name="connsiteY9" fmla="*/ 38261 h 257534"/>
              <a:gd name="connsiteX10" fmla="*/ 61235 w 453234"/>
              <a:gd name="connsiteY10" fmla="*/ 68209 h 257534"/>
              <a:gd name="connsiteX11" fmla="*/ 53773 w 453234"/>
              <a:gd name="connsiteY11" fmla="*/ 66044 h 257534"/>
              <a:gd name="connsiteX12" fmla="*/ 50467 w 453234"/>
              <a:gd name="connsiteY12" fmla="*/ 102967 h 257534"/>
              <a:gd name="connsiteX13" fmla="*/ 26143 w 453234"/>
              <a:gd name="connsiteY13" fmla="*/ 120188 h 257534"/>
              <a:gd name="connsiteX14" fmla="*/ 372 w 453234"/>
              <a:gd name="connsiteY14" fmla="*/ 163989 h 257534"/>
              <a:gd name="connsiteX15" fmla="*/ 6856 w 453234"/>
              <a:gd name="connsiteY15" fmla="*/ 167529 h 257534"/>
              <a:gd name="connsiteX16" fmla="*/ 25580 w 453234"/>
              <a:gd name="connsiteY16" fmla="*/ 167106 h 257534"/>
              <a:gd name="connsiteX17" fmla="*/ 7901 w 453234"/>
              <a:gd name="connsiteY17" fmla="*/ 185312 h 257534"/>
              <a:gd name="connsiteX18" fmla="*/ 29890 w 453234"/>
              <a:gd name="connsiteY18" fmla="*/ 186551 h 257534"/>
              <a:gd name="connsiteX19" fmla="*/ 38657 w 453234"/>
              <a:gd name="connsiteY19" fmla="*/ 150864 h 257534"/>
              <a:gd name="connsiteX20" fmla="*/ 61337 w 453234"/>
              <a:gd name="connsiteY20" fmla="*/ 164194 h 257534"/>
              <a:gd name="connsiteX21" fmla="*/ 75789 w 453234"/>
              <a:gd name="connsiteY21" fmla="*/ 173555 h 257534"/>
              <a:gd name="connsiteX22" fmla="*/ 76530 w 453234"/>
              <a:gd name="connsiteY22" fmla="*/ 179573 h 257534"/>
              <a:gd name="connsiteX23" fmla="*/ 90214 w 453234"/>
              <a:gd name="connsiteY23" fmla="*/ 171624 h 257534"/>
              <a:gd name="connsiteX24" fmla="*/ 83129 w 453234"/>
              <a:gd name="connsiteY24" fmla="*/ 208610 h 257534"/>
              <a:gd name="connsiteX25" fmla="*/ 102527 w 453234"/>
              <a:gd name="connsiteY25" fmla="*/ 182445 h 257534"/>
              <a:gd name="connsiteX26" fmla="*/ 129679 w 453234"/>
              <a:gd name="connsiteY26" fmla="*/ 178483 h 257534"/>
              <a:gd name="connsiteX27" fmla="*/ 142017 w 453234"/>
              <a:gd name="connsiteY27" fmla="*/ 176993 h 257534"/>
              <a:gd name="connsiteX28" fmla="*/ 141920 w 453234"/>
              <a:gd name="connsiteY28" fmla="*/ 136700 h 257534"/>
              <a:gd name="connsiteX29" fmla="*/ 115683 w 453234"/>
              <a:gd name="connsiteY29" fmla="*/ 124672 h 257534"/>
              <a:gd name="connsiteX30" fmla="*/ 100133 w 453234"/>
              <a:gd name="connsiteY30" fmla="*/ 104690 h 257534"/>
              <a:gd name="connsiteX31" fmla="*/ 100626 w 453234"/>
              <a:gd name="connsiteY31" fmla="*/ 54845 h 257534"/>
              <a:gd name="connsiteX32" fmla="*/ 103769 w 453234"/>
              <a:gd name="connsiteY32" fmla="*/ 30355 h 257534"/>
              <a:gd name="connsiteX33" fmla="*/ 83081 w 453234"/>
              <a:gd name="connsiteY33" fmla="*/ 18701 h 257534"/>
              <a:gd name="connsiteX34" fmla="*/ 83082 w 453234"/>
              <a:gd name="connsiteY34" fmla="*/ 18702 h 257534"/>
              <a:gd name="connsiteX35" fmla="*/ 330912 w 453234"/>
              <a:gd name="connsiteY35" fmla="*/ 36292 h 257534"/>
              <a:gd name="connsiteX36" fmla="*/ 298536 w 453234"/>
              <a:gd name="connsiteY36" fmla="*/ 52891 h 257534"/>
              <a:gd name="connsiteX37" fmla="*/ 306119 w 453234"/>
              <a:gd name="connsiteY37" fmla="*/ 90996 h 257534"/>
              <a:gd name="connsiteX38" fmla="*/ 259847 w 453234"/>
              <a:gd name="connsiteY38" fmla="*/ 102054 h 257534"/>
              <a:gd name="connsiteX39" fmla="*/ 225544 w 453234"/>
              <a:gd name="connsiteY39" fmla="*/ 110392 h 257534"/>
              <a:gd name="connsiteX40" fmla="*/ 299983 w 453234"/>
              <a:gd name="connsiteY40" fmla="*/ 102252 h 257534"/>
              <a:gd name="connsiteX41" fmla="*/ 281329 w 453234"/>
              <a:gd name="connsiteY41" fmla="*/ 114588 h 257534"/>
              <a:gd name="connsiteX42" fmla="*/ 243109 w 453234"/>
              <a:gd name="connsiteY42" fmla="*/ 123894 h 257534"/>
              <a:gd name="connsiteX43" fmla="*/ 243204 w 453234"/>
              <a:gd name="connsiteY43" fmla="*/ 164067 h 257534"/>
              <a:gd name="connsiteX44" fmla="*/ 222351 w 453234"/>
              <a:gd name="connsiteY44" fmla="*/ 199106 h 257534"/>
              <a:gd name="connsiteX45" fmla="*/ 227547 w 453234"/>
              <a:gd name="connsiteY45" fmla="*/ 207286 h 257534"/>
              <a:gd name="connsiteX46" fmla="*/ 257246 w 453234"/>
              <a:gd name="connsiteY46" fmla="*/ 176677 h 257534"/>
              <a:gd name="connsiteX47" fmla="*/ 281855 w 453234"/>
              <a:gd name="connsiteY47" fmla="*/ 161369 h 257534"/>
              <a:gd name="connsiteX48" fmla="*/ 294071 w 453234"/>
              <a:gd name="connsiteY48" fmla="*/ 196510 h 257534"/>
              <a:gd name="connsiteX49" fmla="*/ 307062 w 453234"/>
              <a:gd name="connsiteY49" fmla="*/ 202968 h 257534"/>
              <a:gd name="connsiteX50" fmla="*/ 321658 w 453234"/>
              <a:gd name="connsiteY50" fmla="*/ 185458 h 257534"/>
              <a:gd name="connsiteX51" fmla="*/ 307653 w 453234"/>
              <a:gd name="connsiteY51" fmla="*/ 226326 h 257534"/>
              <a:gd name="connsiteX52" fmla="*/ 306444 w 453234"/>
              <a:gd name="connsiteY52" fmla="*/ 240993 h 257534"/>
              <a:gd name="connsiteX53" fmla="*/ 326532 w 453234"/>
              <a:gd name="connsiteY53" fmla="*/ 190669 h 257534"/>
              <a:gd name="connsiteX54" fmla="*/ 332748 w 453234"/>
              <a:gd name="connsiteY54" fmla="*/ 213139 h 257534"/>
              <a:gd name="connsiteX55" fmla="*/ 361707 w 453234"/>
              <a:gd name="connsiteY55" fmla="*/ 177927 h 257534"/>
              <a:gd name="connsiteX56" fmla="*/ 371779 w 453234"/>
              <a:gd name="connsiteY56" fmla="*/ 178246 h 257534"/>
              <a:gd name="connsiteX57" fmla="*/ 397572 w 453234"/>
              <a:gd name="connsiteY57" fmla="*/ 176647 h 257534"/>
              <a:gd name="connsiteX58" fmla="*/ 405468 w 453234"/>
              <a:gd name="connsiteY58" fmla="*/ 188903 h 257534"/>
              <a:gd name="connsiteX59" fmla="*/ 410433 w 453234"/>
              <a:gd name="connsiteY59" fmla="*/ 170801 h 257534"/>
              <a:gd name="connsiteX60" fmla="*/ 411008 w 453234"/>
              <a:gd name="connsiteY60" fmla="*/ 138236 h 257534"/>
              <a:gd name="connsiteX61" fmla="*/ 396020 w 453234"/>
              <a:gd name="connsiteY61" fmla="*/ 128544 h 257534"/>
              <a:gd name="connsiteX62" fmla="*/ 352385 w 453234"/>
              <a:gd name="connsiteY62" fmla="*/ 125246 h 257534"/>
              <a:gd name="connsiteX63" fmla="*/ 336275 w 453234"/>
              <a:gd name="connsiteY63" fmla="*/ 96011 h 257534"/>
              <a:gd name="connsiteX64" fmla="*/ 380432 w 453234"/>
              <a:gd name="connsiteY64" fmla="*/ 88198 h 257534"/>
              <a:gd name="connsiteX65" fmla="*/ 429471 w 453234"/>
              <a:gd name="connsiteY65" fmla="*/ 78569 h 257534"/>
              <a:gd name="connsiteX66" fmla="*/ 445207 w 453234"/>
              <a:gd name="connsiteY66" fmla="*/ 70571 h 257534"/>
              <a:gd name="connsiteX67" fmla="*/ 385975 w 453234"/>
              <a:gd name="connsiteY67" fmla="*/ 81088 h 257534"/>
              <a:gd name="connsiteX68" fmla="*/ 344217 w 453234"/>
              <a:gd name="connsiteY68" fmla="*/ 71517 h 257534"/>
              <a:gd name="connsiteX69" fmla="*/ 335176 w 453234"/>
              <a:gd name="connsiteY69" fmla="*/ 42394 h 257534"/>
              <a:gd name="connsiteX70" fmla="*/ 330913 w 453234"/>
              <a:gd name="connsiteY70" fmla="*/ 36300 h 257534"/>
              <a:gd name="connsiteX71" fmla="*/ 83602 w 453234"/>
              <a:gd name="connsiteY71" fmla="*/ 51315 h 257534"/>
              <a:gd name="connsiteX72" fmla="*/ 83602 w 453234"/>
              <a:gd name="connsiteY72" fmla="*/ 51315 h 257534"/>
              <a:gd name="connsiteX73" fmla="*/ 76217 w 453234"/>
              <a:gd name="connsiteY73" fmla="*/ 53795 h 257534"/>
              <a:gd name="connsiteX74" fmla="*/ 76217 w 453234"/>
              <a:gd name="connsiteY74" fmla="*/ 53795 h 257534"/>
              <a:gd name="connsiteX75" fmla="*/ 334581 w 453234"/>
              <a:gd name="connsiteY75" fmla="*/ 71199 h 257534"/>
              <a:gd name="connsiteX76" fmla="*/ 352981 w 453234"/>
              <a:gd name="connsiteY76" fmla="*/ 88785 h 257534"/>
              <a:gd name="connsiteX77" fmla="*/ 332211 w 453234"/>
              <a:gd name="connsiteY77" fmla="*/ 77821 h 257534"/>
              <a:gd name="connsiteX78" fmla="*/ 334581 w 453234"/>
              <a:gd name="connsiteY78" fmla="*/ 71199 h 257534"/>
              <a:gd name="connsiteX79" fmla="*/ 327631 w 453234"/>
              <a:gd name="connsiteY79" fmla="*/ 112717 h 257534"/>
              <a:gd name="connsiteX80" fmla="*/ 338877 w 453234"/>
              <a:gd name="connsiteY80" fmla="*/ 130374 h 257534"/>
              <a:gd name="connsiteX81" fmla="*/ 319905 w 453234"/>
              <a:gd name="connsiteY81" fmla="*/ 118220 h 257534"/>
              <a:gd name="connsiteX82" fmla="*/ 327631 w 453234"/>
              <a:gd name="connsiteY82" fmla="*/ 112717 h 257534"/>
              <a:gd name="connsiteX83" fmla="*/ 69986 w 453234"/>
              <a:gd name="connsiteY83" fmla="*/ 186135 h 257534"/>
              <a:gd name="connsiteX84" fmla="*/ 68729 w 453234"/>
              <a:gd name="connsiteY84" fmla="*/ 188427 h 257534"/>
              <a:gd name="connsiteX85" fmla="*/ 69986 w 453234"/>
              <a:gd name="connsiteY85" fmla="*/ 186135 h 257534"/>
              <a:gd name="connsiteX86" fmla="*/ 68102 w 453234"/>
              <a:gd name="connsiteY86" fmla="*/ 189573 h 257534"/>
              <a:gd name="connsiteX87" fmla="*/ 66829 w 453234"/>
              <a:gd name="connsiteY87" fmla="*/ 191975 h 257534"/>
              <a:gd name="connsiteX88" fmla="*/ 68102 w 453234"/>
              <a:gd name="connsiteY88" fmla="*/ 189573 h 257534"/>
              <a:gd name="connsiteX89" fmla="*/ 332476 w 453234"/>
              <a:gd name="connsiteY89" fmla="*/ 214906 h 257534"/>
              <a:gd name="connsiteX90" fmla="*/ 332476 w 453234"/>
              <a:gd name="connsiteY90" fmla="*/ 214906 h 257534"/>
              <a:gd name="connsiteX91" fmla="*/ 330168 w 453234"/>
              <a:gd name="connsiteY91" fmla="*/ 221105 h 257534"/>
              <a:gd name="connsiteX92" fmla="*/ 330168 w 453234"/>
              <a:gd name="connsiteY92" fmla="*/ 221105 h 257534"/>
              <a:gd name="connsiteX93" fmla="*/ 326535 w 453234"/>
              <a:gd name="connsiteY93" fmla="*/ 225628 h 257534"/>
              <a:gd name="connsiteX94" fmla="*/ 312225 w 453234"/>
              <a:gd name="connsiteY94" fmla="*/ 256976 h 257534"/>
              <a:gd name="connsiteX95" fmla="*/ 326535 w 453234"/>
              <a:gd name="connsiteY95" fmla="*/ 225628 h 257534"/>
              <a:gd name="connsiteX96" fmla="*/ 300467 w 453234"/>
              <a:gd name="connsiteY96" fmla="*/ 250425 h 257534"/>
              <a:gd name="connsiteX97" fmla="*/ 300467 w 453234"/>
              <a:gd name="connsiteY97" fmla="*/ 250425 h 257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453234" h="257534">
                <a:moveTo>
                  <a:pt x="327090" y="-558"/>
                </a:moveTo>
                <a:cubicBezTo>
                  <a:pt x="323579" y="8175"/>
                  <a:pt x="330152" y="18210"/>
                  <a:pt x="316154" y="21125"/>
                </a:cubicBezTo>
                <a:cubicBezTo>
                  <a:pt x="306668" y="36737"/>
                  <a:pt x="331240" y="17674"/>
                  <a:pt x="331862" y="27336"/>
                </a:cubicBezTo>
                <a:cubicBezTo>
                  <a:pt x="329458" y="18592"/>
                  <a:pt x="362230" y="28700"/>
                  <a:pt x="361416" y="21112"/>
                </a:cubicBezTo>
                <a:cubicBezTo>
                  <a:pt x="348590" y="16673"/>
                  <a:pt x="333307" y="19439"/>
                  <a:pt x="330578" y="2409"/>
                </a:cubicBezTo>
                <a:cubicBezTo>
                  <a:pt x="329051" y="1848"/>
                  <a:pt x="328655" y="-101"/>
                  <a:pt x="327090" y="-558"/>
                </a:cubicBezTo>
                <a:close/>
                <a:moveTo>
                  <a:pt x="329094" y="26072"/>
                </a:moveTo>
                <a:cubicBezTo>
                  <a:pt x="323006" y="25883"/>
                  <a:pt x="319702" y="27035"/>
                  <a:pt x="329094" y="26072"/>
                </a:cubicBezTo>
                <a:close/>
                <a:moveTo>
                  <a:pt x="83082" y="18702"/>
                </a:moveTo>
                <a:cubicBezTo>
                  <a:pt x="73861" y="23389"/>
                  <a:pt x="66695" y="26727"/>
                  <a:pt x="71466" y="38261"/>
                </a:cubicBezTo>
                <a:lnTo>
                  <a:pt x="61235" y="68209"/>
                </a:lnTo>
                <a:cubicBezTo>
                  <a:pt x="62206" y="76948"/>
                  <a:pt x="57162" y="71747"/>
                  <a:pt x="53773" y="66044"/>
                </a:cubicBezTo>
                <a:cubicBezTo>
                  <a:pt x="36104" y="76437"/>
                  <a:pt x="56957" y="99670"/>
                  <a:pt x="50467" y="102967"/>
                </a:cubicBezTo>
                <a:cubicBezTo>
                  <a:pt x="37317" y="100901"/>
                  <a:pt x="24480" y="104281"/>
                  <a:pt x="26143" y="120188"/>
                </a:cubicBezTo>
                <a:cubicBezTo>
                  <a:pt x="21155" y="137968"/>
                  <a:pt x="12435" y="150214"/>
                  <a:pt x="372" y="163989"/>
                </a:cubicBezTo>
                <a:cubicBezTo>
                  <a:pt x="-1743" y="169746"/>
                  <a:pt x="7871" y="179385"/>
                  <a:pt x="6856" y="167529"/>
                </a:cubicBezTo>
                <a:cubicBezTo>
                  <a:pt x="15909" y="167658"/>
                  <a:pt x="31732" y="146106"/>
                  <a:pt x="25580" y="167106"/>
                </a:cubicBezTo>
                <a:cubicBezTo>
                  <a:pt x="18687" y="172178"/>
                  <a:pt x="2491" y="170305"/>
                  <a:pt x="7901" y="185312"/>
                </a:cubicBezTo>
                <a:cubicBezTo>
                  <a:pt x="17255" y="183289"/>
                  <a:pt x="23288" y="178971"/>
                  <a:pt x="29890" y="186551"/>
                </a:cubicBezTo>
                <a:cubicBezTo>
                  <a:pt x="37177" y="176433"/>
                  <a:pt x="32440" y="161946"/>
                  <a:pt x="38657" y="150864"/>
                </a:cubicBezTo>
                <a:cubicBezTo>
                  <a:pt x="48402" y="146616"/>
                  <a:pt x="51337" y="165847"/>
                  <a:pt x="61337" y="164194"/>
                </a:cubicBezTo>
                <a:cubicBezTo>
                  <a:pt x="71942" y="161412"/>
                  <a:pt x="87641" y="158312"/>
                  <a:pt x="75789" y="173555"/>
                </a:cubicBezTo>
                <a:cubicBezTo>
                  <a:pt x="72431" y="181201"/>
                  <a:pt x="67352" y="190712"/>
                  <a:pt x="76530" y="179573"/>
                </a:cubicBezTo>
                <a:cubicBezTo>
                  <a:pt x="81770" y="174645"/>
                  <a:pt x="93038" y="152691"/>
                  <a:pt x="90214" y="171624"/>
                </a:cubicBezTo>
                <a:cubicBezTo>
                  <a:pt x="88236" y="183372"/>
                  <a:pt x="66716" y="199509"/>
                  <a:pt x="83129" y="208610"/>
                </a:cubicBezTo>
                <a:cubicBezTo>
                  <a:pt x="92310" y="207725"/>
                  <a:pt x="93461" y="189125"/>
                  <a:pt x="102527" y="182445"/>
                </a:cubicBezTo>
                <a:cubicBezTo>
                  <a:pt x="108762" y="172399"/>
                  <a:pt x="122316" y="161333"/>
                  <a:pt x="129679" y="178483"/>
                </a:cubicBezTo>
                <a:cubicBezTo>
                  <a:pt x="131902" y="181547"/>
                  <a:pt x="138871" y="188218"/>
                  <a:pt x="142017" y="176993"/>
                </a:cubicBezTo>
                <a:cubicBezTo>
                  <a:pt x="146439" y="163616"/>
                  <a:pt x="140072" y="149809"/>
                  <a:pt x="141920" y="136700"/>
                </a:cubicBezTo>
                <a:cubicBezTo>
                  <a:pt x="147523" y="119872"/>
                  <a:pt x="124410" y="131250"/>
                  <a:pt x="115683" y="124672"/>
                </a:cubicBezTo>
                <a:cubicBezTo>
                  <a:pt x="98703" y="126156"/>
                  <a:pt x="113899" y="109805"/>
                  <a:pt x="100133" y="104690"/>
                </a:cubicBezTo>
                <a:cubicBezTo>
                  <a:pt x="99755" y="88661"/>
                  <a:pt x="110238" y="71419"/>
                  <a:pt x="100626" y="54845"/>
                </a:cubicBezTo>
                <a:cubicBezTo>
                  <a:pt x="93443" y="45625"/>
                  <a:pt x="113753" y="42782"/>
                  <a:pt x="103769" y="30355"/>
                </a:cubicBezTo>
                <a:cubicBezTo>
                  <a:pt x="106931" y="17063"/>
                  <a:pt x="89505" y="24370"/>
                  <a:pt x="83081" y="18701"/>
                </a:cubicBezTo>
                <a:lnTo>
                  <a:pt x="83082" y="18702"/>
                </a:lnTo>
                <a:close/>
                <a:moveTo>
                  <a:pt x="330912" y="36292"/>
                </a:moveTo>
                <a:cubicBezTo>
                  <a:pt x="322658" y="45132"/>
                  <a:pt x="296229" y="35818"/>
                  <a:pt x="298536" y="52891"/>
                </a:cubicBezTo>
                <a:cubicBezTo>
                  <a:pt x="293304" y="68217"/>
                  <a:pt x="311925" y="75918"/>
                  <a:pt x="306119" y="90996"/>
                </a:cubicBezTo>
                <a:cubicBezTo>
                  <a:pt x="293747" y="100709"/>
                  <a:pt x="274505" y="96091"/>
                  <a:pt x="259847" y="102054"/>
                </a:cubicBezTo>
                <a:cubicBezTo>
                  <a:pt x="250647" y="103311"/>
                  <a:pt x="222045" y="109121"/>
                  <a:pt x="225544" y="110392"/>
                </a:cubicBezTo>
                <a:cubicBezTo>
                  <a:pt x="250573" y="110841"/>
                  <a:pt x="275275" y="106105"/>
                  <a:pt x="299983" y="102252"/>
                </a:cubicBezTo>
                <a:cubicBezTo>
                  <a:pt x="292685" y="111207"/>
                  <a:pt x="294754" y="127117"/>
                  <a:pt x="281329" y="114588"/>
                </a:cubicBezTo>
                <a:cubicBezTo>
                  <a:pt x="264632" y="104764"/>
                  <a:pt x="256333" y="120284"/>
                  <a:pt x="243109" y="123894"/>
                </a:cubicBezTo>
                <a:cubicBezTo>
                  <a:pt x="248609" y="136390"/>
                  <a:pt x="246395" y="151127"/>
                  <a:pt x="243204" y="164067"/>
                </a:cubicBezTo>
                <a:cubicBezTo>
                  <a:pt x="243187" y="177938"/>
                  <a:pt x="233235" y="190952"/>
                  <a:pt x="222351" y="199106"/>
                </a:cubicBezTo>
                <a:cubicBezTo>
                  <a:pt x="211298" y="203955"/>
                  <a:pt x="217831" y="221509"/>
                  <a:pt x="227547" y="207286"/>
                </a:cubicBezTo>
                <a:cubicBezTo>
                  <a:pt x="229080" y="190734"/>
                  <a:pt x="248018" y="187529"/>
                  <a:pt x="257246" y="176677"/>
                </a:cubicBezTo>
                <a:cubicBezTo>
                  <a:pt x="259205" y="163918"/>
                  <a:pt x="268155" y="149161"/>
                  <a:pt x="281855" y="161369"/>
                </a:cubicBezTo>
                <a:cubicBezTo>
                  <a:pt x="286828" y="176438"/>
                  <a:pt x="309758" y="181151"/>
                  <a:pt x="294071" y="196510"/>
                </a:cubicBezTo>
                <a:cubicBezTo>
                  <a:pt x="286502" y="205747"/>
                  <a:pt x="304901" y="216184"/>
                  <a:pt x="307062" y="202968"/>
                </a:cubicBezTo>
                <a:cubicBezTo>
                  <a:pt x="312302" y="198773"/>
                  <a:pt x="316681" y="176747"/>
                  <a:pt x="321658" y="185458"/>
                </a:cubicBezTo>
                <a:cubicBezTo>
                  <a:pt x="315382" y="198061"/>
                  <a:pt x="313972" y="212918"/>
                  <a:pt x="307653" y="226326"/>
                </a:cubicBezTo>
                <a:cubicBezTo>
                  <a:pt x="298180" y="231547"/>
                  <a:pt x="299804" y="262018"/>
                  <a:pt x="306444" y="240993"/>
                </a:cubicBezTo>
                <a:cubicBezTo>
                  <a:pt x="309891" y="222631"/>
                  <a:pt x="325911" y="209807"/>
                  <a:pt x="326532" y="190669"/>
                </a:cubicBezTo>
                <a:cubicBezTo>
                  <a:pt x="333013" y="187279"/>
                  <a:pt x="333484" y="210280"/>
                  <a:pt x="332748" y="213139"/>
                </a:cubicBezTo>
                <a:cubicBezTo>
                  <a:pt x="335467" y="196586"/>
                  <a:pt x="341670" y="177970"/>
                  <a:pt x="361707" y="177927"/>
                </a:cubicBezTo>
                <a:cubicBezTo>
                  <a:pt x="364139" y="175226"/>
                  <a:pt x="378682" y="169397"/>
                  <a:pt x="371779" y="178246"/>
                </a:cubicBezTo>
                <a:cubicBezTo>
                  <a:pt x="383269" y="186310"/>
                  <a:pt x="394552" y="155942"/>
                  <a:pt x="397572" y="176647"/>
                </a:cubicBezTo>
                <a:cubicBezTo>
                  <a:pt x="395150" y="187726"/>
                  <a:pt x="395299" y="188644"/>
                  <a:pt x="405468" y="188903"/>
                </a:cubicBezTo>
                <a:cubicBezTo>
                  <a:pt x="417441" y="204840"/>
                  <a:pt x="408903" y="178312"/>
                  <a:pt x="410433" y="170801"/>
                </a:cubicBezTo>
                <a:cubicBezTo>
                  <a:pt x="412058" y="159979"/>
                  <a:pt x="418159" y="147914"/>
                  <a:pt x="411008" y="138236"/>
                </a:cubicBezTo>
                <a:cubicBezTo>
                  <a:pt x="414546" y="125708"/>
                  <a:pt x="398987" y="108416"/>
                  <a:pt x="396020" y="128544"/>
                </a:cubicBezTo>
                <a:cubicBezTo>
                  <a:pt x="383037" y="124688"/>
                  <a:pt x="363040" y="132428"/>
                  <a:pt x="352385" y="125246"/>
                </a:cubicBezTo>
                <a:cubicBezTo>
                  <a:pt x="356084" y="109118"/>
                  <a:pt x="327754" y="108729"/>
                  <a:pt x="336275" y="96011"/>
                </a:cubicBezTo>
                <a:cubicBezTo>
                  <a:pt x="353008" y="94263"/>
                  <a:pt x="365497" y="89745"/>
                  <a:pt x="380432" y="88198"/>
                </a:cubicBezTo>
                <a:cubicBezTo>
                  <a:pt x="396957" y="83768"/>
                  <a:pt x="417901" y="80432"/>
                  <a:pt x="429471" y="78569"/>
                </a:cubicBezTo>
                <a:cubicBezTo>
                  <a:pt x="437155" y="80384"/>
                  <a:pt x="467635" y="69320"/>
                  <a:pt x="445207" y="70571"/>
                </a:cubicBezTo>
                <a:cubicBezTo>
                  <a:pt x="425279" y="73326"/>
                  <a:pt x="405789" y="77910"/>
                  <a:pt x="385975" y="81088"/>
                </a:cubicBezTo>
                <a:cubicBezTo>
                  <a:pt x="368694" y="91120"/>
                  <a:pt x="357180" y="80622"/>
                  <a:pt x="344217" y="71517"/>
                </a:cubicBezTo>
                <a:cubicBezTo>
                  <a:pt x="330829" y="66575"/>
                  <a:pt x="340509" y="53375"/>
                  <a:pt x="335176" y="42394"/>
                </a:cubicBezTo>
                <a:cubicBezTo>
                  <a:pt x="331615" y="40937"/>
                  <a:pt x="330639" y="38711"/>
                  <a:pt x="330913" y="36300"/>
                </a:cubicBezTo>
                <a:close/>
                <a:moveTo>
                  <a:pt x="83602" y="51315"/>
                </a:moveTo>
                <a:cubicBezTo>
                  <a:pt x="78682" y="54590"/>
                  <a:pt x="74909" y="51073"/>
                  <a:pt x="83602" y="51315"/>
                </a:cubicBezTo>
                <a:close/>
                <a:moveTo>
                  <a:pt x="76217" y="53795"/>
                </a:moveTo>
                <a:cubicBezTo>
                  <a:pt x="72505" y="61002"/>
                  <a:pt x="64357" y="61102"/>
                  <a:pt x="76217" y="53795"/>
                </a:cubicBezTo>
                <a:close/>
                <a:moveTo>
                  <a:pt x="334581" y="71199"/>
                </a:moveTo>
                <a:cubicBezTo>
                  <a:pt x="335393" y="81499"/>
                  <a:pt x="352129" y="87477"/>
                  <a:pt x="352981" y="88785"/>
                </a:cubicBezTo>
                <a:cubicBezTo>
                  <a:pt x="341878" y="89698"/>
                  <a:pt x="322937" y="96308"/>
                  <a:pt x="332211" y="77821"/>
                </a:cubicBezTo>
                <a:cubicBezTo>
                  <a:pt x="332762" y="75576"/>
                  <a:pt x="333123" y="73097"/>
                  <a:pt x="334581" y="71199"/>
                </a:cubicBezTo>
                <a:close/>
                <a:moveTo>
                  <a:pt x="327631" y="112717"/>
                </a:moveTo>
                <a:cubicBezTo>
                  <a:pt x="332258" y="117144"/>
                  <a:pt x="359217" y="133207"/>
                  <a:pt x="338877" y="130374"/>
                </a:cubicBezTo>
                <a:cubicBezTo>
                  <a:pt x="329419" y="130003"/>
                  <a:pt x="310631" y="131978"/>
                  <a:pt x="319905" y="118220"/>
                </a:cubicBezTo>
                <a:cubicBezTo>
                  <a:pt x="317830" y="113900"/>
                  <a:pt x="324657" y="112502"/>
                  <a:pt x="327631" y="112717"/>
                </a:cubicBezTo>
                <a:close/>
                <a:moveTo>
                  <a:pt x="69986" y="186135"/>
                </a:moveTo>
                <a:lnTo>
                  <a:pt x="68729" y="188427"/>
                </a:lnTo>
                <a:lnTo>
                  <a:pt x="69986" y="186135"/>
                </a:lnTo>
                <a:close/>
                <a:moveTo>
                  <a:pt x="68102" y="189573"/>
                </a:moveTo>
                <a:lnTo>
                  <a:pt x="66829" y="191975"/>
                </a:lnTo>
                <a:lnTo>
                  <a:pt x="68102" y="189573"/>
                </a:lnTo>
                <a:close/>
                <a:moveTo>
                  <a:pt x="332476" y="214906"/>
                </a:moveTo>
                <a:cubicBezTo>
                  <a:pt x="328379" y="224621"/>
                  <a:pt x="331041" y="221313"/>
                  <a:pt x="332476" y="214906"/>
                </a:cubicBezTo>
                <a:close/>
                <a:moveTo>
                  <a:pt x="330168" y="221105"/>
                </a:moveTo>
                <a:cubicBezTo>
                  <a:pt x="325365" y="226226"/>
                  <a:pt x="327779" y="226209"/>
                  <a:pt x="330168" y="221105"/>
                </a:cubicBezTo>
                <a:close/>
                <a:moveTo>
                  <a:pt x="326535" y="225628"/>
                </a:moveTo>
                <a:cubicBezTo>
                  <a:pt x="316366" y="232499"/>
                  <a:pt x="313772" y="246220"/>
                  <a:pt x="312225" y="256976"/>
                </a:cubicBezTo>
                <a:cubicBezTo>
                  <a:pt x="322336" y="252900"/>
                  <a:pt x="315186" y="232302"/>
                  <a:pt x="326535" y="225628"/>
                </a:cubicBezTo>
                <a:close/>
                <a:moveTo>
                  <a:pt x="300467" y="250425"/>
                </a:moveTo>
                <a:cubicBezTo>
                  <a:pt x="299714" y="251700"/>
                  <a:pt x="300998" y="251963"/>
                  <a:pt x="300467" y="250425"/>
                </a:cubicBezTo>
                <a:close/>
              </a:path>
            </a:pathLst>
          </a:custGeom>
          <a:solidFill>
            <a:srgbClr val="6FD06D"/>
          </a:solidFill>
          <a:ln w="862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90" name="任意多边形: 形状 289">
            <a:extLst>
              <a:ext uri="{FF2B5EF4-FFF2-40B4-BE49-F238E27FC236}">
                <a16:creationId xmlns:a16="http://schemas.microsoft.com/office/drawing/2014/main" id="{7089F972-6E6D-2800-C2DC-6F0736B79290}"/>
              </a:ext>
            </a:extLst>
          </p:cNvPr>
          <p:cNvSpPr/>
          <p:nvPr/>
        </p:nvSpPr>
        <p:spPr>
          <a:xfrm>
            <a:off x="3555862" y="4615599"/>
            <a:ext cx="2748610" cy="350024"/>
          </a:xfrm>
          <a:custGeom>
            <a:avLst/>
            <a:gdLst>
              <a:gd name="connsiteX0" fmla="*/ 1174021 w 2748610"/>
              <a:gd name="connsiteY0" fmla="*/ -317 h 350024"/>
              <a:gd name="connsiteX1" fmla="*/ 1154109 w 2748610"/>
              <a:gd name="connsiteY1" fmla="*/ 6801 h 350024"/>
              <a:gd name="connsiteX2" fmla="*/ 1119719 w 2748610"/>
              <a:gd name="connsiteY2" fmla="*/ 8930 h 350024"/>
              <a:gd name="connsiteX3" fmla="*/ 1004118 w 2748610"/>
              <a:gd name="connsiteY3" fmla="*/ 13046 h 350024"/>
              <a:gd name="connsiteX4" fmla="*/ 980414 w 2748610"/>
              <a:gd name="connsiteY4" fmla="*/ 14917 h 350024"/>
              <a:gd name="connsiteX5" fmla="*/ 968432 w 2748610"/>
              <a:gd name="connsiteY5" fmla="*/ 21239 h 350024"/>
              <a:gd name="connsiteX6" fmla="*/ 947151 w 2748610"/>
              <a:gd name="connsiteY6" fmla="*/ 17817 h 350024"/>
              <a:gd name="connsiteX7" fmla="*/ 927206 w 2748610"/>
              <a:gd name="connsiteY7" fmla="*/ 20431 h 350024"/>
              <a:gd name="connsiteX8" fmla="*/ 912752 w 2748610"/>
              <a:gd name="connsiteY8" fmla="*/ 22152 h 350024"/>
              <a:gd name="connsiteX9" fmla="*/ 870891 w 2748610"/>
              <a:gd name="connsiteY9" fmla="*/ 23665 h 350024"/>
              <a:gd name="connsiteX10" fmla="*/ 849102 w 2748610"/>
              <a:gd name="connsiteY10" fmla="*/ 28202 h 350024"/>
              <a:gd name="connsiteX11" fmla="*/ 826702 w 2748610"/>
              <a:gd name="connsiteY11" fmla="*/ 27168 h 350024"/>
              <a:gd name="connsiteX12" fmla="*/ 804337 w 2748610"/>
              <a:gd name="connsiteY12" fmla="*/ 31479 h 350024"/>
              <a:gd name="connsiteX13" fmla="*/ 786284 w 2748610"/>
              <a:gd name="connsiteY13" fmla="*/ 30936 h 350024"/>
              <a:gd name="connsiteX14" fmla="*/ 763311 w 2748610"/>
              <a:gd name="connsiteY14" fmla="*/ 36011 h 350024"/>
              <a:gd name="connsiteX15" fmla="*/ 734281 w 2748610"/>
              <a:gd name="connsiteY15" fmla="*/ 40098 h 350024"/>
              <a:gd name="connsiteX16" fmla="*/ 575123 w 2748610"/>
              <a:gd name="connsiteY16" fmla="*/ 64360 h 350024"/>
              <a:gd name="connsiteX17" fmla="*/ 346157 w 2748610"/>
              <a:gd name="connsiteY17" fmla="*/ 115816 h 350024"/>
              <a:gd name="connsiteX18" fmla="*/ 190838 w 2748610"/>
              <a:gd name="connsiteY18" fmla="*/ 166564 h 350024"/>
              <a:gd name="connsiteX19" fmla="*/ 2729 w 2748610"/>
              <a:gd name="connsiteY19" fmla="*/ 248920 h 350024"/>
              <a:gd name="connsiteX20" fmla="*/ 10004 w 2748610"/>
              <a:gd name="connsiteY20" fmla="*/ 265895 h 350024"/>
              <a:gd name="connsiteX21" fmla="*/ 247388 w 2748610"/>
              <a:gd name="connsiteY21" fmla="*/ 347539 h 350024"/>
              <a:gd name="connsiteX22" fmla="*/ 309105 w 2748610"/>
              <a:gd name="connsiteY22" fmla="*/ 336303 h 350024"/>
              <a:gd name="connsiteX23" fmla="*/ 505599 w 2748610"/>
              <a:gd name="connsiteY23" fmla="*/ 271694 h 350024"/>
              <a:gd name="connsiteX24" fmla="*/ 666919 w 2748610"/>
              <a:gd name="connsiteY24" fmla="*/ 224670 h 350024"/>
              <a:gd name="connsiteX25" fmla="*/ 801374 w 2748610"/>
              <a:gd name="connsiteY25" fmla="*/ 195570 h 350024"/>
              <a:gd name="connsiteX26" fmla="*/ 831609 w 2748610"/>
              <a:gd name="connsiteY26" fmla="*/ 180991 h 350024"/>
              <a:gd name="connsiteX27" fmla="*/ 904478 w 2748610"/>
              <a:gd name="connsiteY27" fmla="*/ 163446 h 350024"/>
              <a:gd name="connsiteX28" fmla="*/ 1022949 w 2748610"/>
              <a:gd name="connsiteY28" fmla="*/ 140331 h 350024"/>
              <a:gd name="connsiteX29" fmla="*/ 1138992 w 2748610"/>
              <a:gd name="connsiteY29" fmla="*/ 124974 h 350024"/>
              <a:gd name="connsiteX30" fmla="*/ 1167633 w 2748610"/>
              <a:gd name="connsiteY30" fmla="*/ 116421 h 350024"/>
              <a:gd name="connsiteX31" fmla="*/ 1196115 w 2748610"/>
              <a:gd name="connsiteY31" fmla="*/ 116085 h 350024"/>
              <a:gd name="connsiteX32" fmla="*/ 1216594 w 2748610"/>
              <a:gd name="connsiteY32" fmla="*/ 114199 h 350024"/>
              <a:gd name="connsiteX33" fmla="*/ 1242461 w 2748610"/>
              <a:gd name="connsiteY33" fmla="*/ 103960 h 350024"/>
              <a:gd name="connsiteX34" fmla="*/ 1295146 w 2748610"/>
              <a:gd name="connsiteY34" fmla="*/ 101143 h 350024"/>
              <a:gd name="connsiteX35" fmla="*/ 1419383 w 2748610"/>
              <a:gd name="connsiteY35" fmla="*/ 90497 h 350024"/>
              <a:gd name="connsiteX36" fmla="*/ 1474988 w 2748610"/>
              <a:gd name="connsiteY36" fmla="*/ 87436 h 350024"/>
              <a:gd name="connsiteX37" fmla="*/ 1538032 w 2748610"/>
              <a:gd name="connsiteY37" fmla="*/ 84543 h 350024"/>
              <a:gd name="connsiteX38" fmla="*/ 1623262 w 2748610"/>
              <a:gd name="connsiteY38" fmla="*/ 84293 h 350024"/>
              <a:gd name="connsiteX39" fmla="*/ 1884886 w 2748610"/>
              <a:gd name="connsiteY39" fmla="*/ 90216 h 350024"/>
              <a:gd name="connsiteX40" fmla="*/ 2198625 w 2748610"/>
              <a:gd name="connsiteY40" fmla="*/ 113951 h 350024"/>
              <a:gd name="connsiteX41" fmla="*/ 2426101 w 2748610"/>
              <a:gd name="connsiteY41" fmla="*/ 139200 h 350024"/>
              <a:gd name="connsiteX42" fmla="*/ 2748677 w 2748610"/>
              <a:gd name="connsiteY42" fmla="*/ 184528 h 350024"/>
              <a:gd name="connsiteX43" fmla="*/ 2333082 w 2748610"/>
              <a:gd name="connsiteY43" fmla="*/ 85164 h 350024"/>
              <a:gd name="connsiteX44" fmla="*/ 2020705 w 2748610"/>
              <a:gd name="connsiteY44" fmla="*/ 44721 h 350024"/>
              <a:gd name="connsiteX45" fmla="*/ 1728205 w 2748610"/>
              <a:gd name="connsiteY45" fmla="*/ 20617 h 350024"/>
              <a:gd name="connsiteX46" fmla="*/ 1577385 w 2748610"/>
              <a:gd name="connsiteY46" fmla="*/ 11541 h 350024"/>
              <a:gd name="connsiteX47" fmla="*/ 1538315 w 2748610"/>
              <a:gd name="connsiteY47" fmla="*/ 12352 h 350024"/>
              <a:gd name="connsiteX48" fmla="*/ 1518390 w 2748610"/>
              <a:gd name="connsiteY48" fmla="*/ 6969 h 350024"/>
              <a:gd name="connsiteX49" fmla="*/ 1494583 w 2748610"/>
              <a:gd name="connsiteY49" fmla="*/ 9252 h 350024"/>
              <a:gd name="connsiteX50" fmla="*/ 1471492 w 2748610"/>
              <a:gd name="connsiteY50" fmla="*/ 9925 h 350024"/>
              <a:gd name="connsiteX51" fmla="*/ 1447996 w 2748610"/>
              <a:gd name="connsiteY51" fmla="*/ 7002 h 350024"/>
              <a:gd name="connsiteX52" fmla="*/ 1430448 w 2748610"/>
              <a:gd name="connsiteY52" fmla="*/ 1302 h 350024"/>
              <a:gd name="connsiteX53" fmla="*/ 1407618 w 2748610"/>
              <a:gd name="connsiteY53" fmla="*/ 4719 h 350024"/>
              <a:gd name="connsiteX54" fmla="*/ 1387154 w 2748610"/>
              <a:gd name="connsiteY54" fmla="*/ 3458 h 350024"/>
              <a:gd name="connsiteX55" fmla="*/ 1367061 w 2748610"/>
              <a:gd name="connsiteY55" fmla="*/ 6065 h 350024"/>
              <a:gd name="connsiteX56" fmla="*/ 1343504 w 2748610"/>
              <a:gd name="connsiteY56" fmla="*/ 224 h 350024"/>
              <a:gd name="connsiteX57" fmla="*/ 1325784 w 2748610"/>
              <a:gd name="connsiteY57" fmla="*/ 7126 h 350024"/>
              <a:gd name="connsiteX58" fmla="*/ 1306589 w 2748610"/>
              <a:gd name="connsiteY58" fmla="*/ 8307 h 350024"/>
              <a:gd name="connsiteX59" fmla="*/ 1284225 w 2748610"/>
              <a:gd name="connsiteY59" fmla="*/ 2918 h 350024"/>
              <a:gd name="connsiteX60" fmla="*/ 1262400 w 2748610"/>
              <a:gd name="connsiteY60" fmla="*/ 6691 h 350024"/>
              <a:gd name="connsiteX61" fmla="*/ 1244886 w 2748610"/>
              <a:gd name="connsiteY61" fmla="*/ 5073 h 350024"/>
              <a:gd name="connsiteX62" fmla="*/ 1228612 w 2748610"/>
              <a:gd name="connsiteY62" fmla="*/ 3459 h 350024"/>
              <a:gd name="connsiteX63" fmla="*/ 1206893 w 2748610"/>
              <a:gd name="connsiteY63" fmla="*/ 8038 h 350024"/>
              <a:gd name="connsiteX64" fmla="*/ 1177524 w 2748610"/>
              <a:gd name="connsiteY64" fmla="*/ -46 h 350024"/>
              <a:gd name="connsiteX65" fmla="*/ 1174021 w 2748610"/>
              <a:gd name="connsiteY65" fmla="*/ -313 h 350024"/>
              <a:gd name="connsiteX66" fmla="*/ 1549093 w 2748610"/>
              <a:gd name="connsiteY66" fmla="*/ 81058 h 350024"/>
              <a:gd name="connsiteX67" fmla="*/ 1549093 w 2748610"/>
              <a:gd name="connsiteY67" fmla="*/ 81058 h 350024"/>
              <a:gd name="connsiteX68" fmla="*/ 1486581 w 2748610"/>
              <a:gd name="connsiteY68" fmla="*/ 84829 h 350024"/>
              <a:gd name="connsiteX69" fmla="*/ 1486581 w 2748610"/>
              <a:gd name="connsiteY69" fmla="*/ 84829 h 350024"/>
              <a:gd name="connsiteX70" fmla="*/ 1571996 w 2748610"/>
              <a:gd name="connsiteY70" fmla="*/ 89140 h 350024"/>
              <a:gd name="connsiteX71" fmla="*/ 1571996 w 2748610"/>
              <a:gd name="connsiteY71" fmla="*/ 89140 h 350024"/>
              <a:gd name="connsiteX72" fmla="*/ 1530231 w 2748610"/>
              <a:gd name="connsiteY72" fmla="*/ 89408 h 350024"/>
              <a:gd name="connsiteX73" fmla="*/ 1530231 w 2748610"/>
              <a:gd name="connsiteY73" fmla="*/ 89408 h 350024"/>
              <a:gd name="connsiteX74" fmla="*/ 1532118 w 2748610"/>
              <a:gd name="connsiteY74" fmla="*/ 90755 h 350024"/>
              <a:gd name="connsiteX75" fmla="*/ 1532118 w 2748610"/>
              <a:gd name="connsiteY75" fmla="*/ 90755 h 350024"/>
              <a:gd name="connsiteX76" fmla="*/ 1353204 w 2748610"/>
              <a:gd name="connsiteY76" fmla="*/ 96413 h 350024"/>
              <a:gd name="connsiteX77" fmla="*/ 1354282 w 2748610"/>
              <a:gd name="connsiteY77" fmla="*/ 95603 h 350024"/>
              <a:gd name="connsiteX78" fmla="*/ 1353204 w 2748610"/>
              <a:gd name="connsiteY78" fmla="*/ 96413 h 350024"/>
              <a:gd name="connsiteX79" fmla="*/ 1283417 w 2748610"/>
              <a:gd name="connsiteY79" fmla="*/ 101533 h 350024"/>
              <a:gd name="connsiteX80" fmla="*/ 1283417 w 2748610"/>
              <a:gd name="connsiteY80" fmla="*/ 101533 h 350024"/>
              <a:gd name="connsiteX81" fmla="*/ 1276681 w 2748610"/>
              <a:gd name="connsiteY81" fmla="*/ 101266 h 350024"/>
              <a:gd name="connsiteX82" fmla="*/ 1276681 w 2748610"/>
              <a:gd name="connsiteY82" fmla="*/ 101266 h 350024"/>
              <a:gd name="connsiteX83" fmla="*/ 1246772 w 2748610"/>
              <a:gd name="connsiteY83" fmla="*/ 105847 h 350024"/>
              <a:gd name="connsiteX84" fmla="*/ 1246772 w 2748610"/>
              <a:gd name="connsiteY84" fmla="*/ 105847 h 350024"/>
              <a:gd name="connsiteX85" fmla="*/ 1219827 w 2748610"/>
              <a:gd name="connsiteY85" fmla="*/ 108272 h 350024"/>
              <a:gd name="connsiteX86" fmla="*/ 1219827 w 2748610"/>
              <a:gd name="connsiteY86" fmla="*/ 108272 h 350024"/>
              <a:gd name="connsiteX87" fmla="*/ 1268328 w 2748610"/>
              <a:gd name="connsiteY87" fmla="*/ 109082 h 350024"/>
              <a:gd name="connsiteX88" fmla="*/ 1268328 w 2748610"/>
              <a:gd name="connsiteY88" fmla="*/ 109082 h 350024"/>
              <a:gd name="connsiteX89" fmla="*/ 1224946 w 2748610"/>
              <a:gd name="connsiteY89" fmla="*/ 119860 h 350024"/>
              <a:gd name="connsiteX90" fmla="*/ 1224946 w 2748610"/>
              <a:gd name="connsiteY90" fmla="*/ 119860 h 350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2748610" h="350024">
                <a:moveTo>
                  <a:pt x="1174021" y="-317"/>
                </a:moveTo>
                <a:cubicBezTo>
                  <a:pt x="1171704" y="8499"/>
                  <a:pt x="1161198" y="7755"/>
                  <a:pt x="1154109" y="6801"/>
                </a:cubicBezTo>
                <a:cubicBezTo>
                  <a:pt x="1142870" y="9371"/>
                  <a:pt x="1131143" y="7145"/>
                  <a:pt x="1119719" y="8930"/>
                </a:cubicBezTo>
                <a:cubicBezTo>
                  <a:pt x="1081312" y="12215"/>
                  <a:pt x="1042659" y="15731"/>
                  <a:pt x="1004118" y="13046"/>
                </a:cubicBezTo>
                <a:cubicBezTo>
                  <a:pt x="996278" y="11725"/>
                  <a:pt x="986767" y="11139"/>
                  <a:pt x="980414" y="14917"/>
                </a:cubicBezTo>
                <a:cubicBezTo>
                  <a:pt x="977162" y="18207"/>
                  <a:pt x="969988" y="14262"/>
                  <a:pt x="968432" y="21239"/>
                </a:cubicBezTo>
                <a:cubicBezTo>
                  <a:pt x="960643" y="19877"/>
                  <a:pt x="954980" y="18664"/>
                  <a:pt x="947151" y="17817"/>
                </a:cubicBezTo>
                <a:cubicBezTo>
                  <a:pt x="939470" y="16141"/>
                  <a:pt x="933973" y="23399"/>
                  <a:pt x="927206" y="20431"/>
                </a:cubicBezTo>
                <a:cubicBezTo>
                  <a:pt x="920401" y="18199"/>
                  <a:pt x="920777" y="23374"/>
                  <a:pt x="912752" y="22152"/>
                </a:cubicBezTo>
                <a:lnTo>
                  <a:pt x="870891" y="23665"/>
                </a:lnTo>
                <a:cubicBezTo>
                  <a:pt x="864271" y="25113"/>
                  <a:pt x="855606" y="31813"/>
                  <a:pt x="849102" y="28202"/>
                </a:cubicBezTo>
                <a:cubicBezTo>
                  <a:pt x="841085" y="27512"/>
                  <a:pt x="833976" y="23764"/>
                  <a:pt x="826702" y="27168"/>
                </a:cubicBezTo>
                <a:cubicBezTo>
                  <a:pt x="818699" y="25611"/>
                  <a:pt x="811562" y="28642"/>
                  <a:pt x="804337" y="31479"/>
                </a:cubicBezTo>
                <a:cubicBezTo>
                  <a:pt x="798510" y="33324"/>
                  <a:pt x="791894" y="33677"/>
                  <a:pt x="786284" y="30936"/>
                </a:cubicBezTo>
                <a:cubicBezTo>
                  <a:pt x="778531" y="31298"/>
                  <a:pt x="771090" y="34898"/>
                  <a:pt x="763311" y="36011"/>
                </a:cubicBezTo>
                <a:cubicBezTo>
                  <a:pt x="753568" y="36913"/>
                  <a:pt x="743844" y="37797"/>
                  <a:pt x="734281" y="40098"/>
                </a:cubicBezTo>
                <a:cubicBezTo>
                  <a:pt x="681159" y="47710"/>
                  <a:pt x="628109" y="55834"/>
                  <a:pt x="575123" y="64360"/>
                </a:cubicBezTo>
                <a:cubicBezTo>
                  <a:pt x="497961" y="77420"/>
                  <a:pt x="421373" y="94140"/>
                  <a:pt x="346157" y="115816"/>
                </a:cubicBezTo>
                <a:cubicBezTo>
                  <a:pt x="293720" y="130616"/>
                  <a:pt x="241692" y="146950"/>
                  <a:pt x="190838" y="166564"/>
                </a:cubicBezTo>
                <a:cubicBezTo>
                  <a:pt x="126672" y="190540"/>
                  <a:pt x="64877" y="220250"/>
                  <a:pt x="2729" y="248920"/>
                </a:cubicBezTo>
                <a:cubicBezTo>
                  <a:pt x="-3547" y="254388"/>
                  <a:pt x="2250" y="265772"/>
                  <a:pt x="10004" y="265895"/>
                </a:cubicBezTo>
                <a:cubicBezTo>
                  <a:pt x="90433" y="289142"/>
                  <a:pt x="169437" y="317050"/>
                  <a:pt x="247388" y="347539"/>
                </a:cubicBezTo>
                <a:cubicBezTo>
                  <a:pt x="268675" y="354052"/>
                  <a:pt x="289255" y="342484"/>
                  <a:pt x="309105" y="336303"/>
                </a:cubicBezTo>
                <a:cubicBezTo>
                  <a:pt x="374439" y="314269"/>
                  <a:pt x="439785" y="292262"/>
                  <a:pt x="505599" y="271694"/>
                </a:cubicBezTo>
                <a:cubicBezTo>
                  <a:pt x="558941" y="254599"/>
                  <a:pt x="612824" y="239190"/>
                  <a:pt x="666919" y="224670"/>
                </a:cubicBezTo>
                <a:cubicBezTo>
                  <a:pt x="711278" y="212981"/>
                  <a:pt x="756128" y="203147"/>
                  <a:pt x="801374" y="195570"/>
                </a:cubicBezTo>
                <a:cubicBezTo>
                  <a:pt x="811320" y="190520"/>
                  <a:pt x="819655" y="180692"/>
                  <a:pt x="831609" y="180991"/>
                </a:cubicBezTo>
                <a:cubicBezTo>
                  <a:pt x="856078" y="175872"/>
                  <a:pt x="879686" y="167149"/>
                  <a:pt x="904478" y="163446"/>
                </a:cubicBezTo>
                <a:cubicBezTo>
                  <a:pt x="943911" y="155468"/>
                  <a:pt x="983347" y="147400"/>
                  <a:pt x="1022949" y="140331"/>
                </a:cubicBezTo>
                <a:cubicBezTo>
                  <a:pt x="1061568" y="134765"/>
                  <a:pt x="1100021" y="127595"/>
                  <a:pt x="1138992" y="124974"/>
                </a:cubicBezTo>
                <a:cubicBezTo>
                  <a:pt x="1149160" y="124371"/>
                  <a:pt x="1158239" y="119703"/>
                  <a:pt x="1167633" y="116421"/>
                </a:cubicBezTo>
                <a:cubicBezTo>
                  <a:pt x="1176936" y="113411"/>
                  <a:pt x="1186739" y="115998"/>
                  <a:pt x="1196115" y="116085"/>
                </a:cubicBezTo>
                <a:cubicBezTo>
                  <a:pt x="1202893" y="115265"/>
                  <a:pt x="1209800" y="111519"/>
                  <a:pt x="1216594" y="114199"/>
                </a:cubicBezTo>
                <a:cubicBezTo>
                  <a:pt x="1226570" y="114518"/>
                  <a:pt x="1232036" y="102100"/>
                  <a:pt x="1242461" y="103960"/>
                </a:cubicBezTo>
                <a:cubicBezTo>
                  <a:pt x="1260003" y="107146"/>
                  <a:pt x="1277909" y="105176"/>
                  <a:pt x="1295146" y="101143"/>
                </a:cubicBezTo>
                <a:cubicBezTo>
                  <a:pt x="1335871" y="91847"/>
                  <a:pt x="1377954" y="93380"/>
                  <a:pt x="1419383" y="90497"/>
                </a:cubicBezTo>
                <a:cubicBezTo>
                  <a:pt x="1437851" y="88392"/>
                  <a:pt x="1456388" y="87087"/>
                  <a:pt x="1474988" y="87436"/>
                </a:cubicBezTo>
                <a:cubicBezTo>
                  <a:pt x="1496039" y="87264"/>
                  <a:pt x="1516933" y="81646"/>
                  <a:pt x="1538032" y="84543"/>
                </a:cubicBezTo>
                <a:cubicBezTo>
                  <a:pt x="1566413" y="86686"/>
                  <a:pt x="1594843" y="83452"/>
                  <a:pt x="1623262" y="84293"/>
                </a:cubicBezTo>
                <a:cubicBezTo>
                  <a:pt x="1710507" y="84043"/>
                  <a:pt x="1797720" y="86742"/>
                  <a:pt x="1884886" y="90216"/>
                </a:cubicBezTo>
                <a:cubicBezTo>
                  <a:pt x="1989756" y="93749"/>
                  <a:pt x="2094144" y="104864"/>
                  <a:pt x="2198625" y="113951"/>
                </a:cubicBezTo>
                <a:cubicBezTo>
                  <a:pt x="2274533" y="121604"/>
                  <a:pt x="2350495" y="128890"/>
                  <a:pt x="2426101" y="139200"/>
                </a:cubicBezTo>
                <a:cubicBezTo>
                  <a:pt x="2533838" y="152761"/>
                  <a:pt x="2641194" y="169123"/>
                  <a:pt x="2748677" y="184528"/>
                </a:cubicBezTo>
                <a:cubicBezTo>
                  <a:pt x="2610963" y="148204"/>
                  <a:pt x="2473662" y="109074"/>
                  <a:pt x="2333082" y="85164"/>
                </a:cubicBezTo>
                <a:cubicBezTo>
                  <a:pt x="2229640" y="66913"/>
                  <a:pt x="2125172" y="55258"/>
                  <a:pt x="2020705" y="44721"/>
                </a:cubicBezTo>
                <a:cubicBezTo>
                  <a:pt x="1923338" y="35183"/>
                  <a:pt x="1825795" y="27481"/>
                  <a:pt x="1728205" y="20617"/>
                </a:cubicBezTo>
                <a:cubicBezTo>
                  <a:pt x="1677941" y="17444"/>
                  <a:pt x="1627665" y="14456"/>
                  <a:pt x="1577385" y="11541"/>
                </a:cubicBezTo>
                <a:cubicBezTo>
                  <a:pt x="1564384" y="8222"/>
                  <a:pt x="1551278" y="16489"/>
                  <a:pt x="1538315" y="12352"/>
                </a:cubicBezTo>
                <a:cubicBezTo>
                  <a:pt x="1530971" y="13495"/>
                  <a:pt x="1523610" y="12438"/>
                  <a:pt x="1518390" y="6969"/>
                </a:cubicBezTo>
                <a:cubicBezTo>
                  <a:pt x="1510423" y="3813"/>
                  <a:pt x="1502782" y="11520"/>
                  <a:pt x="1494583" y="9252"/>
                </a:cubicBezTo>
                <a:cubicBezTo>
                  <a:pt x="1486648" y="6388"/>
                  <a:pt x="1479146" y="10561"/>
                  <a:pt x="1471492" y="9925"/>
                </a:cubicBezTo>
                <a:cubicBezTo>
                  <a:pt x="1463913" y="6975"/>
                  <a:pt x="1456178" y="3265"/>
                  <a:pt x="1447996" y="7002"/>
                </a:cubicBezTo>
                <a:cubicBezTo>
                  <a:pt x="1439187" y="12159"/>
                  <a:pt x="1438810" y="-159"/>
                  <a:pt x="1430448" y="1302"/>
                </a:cubicBezTo>
                <a:cubicBezTo>
                  <a:pt x="1422952" y="3658"/>
                  <a:pt x="1415192" y="2456"/>
                  <a:pt x="1407618" y="4719"/>
                </a:cubicBezTo>
                <a:cubicBezTo>
                  <a:pt x="1401154" y="9692"/>
                  <a:pt x="1393927" y="5047"/>
                  <a:pt x="1387154" y="3458"/>
                </a:cubicBezTo>
                <a:cubicBezTo>
                  <a:pt x="1380259" y="2433"/>
                  <a:pt x="1374169" y="8289"/>
                  <a:pt x="1367061" y="6065"/>
                </a:cubicBezTo>
                <a:cubicBezTo>
                  <a:pt x="1358855" y="5729"/>
                  <a:pt x="1351378" y="1717"/>
                  <a:pt x="1343504" y="224"/>
                </a:cubicBezTo>
                <a:cubicBezTo>
                  <a:pt x="1337167" y="1736"/>
                  <a:pt x="1333064" y="12071"/>
                  <a:pt x="1325784" y="7126"/>
                </a:cubicBezTo>
                <a:cubicBezTo>
                  <a:pt x="1319724" y="867"/>
                  <a:pt x="1313164" y="12037"/>
                  <a:pt x="1306589" y="8307"/>
                </a:cubicBezTo>
                <a:cubicBezTo>
                  <a:pt x="1299726" y="5322"/>
                  <a:pt x="1291932" y="-1890"/>
                  <a:pt x="1284225" y="2918"/>
                </a:cubicBezTo>
                <a:cubicBezTo>
                  <a:pt x="1278846" y="10133"/>
                  <a:pt x="1269270" y="3228"/>
                  <a:pt x="1262400" y="6691"/>
                </a:cubicBezTo>
                <a:cubicBezTo>
                  <a:pt x="1256687" y="6070"/>
                  <a:pt x="1249054" y="-2832"/>
                  <a:pt x="1244886" y="5073"/>
                </a:cubicBezTo>
                <a:cubicBezTo>
                  <a:pt x="1239053" y="11048"/>
                  <a:pt x="1234229" y="-6500"/>
                  <a:pt x="1228612" y="3459"/>
                </a:cubicBezTo>
                <a:cubicBezTo>
                  <a:pt x="1222559" y="7665"/>
                  <a:pt x="1214050" y="12590"/>
                  <a:pt x="1206893" y="8038"/>
                </a:cubicBezTo>
                <a:cubicBezTo>
                  <a:pt x="1197077" y="5278"/>
                  <a:pt x="1186248" y="5915"/>
                  <a:pt x="1177524" y="-46"/>
                </a:cubicBezTo>
                <a:cubicBezTo>
                  <a:pt x="1176326" y="325"/>
                  <a:pt x="1175129" y="-1110"/>
                  <a:pt x="1174021" y="-313"/>
                </a:cubicBezTo>
                <a:close/>
                <a:moveTo>
                  <a:pt x="1549093" y="81058"/>
                </a:moveTo>
                <a:cubicBezTo>
                  <a:pt x="1549779" y="82538"/>
                  <a:pt x="1547612" y="80368"/>
                  <a:pt x="1549093" y="81058"/>
                </a:cubicBezTo>
                <a:close/>
                <a:moveTo>
                  <a:pt x="1486581" y="84829"/>
                </a:moveTo>
                <a:cubicBezTo>
                  <a:pt x="1489871" y="87081"/>
                  <a:pt x="1481721" y="84433"/>
                  <a:pt x="1486581" y="84829"/>
                </a:cubicBezTo>
                <a:close/>
                <a:moveTo>
                  <a:pt x="1571996" y="89140"/>
                </a:moveTo>
                <a:cubicBezTo>
                  <a:pt x="1572000" y="91899"/>
                  <a:pt x="1573153" y="87009"/>
                  <a:pt x="1571996" y="89140"/>
                </a:cubicBezTo>
                <a:close/>
                <a:moveTo>
                  <a:pt x="1530231" y="89408"/>
                </a:moveTo>
                <a:cubicBezTo>
                  <a:pt x="1530951" y="91394"/>
                  <a:pt x="1531496" y="88084"/>
                  <a:pt x="1530231" y="89408"/>
                </a:cubicBezTo>
                <a:close/>
                <a:moveTo>
                  <a:pt x="1532118" y="90755"/>
                </a:moveTo>
                <a:cubicBezTo>
                  <a:pt x="1530400" y="94682"/>
                  <a:pt x="1535196" y="89237"/>
                  <a:pt x="1532118" y="90755"/>
                </a:cubicBezTo>
                <a:close/>
                <a:moveTo>
                  <a:pt x="1353204" y="96413"/>
                </a:moveTo>
                <a:lnTo>
                  <a:pt x="1354282" y="95603"/>
                </a:lnTo>
                <a:lnTo>
                  <a:pt x="1353204" y="96413"/>
                </a:lnTo>
                <a:close/>
                <a:moveTo>
                  <a:pt x="1283417" y="101533"/>
                </a:moveTo>
                <a:cubicBezTo>
                  <a:pt x="1284062" y="103496"/>
                  <a:pt x="1280888" y="99797"/>
                  <a:pt x="1283417" y="101533"/>
                </a:cubicBezTo>
                <a:close/>
                <a:moveTo>
                  <a:pt x="1276681" y="101266"/>
                </a:moveTo>
                <a:cubicBezTo>
                  <a:pt x="1278626" y="102646"/>
                  <a:pt x="1274676" y="101154"/>
                  <a:pt x="1276681" y="101266"/>
                </a:cubicBezTo>
                <a:close/>
                <a:moveTo>
                  <a:pt x="1246772" y="105847"/>
                </a:moveTo>
                <a:cubicBezTo>
                  <a:pt x="1245813" y="108473"/>
                  <a:pt x="1248829" y="104472"/>
                  <a:pt x="1246772" y="105847"/>
                </a:cubicBezTo>
                <a:close/>
                <a:moveTo>
                  <a:pt x="1219827" y="108272"/>
                </a:moveTo>
                <a:cubicBezTo>
                  <a:pt x="1222155" y="110889"/>
                  <a:pt x="1217824" y="107970"/>
                  <a:pt x="1219827" y="108272"/>
                </a:cubicBezTo>
                <a:close/>
                <a:moveTo>
                  <a:pt x="1268328" y="109082"/>
                </a:moveTo>
                <a:cubicBezTo>
                  <a:pt x="1269744" y="109168"/>
                  <a:pt x="1268224" y="106439"/>
                  <a:pt x="1268328" y="109082"/>
                </a:cubicBezTo>
                <a:close/>
                <a:moveTo>
                  <a:pt x="1224946" y="119860"/>
                </a:moveTo>
                <a:cubicBezTo>
                  <a:pt x="1225888" y="120953"/>
                  <a:pt x="1225860" y="117433"/>
                  <a:pt x="1224946" y="119860"/>
                </a:cubicBezTo>
                <a:close/>
              </a:path>
            </a:pathLst>
          </a:custGeom>
          <a:solidFill>
            <a:srgbClr val="EBE7AC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91" name="任意多边形: 形状 290">
            <a:extLst>
              <a:ext uri="{FF2B5EF4-FFF2-40B4-BE49-F238E27FC236}">
                <a16:creationId xmlns:a16="http://schemas.microsoft.com/office/drawing/2014/main" id="{398E48ED-77E8-44E8-C7E4-102920194FE8}"/>
              </a:ext>
            </a:extLst>
          </p:cNvPr>
          <p:cNvSpPr/>
          <p:nvPr/>
        </p:nvSpPr>
        <p:spPr>
          <a:xfrm>
            <a:off x="3832951" y="4691621"/>
            <a:ext cx="2936051" cy="619106"/>
          </a:xfrm>
          <a:custGeom>
            <a:avLst/>
            <a:gdLst>
              <a:gd name="connsiteX0" fmla="*/ 69 w 2936051"/>
              <a:gd name="connsiteY0" fmla="*/ 279585 h 619106"/>
              <a:gd name="connsiteX1" fmla="*/ 704239 w 2936051"/>
              <a:gd name="connsiteY1" fmla="*/ 59594 h 619106"/>
              <a:gd name="connsiteX2" fmla="*/ 868080 w 2936051"/>
              <a:gd name="connsiteY2" fmla="*/ 18484 h 619106"/>
              <a:gd name="connsiteX3" fmla="*/ 1045019 w 2936051"/>
              <a:gd name="connsiteY3" fmla="*/ 21389 h 619106"/>
              <a:gd name="connsiteX4" fmla="*/ 1661405 w 2936051"/>
              <a:gd name="connsiteY4" fmla="*/ 8360 h 619106"/>
              <a:gd name="connsiteX5" fmla="*/ 1976621 w 2936051"/>
              <a:gd name="connsiteY5" fmla="*/ 28080 h 619106"/>
              <a:gd name="connsiteX6" fmla="*/ 2453670 w 2936051"/>
              <a:gd name="connsiteY6" fmla="*/ 112588 h 619106"/>
              <a:gd name="connsiteX7" fmla="*/ 2517368 w 2936051"/>
              <a:gd name="connsiteY7" fmla="*/ 129489 h 619106"/>
              <a:gd name="connsiteX8" fmla="*/ 2467825 w 2936051"/>
              <a:gd name="connsiteY8" fmla="*/ 125088 h 619106"/>
              <a:gd name="connsiteX9" fmla="*/ 2389020 w 2936051"/>
              <a:gd name="connsiteY9" fmla="*/ 111795 h 619106"/>
              <a:gd name="connsiteX10" fmla="*/ 2579376 w 2936051"/>
              <a:gd name="connsiteY10" fmla="*/ 159860 h 619106"/>
              <a:gd name="connsiteX11" fmla="*/ 2749978 w 2936051"/>
              <a:gd name="connsiteY11" fmla="*/ 228435 h 619106"/>
              <a:gd name="connsiteX12" fmla="*/ 2865646 w 2936051"/>
              <a:gd name="connsiteY12" fmla="*/ 277556 h 619106"/>
              <a:gd name="connsiteX13" fmla="*/ 2936106 w 2936051"/>
              <a:gd name="connsiteY13" fmla="*/ 296394 h 619106"/>
              <a:gd name="connsiteX14" fmla="*/ 2690188 w 2936051"/>
              <a:gd name="connsiteY14" fmla="*/ 363913 h 619106"/>
              <a:gd name="connsiteX15" fmla="*/ 2401270 w 2936051"/>
              <a:gd name="connsiteY15" fmla="*/ 501594 h 619106"/>
              <a:gd name="connsiteX16" fmla="*/ 2176054 w 2936051"/>
              <a:gd name="connsiteY16" fmla="*/ 615591 h 619106"/>
              <a:gd name="connsiteX17" fmla="*/ 1861683 w 2936051"/>
              <a:gd name="connsiteY17" fmla="*/ 541293 h 619106"/>
              <a:gd name="connsiteX18" fmla="*/ 1112514 w 2936051"/>
              <a:gd name="connsiteY18" fmla="*/ 424038 h 619106"/>
              <a:gd name="connsiteX19" fmla="*/ 467398 w 2936051"/>
              <a:gd name="connsiteY19" fmla="*/ 334245 h 619106"/>
              <a:gd name="connsiteX20" fmla="*/ 67 w 2936051"/>
              <a:gd name="connsiteY20" fmla="*/ 279579 h 619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36051" h="619106">
                <a:moveTo>
                  <a:pt x="69" y="279585"/>
                </a:moveTo>
                <a:cubicBezTo>
                  <a:pt x="210540" y="166718"/>
                  <a:pt x="486878" y="110966"/>
                  <a:pt x="704239" y="59594"/>
                </a:cubicBezTo>
                <a:cubicBezTo>
                  <a:pt x="761154" y="46144"/>
                  <a:pt x="807267" y="24446"/>
                  <a:pt x="868080" y="18484"/>
                </a:cubicBezTo>
                <a:cubicBezTo>
                  <a:pt x="925853" y="12819"/>
                  <a:pt x="987215" y="25849"/>
                  <a:pt x="1045019" y="21389"/>
                </a:cubicBezTo>
                <a:cubicBezTo>
                  <a:pt x="1253905" y="5271"/>
                  <a:pt x="1452132" y="-11234"/>
                  <a:pt x="1661405" y="8360"/>
                </a:cubicBezTo>
                <a:cubicBezTo>
                  <a:pt x="1765485" y="18106"/>
                  <a:pt x="1873627" y="6429"/>
                  <a:pt x="1976621" y="28080"/>
                </a:cubicBezTo>
                <a:cubicBezTo>
                  <a:pt x="2135324" y="61440"/>
                  <a:pt x="2297812" y="80116"/>
                  <a:pt x="2453670" y="112588"/>
                </a:cubicBezTo>
                <a:cubicBezTo>
                  <a:pt x="2475176" y="117068"/>
                  <a:pt x="2500493" y="143552"/>
                  <a:pt x="2517368" y="129489"/>
                </a:cubicBezTo>
                <a:cubicBezTo>
                  <a:pt x="2530105" y="118875"/>
                  <a:pt x="2484128" y="128108"/>
                  <a:pt x="2467825" y="125088"/>
                </a:cubicBezTo>
                <a:cubicBezTo>
                  <a:pt x="2452171" y="122189"/>
                  <a:pt x="2384061" y="106535"/>
                  <a:pt x="2389020" y="111795"/>
                </a:cubicBezTo>
                <a:cubicBezTo>
                  <a:pt x="2416912" y="141377"/>
                  <a:pt x="2540360" y="149341"/>
                  <a:pt x="2579376" y="159860"/>
                </a:cubicBezTo>
                <a:cubicBezTo>
                  <a:pt x="2638554" y="175815"/>
                  <a:pt x="2693406" y="204863"/>
                  <a:pt x="2749978" y="228435"/>
                </a:cubicBezTo>
                <a:cubicBezTo>
                  <a:pt x="2788495" y="244484"/>
                  <a:pt x="2828899" y="257371"/>
                  <a:pt x="2865646" y="277556"/>
                </a:cubicBezTo>
                <a:cubicBezTo>
                  <a:pt x="2873477" y="281857"/>
                  <a:pt x="2937165" y="295216"/>
                  <a:pt x="2936106" y="296394"/>
                </a:cubicBezTo>
                <a:cubicBezTo>
                  <a:pt x="2908971" y="326544"/>
                  <a:pt x="2743457" y="334543"/>
                  <a:pt x="2690188" y="363913"/>
                </a:cubicBezTo>
                <a:cubicBezTo>
                  <a:pt x="2596834" y="415376"/>
                  <a:pt x="2497772" y="454362"/>
                  <a:pt x="2401270" y="501594"/>
                </a:cubicBezTo>
                <a:cubicBezTo>
                  <a:pt x="2329441" y="536750"/>
                  <a:pt x="2255311" y="598466"/>
                  <a:pt x="2176054" y="615591"/>
                </a:cubicBezTo>
                <a:cubicBezTo>
                  <a:pt x="2087710" y="634677"/>
                  <a:pt x="1951114" y="555691"/>
                  <a:pt x="1861683" y="541293"/>
                </a:cubicBezTo>
                <a:cubicBezTo>
                  <a:pt x="1607135" y="500316"/>
                  <a:pt x="1369158" y="452363"/>
                  <a:pt x="1112514" y="424038"/>
                </a:cubicBezTo>
                <a:cubicBezTo>
                  <a:pt x="887729" y="399234"/>
                  <a:pt x="691588" y="362790"/>
                  <a:pt x="467398" y="334245"/>
                </a:cubicBezTo>
                <a:cubicBezTo>
                  <a:pt x="373208" y="322253"/>
                  <a:pt x="61751" y="354843"/>
                  <a:pt x="67" y="279579"/>
                </a:cubicBezTo>
                <a:close/>
              </a:path>
            </a:pathLst>
          </a:custGeom>
          <a:gradFill>
            <a:gsLst>
              <a:gs pos="0">
                <a:srgbClr val="71C837"/>
              </a:gs>
              <a:gs pos="50000">
                <a:srgbClr val="71C837">
                  <a:alpha val="49804"/>
                </a:srgbClr>
              </a:gs>
              <a:gs pos="100000">
                <a:srgbClr val="71C837">
                  <a:alpha val="0"/>
                </a:srgbClr>
              </a:gs>
            </a:gsLst>
            <a:lin ang="5205722" scaled="1"/>
          </a:gra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92" name="任意多边形: 形状 291">
            <a:extLst>
              <a:ext uri="{FF2B5EF4-FFF2-40B4-BE49-F238E27FC236}">
                <a16:creationId xmlns:a16="http://schemas.microsoft.com/office/drawing/2014/main" id="{FE47A8A0-A8FF-82D1-EB7C-11C418DF15F8}"/>
              </a:ext>
            </a:extLst>
          </p:cNvPr>
          <p:cNvSpPr/>
          <p:nvPr/>
        </p:nvSpPr>
        <p:spPr>
          <a:xfrm>
            <a:off x="6647631" y="4470520"/>
            <a:ext cx="903818" cy="491123"/>
          </a:xfrm>
          <a:custGeom>
            <a:avLst/>
            <a:gdLst>
              <a:gd name="connsiteX0" fmla="*/ 67 w 903818"/>
              <a:gd name="connsiteY0" fmla="*/ 464299 h 491123"/>
              <a:gd name="connsiteX1" fmla="*/ 560735 w 903818"/>
              <a:gd name="connsiteY1" fmla="*/ 92684 h 491123"/>
              <a:gd name="connsiteX2" fmla="*/ 893877 w 903818"/>
              <a:gd name="connsiteY2" fmla="*/ -558 h 491123"/>
              <a:gd name="connsiteX3" fmla="*/ 903886 w 903818"/>
              <a:gd name="connsiteY3" fmla="*/ 12888 h 491123"/>
              <a:gd name="connsiteX4" fmla="*/ 75062 w 903818"/>
              <a:gd name="connsiteY4" fmla="*/ 490566 h 491123"/>
              <a:gd name="connsiteX5" fmla="*/ 67 w 903818"/>
              <a:gd name="connsiteY5" fmla="*/ 464298 h 491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3818" h="491123">
                <a:moveTo>
                  <a:pt x="67" y="464299"/>
                </a:moveTo>
                <a:cubicBezTo>
                  <a:pt x="67" y="464299"/>
                  <a:pt x="334553" y="186556"/>
                  <a:pt x="560735" y="92684"/>
                </a:cubicBezTo>
                <a:cubicBezTo>
                  <a:pt x="786916" y="-1187"/>
                  <a:pt x="893877" y="-558"/>
                  <a:pt x="893877" y="-558"/>
                </a:cubicBezTo>
                <a:lnTo>
                  <a:pt x="903886" y="12888"/>
                </a:lnTo>
                <a:cubicBezTo>
                  <a:pt x="903886" y="12888"/>
                  <a:pt x="369662" y="150449"/>
                  <a:pt x="75062" y="490566"/>
                </a:cubicBezTo>
                <a:cubicBezTo>
                  <a:pt x="31290" y="469651"/>
                  <a:pt x="67" y="464298"/>
                  <a:pt x="67" y="464298"/>
                </a:cubicBezTo>
                <a:close/>
              </a:path>
            </a:pathLst>
          </a:custGeom>
          <a:solidFill>
            <a:srgbClr val="EBE7AC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99" name="任意多边形: 形状 298">
            <a:extLst>
              <a:ext uri="{FF2B5EF4-FFF2-40B4-BE49-F238E27FC236}">
                <a16:creationId xmlns:a16="http://schemas.microsoft.com/office/drawing/2014/main" id="{7A6225D4-8688-BD49-96D8-BAA1CC0F5535}"/>
              </a:ext>
            </a:extLst>
          </p:cNvPr>
          <p:cNvSpPr/>
          <p:nvPr/>
        </p:nvSpPr>
        <p:spPr>
          <a:xfrm>
            <a:off x="8779406" y="4096854"/>
            <a:ext cx="1018486" cy="299079"/>
          </a:xfrm>
          <a:custGeom>
            <a:avLst/>
            <a:gdLst>
              <a:gd name="connsiteX0" fmla="*/ 212758 w 1018486"/>
              <a:gd name="connsiteY0" fmla="*/ 271043 h 299079"/>
              <a:gd name="connsiteX1" fmla="*/ 193744 w 1018486"/>
              <a:gd name="connsiteY1" fmla="*/ 272980 h 299079"/>
              <a:gd name="connsiteX2" fmla="*/ 130362 w 1018486"/>
              <a:gd name="connsiteY2" fmla="*/ 267346 h 299079"/>
              <a:gd name="connsiteX3" fmla="*/ 98038 w 1018486"/>
              <a:gd name="connsiteY3" fmla="*/ 262240 h 299079"/>
              <a:gd name="connsiteX4" fmla="*/ 430 w 1018486"/>
              <a:gd name="connsiteY4" fmla="*/ 280726 h 299079"/>
              <a:gd name="connsiteX5" fmla="*/ 109235 w 1018486"/>
              <a:gd name="connsiteY5" fmla="*/ 190935 h 299079"/>
              <a:gd name="connsiteX6" fmla="*/ 143462 w 1018486"/>
              <a:gd name="connsiteY6" fmla="*/ 148857 h 299079"/>
              <a:gd name="connsiteX7" fmla="*/ 138602 w 1018486"/>
              <a:gd name="connsiteY7" fmla="*/ 122096 h 299079"/>
              <a:gd name="connsiteX8" fmla="*/ 145785 w 1018486"/>
              <a:gd name="connsiteY8" fmla="*/ 94279 h 299079"/>
              <a:gd name="connsiteX9" fmla="*/ 166067 w 1018486"/>
              <a:gd name="connsiteY9" fmla="*/ 6777 h 299079"/>
              <a:gd name="connsiteX10" fmla="*/ 165860 w 1018486"/>
              <a:gd name="connsiteY10" fmla="*/ 791 h 299079"/>
              <a:gd name="connsiteX11" fmla="*/ 210228 w 1018486"/>
              <a:gd name="connsiteY11" fmla="*/ 66461 h 299079"/>
              <a:gd name="connsiteX12" fmla="*/ 276566 w 1018486"/>
              <a:gd name="connsiteY12" fmla="*/ 68398 h 299079"/>
              <a:gd name="connsiteX13" fmla="*/ 301919 w 1018486"/>
              <a:gd name="connsiteY13" fmla="*/ 83011 h 299079"/>
              <a:gd name="connsiteX14" fmla="*/ 337836 w 1018486"/>
              <a:gd name="connsiteY14" fmla="*/ 75617 h 299079"/>
              <a:gd name="connsiteX15" fmla="*/ 369103 w 1018486"/>
              <a:gd name="connsiteY15" fmla="*/ 81602 h 299079"/>
              <a:gd name="connsiteX16" fmla="*/ 392133 w 1018486"/>
              <a:gd name="connsiteY16" fmla="*/ 43925 h 299079"/>
              <a:gd name="connsiteX17" fmla="*/ 428260 w 1018486"/>
              <a:gd name="connsiteY17" fmla="*/ 74736 h 299079"/>
              <a:gd name="connsiteX18" fmla="*/ 520586 w 1018486"/>
              <a:gd name="connsiteY18" fmla="*/ 112941 h 299079"/>
              <a:gd name="connsiteX19" fmla="*/ 563897 w 1018486"/>
              <a:gd name="connsiteY19" fmla="*/ 101497 h 299079"/>
              <a:gd name="connsiteX20" fmla="*/ 586292 w 1018486"/>
              <a:gd name="connsiteY20" fmla="*/ 90229 h 299079"/>
              <a:gd name="connsiteX21" fmla="*/ 613545 w 1018486"/>
              <a:gd name="connsiteY21" fmla="*/ 90582 h 299079"/>
              <a:gd name="connsiteX22" fmla="*/ 652841 w 1018486"/>
              <a:gd name="connsiteY22" fmla="*/ 64877 h 299079"/>
              <a:gd name="connsiteX23" fmla="*/ 694039 w 1018486"/>
              <a:gd name="connsiteY23" fmla="*/ 86180 h 299079"/>
              <a:gd name="connsiteX24" fmla="*/ 732280 w 1018486"/>
              <a:gd name="connsiteY24" fmla="*/ 67166 h 299079"/>
              <a:gd name="connsiteX25" fmla="*/ 790803 w 1018486"/>
              <a:gd name="connsiteY25" fmla="*/ 60124 h 299079"/>
              <a:gd name="connsiteX26" fmla="*/ 858198 w 1018486"/>
              <a:gd name="connsiteY26" fmla="*/ 82483 h 299079"/>
              <a:gd name="connsiteX27" fmla="*/ 943129 w 1018486"/>
              <a:gd name="connsiteY27" fmla="*/ 85653 h 299079"/>
              <a:gd name="connsiteX28" fmla="*/ 1001018 w 1018486"/>
              <a:gd name="connsiteY28" fmla="*/ 97801 h 299079"/>
              <a:gd name="connsiteX29" fmla="*/ 1007356 w 1018486"/>
              <a:gd name="connsiteY29" fmla="*/ 110301 h 299079"/>
              <a:gd name="connsiteX30" fmla="*/ 1018553 w 1018486"/>
              <a:gd name="connsiteY30" fmla="*/ 128083 h 299079"/>
              <a:gd name="connsiteX31" fmla="*/ 1009469 w 1018486"/>
              <a:gd name="connsiteY31" fmla="*/ 149386 h 299079"/>
              <a:gd name="connsiteX32" fmla="*/ 1004186 w 1018486"/>
              <a:gd name="connsiteY32" fmla="*/ 159070 h 299079"/>
              <a:gd name="connsiteX33" fmla="*/ 973764 w 1018486"/>
              <a:gd name="connsiteY33" fmla="*/ 161711 h 299079"/>
              <a:gd name="connsiteX34" fmla="*/ 779393 w 1018486"/>
              <a:gd name="connsiteY34" fmla="*/ 183014 h 299079"/>
              <a:gd name="connsiteX35" fmla="*/ 716224 w 1018486"/>
              <a:gd name="connsiteY35" fmla="*/ 184246 h 299079"/>
              <a:gd name="connsiteX36" fmla="*/ 638475 w 1018486"/>
              <a:gd name="connsiteY36" fmla="*/ 202732 h 299079"/>
              <a:gd name="connsiteX37" fmla="*/ 522699 w 1018486"/>
              <a:gd name="connsiteY37" fmla="*/ 222275 h 299079"/>
              <a:gd name="connsiteX38" fmla="*/ 372695 w 1018486"/>
              <a:gd name="connsiteY38" fmla="*/ 235128 h 299079"/>
              <a:gd name="connsiteX39" fmla="*/ 338047 w 1018486"/>
              <a:gd name="connsiteY39" fmla="*/ 244107 h 299079"/>
              <a:gd name="connsiteX40" fmla="*/ 212763 w 1018486"/>
              <a:gd name="connsiteY40" fmla="*/ 271044 h 299079"/>
              <a:gd name="connsiteX41" fmla="*/ 212758 w 1018486"/>
              <a:gd name="connsiteY41" fmla="*/ 271043 h 2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018486" h="299079">
                <a:moveTo>
                  <a:pt x="212758" y="271043"/>
                </a:moveTo>
                <a:cubicBezTo>
                  <a:pt x="206468" y="272125"/>
                  <a:pt x="200085" y="272358"/>
                  <a:pt x="193744" y="272980"/>
                </a:cubicBezTo>
                <a:cubicBezTo>
                  <a:pt x="114127" y="280784"/>
                  <a:pt x="104770" y="297995"/>
                  <a:pt x="130362" y="267346"/>
                </a:cubicBezTo>
                <a:cubicBezTo>
                  <a:pt x="183316" y="203929"/>
                  <a:pt x="101875" y="259705"/>
                  <a:pt x="98038" y="262240"/>
                </a:cubicBezTo>
                <a:cubicBezTo>
                  <a:pt x="-2902" y="328871"/>
                  <a:pt x="5927" y="283970"/>
                  <a:pt x="430" y="280726"/>
                </a:cubicBezTo>
                <a:cubicBezTo>
                  <a:pt x="-7300" y="276164"/>
                  <a:pt x="110866" y="204526"/>
                  <a:pt x="109235" y="190935"/>
                </a:cubicBezTo>
                <a:cubicBezTo>
                  <a:pt x="106497" y="168114"/>
                  <a:pt x="137503" y="158788"/>
                  <a:pt x="143462" y="148857"/>
                </a:cubicBezTo>
                <a:cubicBezTo>
                  <a:pt x="147903" y="141454"/>
                  <a:pt x="139380" y="129227"/>
                  <a:pt x="138602" y="122096"/>
                </a:cubicBezTo>
                <a:cubicBezTo>
                  <a:pt x="137618" y="113077"/>
                  <a:pt x="144725" y="103114"/>
                  <a:pt x="145785" y="94279"/>
                </a:cubicBezTo>
                <a:cubicBezTo>
                  <a:pt x="149793" y="60879"/>
                  <a:pt x="144690" y="33498"/>
                  <a:pt x="166067" y="6777"/>
                </a:cubicBezTo>
                <a:cubicBezTo>
                  <a:pt x="167315" y="5218"/>
                  <a:pt x="164141" y="1812"/>
                  <a:pt x="165860" y="791"/>
                </a:cubicBezTo>
                <a:cubicBezTo>
                  <a:pt x="185532" y="-10918"/>
                  <a:pt x="171321" y="57197"/>
                  <a:pt x="210228" y="66461"/>
                </a:cubicBezTo>
                <a:cubicBezTo>
                  <a:pt x="230736" y="71344"/>
                  <a:pt x="255106" y="64820"/>
                  <a:pt x="276566" y="68398"/>
                </a:cubicBezTo>
                <a:cubicBezTo>
                  <a:pt x="285364" y="69864"/>
                  <a:pt x="292483" y="80728"/>
                  <a:pt x="301919" y="83011"/>
                </a:cubicBezTo>
                <a:cubicBezTo>
                  <a:pt x="315026" y="86182"/>
                  <a:pt x="323804" y="76347"/>
                  <a:pt x="337836" y="75617"/>
                </a:cubicBezTo>
                <a:cubicBezTo>
                  <a:pt x="348389" y="75065"/>
                  <a:pt x="358393" y="84081"/>
                  <a:pt x="369103" y="81602"/>
                </a:cubicBezTo>
                <a:cubicBezTo>
                  <a:pt x="397560" y="75016"/>
                  <a:pt x="356694" y="38019"/>
                  <a:pt x="392133" y="43925"/>
                </a:cubicBezTo>
                <a:cubicBezTo>
                  <a:pt x="408416" y="46639"/>
                  <a:pt x="413999" y="65228"/>
                  <a:pt x="428260" y="74736"/>
                </a:cubicBezTo>
                <a:cubicBezTo>
                  <a:pt x="439554" y="82265"/>
                  <a:pt x="512332" y="115889"/>
                  <a:pt x="520586" y="112941"/>
                </a:cubicBezTo>
                <a:cubicBezTo>
                  <a:pt x="534122" y="108106"/>
                  <a:pt x="549920" y="106350"/>
                  <a:pt x="563897" y="101497"/>
                </a:cubicBezTo>
                <a:cubicBezTo>
                  <a:pt x="570803" y="99099"/>
                  <a:pt x="580046" y="91052"/>
                  <a:pt x="586292" y="90229"/>
                </a:cubicBezTo>
                <a:cubicBezTo>
                  <a:pt x="594654" y="89129"/>
                  <a:pt x="606044" y="92367"/>
                  <a:pt x="613545" y="90582"/>
                </a:cubicBezTo>
                <a:cubicBezTo>
                  <a:pt x="628193" y="87095"/>
                  <a:pt x="635169" y="66010"/>
                  <a:pt x="652841" y="64877"/>
                </a:cubicBezTo>
                <a:cubicBezTo>
                  <a:pt x="690233" y="62481"/>
                  <a:pt x="661963" y="88853"/>
                  <a:pt x="694039" y="86180"/>
                </a:cubicBezTo>
                <a:cubicBezTo>
                  <a:pt x="708416" y="84983"/>
                  <a:pt x="718633" y="71904"/>
                  <a:pt x="732280" y="67166"/>
                </a:cubicBezTo>
                <a:cubicBezTo>
                  <a:pt x="745278" y="62653"/>
                  <a:pt x="776681" y="60124"/>
                  <a:pt x="790803" y="60124"/>
                </a:cubicBezTo>
                <a:cubicBezTo>
                  <a:pt x="819507" y="60124"/>
                  <a:pt x="832236" y="76302"/>
                  <a:pt x="858198" y="82483"/>
                </a:cubicBezTo>
                <a:cubicBezTo>
                  <a:pt x="887527" y="89466"/>
                  <a:pt x="914713" y="79513"/>
                  <a:pt x="943129" y="85653"/>
                </a:cubicBezTo>
                <a:cubicBezTo>
                  <a:pt x="963008" y="89947"/>
                  <a:pt x="984372" y="81156"/>
                  <a:pt x="1001018" y="97801"/>
                </a:cubicBezTo>
                <a:cubicBezTo>
                  <a:pt x="1002563" y="99346"/>
                  <a:pt x="1004744" y="107035"/>
                  <a:pt x="1007356" y="110301"/>
                </a:cubicBezTo>
                <a:cubicBezTo>
                  <a:pt x="1011612" y="115620"/>
                  <a:pt x="1018553" y="120830"/>
                  <a:pt x="1018553" y="128083"/>
                </a:cubicBezTo>
                <a:cubicBezTo>
                  <a:pt x="1018553" y="139157"/>
                  <a:pt x="1016170" y="140610"/>
                  <a:pt x="1009469" y="149386"/>
                </a:cubicBezTo>
                <a:cubicBezTo>
                  <a:pt x="1008158" y="151102"/>
                  <a:pt x="1024392" y="158038"/>
                  <a:pt x="1004186" y="159070"/>
                </a:cubicBezTo>
                <a:cubicBezTo>
                  <a:pt x="994043" y="159587"/>
                  <a:pt x="983915" y="161534"/>
                  <a:pt x="973764" y="161711"/>
                </a:cubicBezTo>
                <a:cubicBezTo>
                  <a:pt x="907962" y="162853"/>
                  <a:pt x="844455" y="174798"/>
                  <a:pt x="779393" y="183014"/>
                </a:cubicBezTo>
                <a:cubicBezTo>
                  <a:pt x="758253" y="185683"/>
                  <a:pt x="736634" y="181658"/>
                  <a:pt x="716224" y="184246"/>
                </a:cubicBezTo>
                <a:cubicBezTo>
                  <a:pt x="690256" y="187539"/>
                  <a:pt x="664295" y="197669"/>
                  <a:pt x="638475" y="202732"/>
                </a:cubicBezTo>
                <a:cubicBezTo>
                  <a:pt x="600223" y="210233"/>
                  <a:pt x="561180" y="215861"/>
                  <a:pt x="522699" y="222275"/>
                </a:cubicBezTo>
                <a:cubicBezTo>
                  <a:pt x="473367" y="230497"/>
                  <a:pt x="422297" y="232696"/>
                  <a:pt x="372695" y="235128"/>
                </a:cubicBezTo>
                <a:cubicBezTo>
                  <a:pt x="361155" y="235696"/>
                  <a:pt x="349368" y="241672"/>
                  <a:pt x="338047" y="244107"/>
                </a:cubicBezTo>
                <a:cubicBezTo>
                  <a:pt x="308452" y="250471"/>
                  <a:pt x="274317" y="252211"/>
                  <a:pt x="212763" y="271044"/>
                </a:cubicBezTo>
                <a:lnTo>
                  <a:pt x="212758" y="271043"/>
                </a:lnTo>
                <a:close/>
              </a:path>
            </a:pathLst>
          </a:custGeom>
          <a:gradFill>
            <a:gsLst>
              <a:gs pos="0">
                <a:srgbClr val="71C837"/>
              </a:gs>
              <a:gs pos="50000">
                <a:srgbClr val="71C837">
                  <a:alpha val="49804"/>
                </a:srgbClr>
              </a:gs>
              <a:gs pos="100000">
                <a:srgbClr val="71C837">
                  <a:alpha val="0"/>
                </a:srgbClr>
              </a:gs>
            </a:gsLst>
            <a:lin ang="0" scaled="1"/>
          </a:gradFill>
          <a:ln w="862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0" name="任意多边形: 形状 299">
            <a:extLst>
              <a:ext uri="{FF2B5EF4-FFF2-40B4-BE49-F238E27FC236}">
                <a16:creationId xmlns:a16="http://schemas.microsoft.com/office/drawing/2014/main" id="{4F988F06-3396-94C2-9809-02ADE07D8E0D}"/>
              </a:ext>
            </a:extLst>
          </p:cNvPr>
          <p:cNvSpPr/>
          <p:nvPr/>
        </p:nvSpPr>
        <p:spPr>
          <a:xfrm>
            <a:off x="9154984" y="4154494"/>
            <a:ext cx="602361" cy="177345"/>
          </a:xfrm>
          <a:custGeom>
            <a:avLst/>
            <a:gdLst>
              <a:gd name="connsiteX0" fmla="*/ 52890 w 602361"/>
              <a:gd name="connsiteY0" fmla="*/ 176430 h 177345"/>
              <a:gd name="connsiteX1" fmla="*/ 5353 w 602361"/>
              <a:gd name="connsiteY1" fmla="*/ 132591 h 177345"/>
              <a:gd name="connsiteX2" fmla="*/ 71 w 602361"/>
              <a:gd name="connsiteY2" fmla="*/ 124669 h 177345"/>
              <a:gd name="connsiteX3" fmla="*/ 40424 w 602361"/>
              <a:gd name="connsiteY3" fmla="*/ 88224 h 177345"/>
              <a:gd name="connsiteX4" fmla="*/ 30283 w 602361"/>
              <a:gd name="connsiteY4" fmla="*/ 68329 h 177345"/>
              <a:gd name="connsiteX5" fmla="*/ 46340 w 602361"/>
              <a:gd name="connsiteY5" fmla="*/ 31533 h 177345"/>
              <a:gd name="connsiteX6" fmla="*/ 42959 w 602361"/>
              <a:gd name="connsiteY6" fmla="*/ 3539 h 177345"/>
              <a:gd name="connsiteX7" fmla="*/ 41692 w 602361"/>
              <a:gd name="connsiteY7" fmla="*/ -334 h 177345"/>
              <a:gd name="connsiteX8" fmla="*/ 85002 w 602361"/>
              <a:gd name="connsiteY8" fmla="*/ 40688 h 177345"/>
              <a:gd name="connsiteX9" fmla="*/ 119017 w 602361"/>
              <a:gd name="connsiteY9" fmla="*/ 39456 h 177345"/>
              <a:gd name="connsiteX10" fmla="*/ 160215 w 602361"/>
              <a:gd name="connsiteY10" fmla="*/ 65689 h 177345"/>
              <a:gd name="connsiteX11" fmla="*/ 166131 w 602361"/>
              <a:gd name="connsiteY11" fmla="*/ 58998 h 177345"/>
              <a:gd name="connsiteX12" fmla="*/ 186201 w 602361"/>
              <a:gd name="connsiteY12" fmla="*/ 62519 h 177345"/>
              <a:gd name="connsiteX13" fmla="*/ 225286 w 602361"/>
              <a:gd name="connsiteY13" fmla="*/ 36286 h 177345"/>
              <a:gd name="connsiteX14" fmla="*/ 252330 w 602361"/>
              <a:gd name="connsiteY14" fmla="*/ 28716 h 177345"/>
              <a:gd name="connsiteX15" fmla="*/ 257611 w 602361"/>
              <a:gd name="connsiteY15" fmla="*/ 11814 h 177345"/>
              <a:gd name="connsiteX16" fmla="*/ 284231 w 602361"/>
              <a:gd name="connsiteY16" fmla="*/ 30829 h 177345"/>
              <a:gd name="connsiteX17" fmla="*/ 344866 w 602361"/>
              <a:gd name="connsiteY17" fmla="*/ 44914 h 177345"/>
              <a:gd name="connsiteX18" fmla="*/ 414798 w 602361"/>
              <a:gd name="connsiteY18" fmla="*/ 65337 h 177345"/>
              <a:gd name="connsiteX19" fmla="*/ 435502 w 602361"/>
              <a:gd name="connsiteY19" fmla="*/ 58998 h 177345"/>
              <a:gd name="connsiteX20" fmla="*/ 472052 w 602361"/>
              <a:gd name="connsiteY20" fmla="*/ 65689 h 177345"/>
              <a:gd name="connsiteX21" fmla="*/ 503320 w 602361"/>
              <a:gd name="connsiteY21" fmla="*/ 67625 h 177345"/>
              <a:gd name="connsiteX22" fmla="*/ 593110 w 602361"/>
              <a:gd name="connsiteY22" fmla="*/ 67625 h 177345"/>
              <a:gd name="connsiteX23" fmla="*/ 594801 w 602361"/>
              <a:gd name="connsiteY23" fmla="*/ 75019 h 177345"/>
              <a:gd name="connsiteX24" fmla="*/ 602407 w 602361"/>
              <a:gd name="connsiteY24" fmla="*/ 83647 h 177345"/>
              <a:gd name="connsiteX25" fmla="*/ 569025 w 602361"/>
              <a:gd name="connsiteY25" fmla="*/ 96851 h 177345"/>
              <a:gd name="connsiteX26" fmla="*/ 409938 w 602361"/>
              <a:gd name="connsiteY26" fmla="*/ 119387 h 177345"/>
              <a:gd name="connsiteX27" fmla="*/ 363670 w 602361"/>
              <a:gd name="connsiteY27" fmla="*/ 112168 h 177345"/>
              <a:gd name="connsiteX28" fmla="*/ 273246 w 602361"/>
              <a:gd name="connsiteY28" fmla="*/ 130478 h 177345"/>
              <a:gd name="connsiteX29" fmla="*/ 183877 w 602361"/>
              <a:gd name="connsiteY29" fmla="*/ 147204 h 177345"/>
              <a:gd name="connsiteX30" fmla="*/ 131694 w 602361"/>
              <a:gd name="connsiteY30" fmla="*/ 170444 h 177345"/>
              <a:gd name="connsiteX31" fmla="*/ 52890 w 602361"/>
              <a:gd name="connsiteY31" fmla="*/ 176430 h 17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02361" h="177345">
                <a:moveTo>
                  <a:pt x="52890" y="176430"/>
                </a:moveTo>
                <a:cubicBezTo>
                  <a:pt x="26265" y="162334"/>
                  <a:pt x="13134" y="160381"/>
                  <a:pt x="5353" y="132591"/>
                </a:cubicBezTo>
                <a:cubicBezTo>
                  <a:pt x="4965" y="131195"/>
                  <a:pt x="-107" y="125333"/>
                  <a:pt x="71" y="124669"/>
                </a:cubicBezTo>
                <a:cubicBezTo>
                  <a:pt x="3053" y="113487"/>
                  <a:pt x="35019" y="97233"/>
                  <a:pt x="40424" y="88224"/>
                </a:cubicBezTo>
                <a:cubicBezTo>
                  <a:pt x="40510" y="88121"/>
                  <a:pt x="30519" y="70882"/>
                  <a:pt x="30283" y="68329"/>
                </a:cubicBezTo>
                <a:cubicBezTo>
                  <a:pt x="28995" y="54378"/>
                  <a:pt x="42077" y="43374"/>
                  <a:pt x="46340" y="31533"/>
                </a:cubicBezTo>
                <a:cubicBezTo>
                  <a:pt x="49154" y="23714"/>
                  <a:pt x="43904" y="11413"/>
                  <a:pt x="42959" y="3539"/>
                </a:cubicBezTo>
                <a:cubicBezTo>
                  <a:pt x="42795" y="2191"/>
                  <a:pt x="40992" y="-1499"/>
                  <a:pt x="41692" y="-334"/>
                </a:cubicBezTo>
                <a:cubicBezTo>
                  <a:pt x="45813" y="6535"/>
                  <a:pt x="77900" y="39137"/>
                  <a:pt x="85002" y="40688"/>
                </a:cubicBezTo>
                <a:cubicBezTo>
                  <a:pt x="95314" y="42938"/>
                  <a:pt x="109322" y="35416"/>
                  <a:pt x="119017" y="39456"/>
                </a:cubicBezTo>
                <a:cubicBezTo>
                  <a:pt x="125861" y="42307"/>
                  <a:pt x="150511" y="69364"/>
                  <a:pt x="160215" y="65689"/>
                </a:cubicBezTo>
                <a:cubicBezTo>
                  <a:pt x="163066" y="64609"/>
                  <a:pt x="163774" y="59840"/>
                  <a:pt x="166131" y="58998"/>
                </a:cubicBezTo>
                <a:cubicBezTo>
                  <a:pt x="173260" y="56452"/>
                  <a:pt x="178079" y="65058"/>
                  <a:pt x="186201" y="62519"/>
                </a:cubicBezTo>
                <a:cubicBezTo>
                  <a:pt x="199745" y="58287"/>
                  <a:pt x="212712" y="43907"/>
                  <a:pt x="225286" y="36286"/>
                </a:cubicBezTo>
                <a:cubicBezTo>
                  <a:pt x="232916" y="31663"/>
                  <a:pt x="243934" y="33526"/>
                  <a:pt x="252330" y="28716"/>
                </a:cubicBezTo>
                <a:cubicBezTo>
                  <a:pt x="255990" y="26619"/>
                  <a:pt x="253011" y="11814"/>
                  <a:pt x="257611" y="11814"/>
                </a:cubicBezTo>
                <a:cubicBezTo>
                  <a:pt x="282236" y="11814"/>
                  <a:pt x="270335" y="23108"/>
                  <a:pt x="284231" y="30829"/>
                </a:cubicBezTo>
                <a:cubicBezTo>
                  <a:pt x="302445" y="40947"/>
                  <a:pt x="326535" y="36581"/>
                  <a:pt x="344866" y="44914"/>
                </a:cubicBezTo>
                <a:cubicBezTo>
                  <a:pt x="362349" y="52860"/>
                  <a:pt x="395970" y="64160"/>
                  <a:pt x="414798" y="65337"/>
                </a:cubicBezTo>
                <a:cubicBezTo>
                  <a:pt x="424248" y="65932"/>
                  <a:pt x="429148" y="59961"/>
                  <a:pt x="435502" y="58998"/>
                </a:cubicBezTo>
                <a:cubicBezTo>
                  <a:pt x="449228" y="56918"/>
                  <a:pt x="459758" y="62637"/>
                  <a:pt x="472052" y="65689"/>
                </a:cubicBezTo>
                <a:cubicBezTo>
                  <a:pt x="476942" y="66902"/>
                  <a:pt x="502040" y="65318"/>
                  <a:pt x="503320" y="67625"/>
                </a:cubicBezTo>
                <a:cubicBezTo>
                  <a:pt x="510704" y="80959"/>
                  <a:pt x="573612" y="67625"/>
                  <a:pt x="593110" y="67625"/>
                </a:cubicBezTo>
                <a:cubicBezTo>
                  <a:pt x="595640" y="67625"/>
                  <a:pt x="593197" y="73084"/>
                  <a:pt x="594801" y="75019"/>
                </a:cubicBezTo>
                <a:cubicBezTo>
                  <a:pt x="595302" y="75614"/>
                  <a:pt x="602878" y="83254"/>
                  <a:pt x="602407" y="83647"/>
                </a:cubicBezTo>
                <a:cubicBezTo>
                  <a:pt x="594098" y="90571"/>
                  <a:pt x="579169" y="93301"/>
                  <a:pt x="569025" y="96851"/>
                </a:cubicBezTo>
                <a:cubicBezTo>
                  <a:pt x="518464" y="114548"/>
                  <a:pt x="463980" y="122662"/>
                  <a:pt x="409938" y="119387"/>
                </a:cubicBezTo>
                <a:cubicBezTo>
                  <a:pt x="394301" y="118439"/>
                  <a:pt x="379473" y="112644"/>
                  <a:pt x="363670" y="112168"/>
                </a:cubicBezTo>
                <a:cubicBezTo>
                  <a:pt x="336684" y="111357"/>
                  <a:pt x="296857" y="119087"/>
                  <a:pt x="273246" y="130478"/>
                </a:cubicBezTo>
                <a:cubicBezTo>
                  <a:pt x="245576" y="143828"/>
                  <a:pt x="212849" y="138847"/>
                  <a:pt x="183877" y="147204"/>
                </a:cubicBezTo>
                <a:cubicBezTo>
                  <a:pt x="165540" y="152494"/>
                  <a:pt x="149468" y="164684"/>
                  <a:pt x="131694" y="170444"/>
                </a:cubicBezTo>
                <a:cubicBezTo>
                  <a:pt x="119510" y="174392"/>
                  <a:pt x="94622" y="177946"/>
                  <a:pt x="52890" y="176430"/>
                </a:cubicBezTo>
                <a:close/>
              </a:path>
            </a:pathLst>
          </a:custGeom>
          <a:gradFill flip="none" rotWithShape="1">
            <a:gsLst>
              <a:gs pos="0">
                <a:srgbClr val="2E8F5C"/>
              </a:gs>
              <a:gs pos="100000">
                <a:srgbClr val="61AE6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F4FBF1A3-21B6-9724-05C0-DF4E65F6A118}"/>
              </a:ext>
            </a:extLst>
          </p:cNvPr>
          <p:cNvSpPr/>
          <p:nvPr/>
        </p:nvSpPr>
        <p:spPr>
          <a:xfrm>
            <a:off x="0" y="-478972"/>
            <a:ext cx="304800" cy="304800"/>
          </a:xfrm>
          <a:prstGeom prst="ellipse">
            <a:avLst/>
          </a:prstGeom>
          <a:solidFill>
            <a:srgbClr val="236D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9E4B0DB8-6F20-84FE-583C-577BFE099E8E}"/>
              </a:ext>
            </a:extLst>
          </p:cNvPr>
          <p:cNvSpPr/>
          <p:nvPr/>
        </p:nvSpPr>
        <p:spPr>
          <a:xfrm>
            <a:off x="420914" y="-478972"/>
            <a:ext cx="304800" cy="304800"/>
          </a:xfrm>
          <a:prstGeom prst="ellipse">
            <a:avLst/>
          </a:prstGeom>
          <a:solidFill>
            <a:srgbClr val="2E8F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5068522D-379B-2287-B94B-D0E430E43584}"/>
              </a:ext>
            </a:extLst>
          </p:cNvPr>
          <p:cNvSpPr/>
          <p:nvPr/>
        </p:nvSpPr>
        <p:spPr>
          <a:xfrm>
            <a:off x="841828" y="-478972"/>
            <a:ext cx="304800" cy="304800"/>
          </a:xfrm>
          <a:prstGeom prst="ellipse">
            <a:avLst/>
          </a:prstGeom>
          <a:solidFill>
            <a:srgbClr val="61AE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BE402E4B-E6E1-7C1E-9321-ADE3EA7DB08F}"/>
              </a:ext>
            </a:extLst>
          </p:cNvPr>
          <p:cNvSpPr/>
          <p:nvPr/>
        </p:nvSpPr>
        <p:spPr>
          <a:xfrm>
            <a:off x="1262742" y="-478972"/>
            <a:ext cx="304800" cy="304800"/>
          </a:xfrm>
          <a:prstGeom prst="ellipse">
            <a:avLst/>
          </a:prstGeom>
          <a:solidFill>
            <a:srgbClr val="AAD4B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9" name="任意多边形: 形状 308">
            <a:extLst>
              <a:ext uri="{FF2B5EF4-FFF2-40B4-BE49-F238E27FC236}">
                <a16:creationId xmlns:a16="http://schemas.microsoft.com/office/drawing/2014/main" id="{D12ACED5-7083-4D10-8A9B-5E27AB8C6D37}"/>
              </a:ext>
            </a:extLst>
          </p:cNvPr>
          <p:cNvSpPr/>
          <p:nvPr/>
        </p:nvSpPr>
        <p:spPr>
          <a:xfrm>
            <a:off x="2" y="4431074"/>
            <a:ext cx="5105535" cy="3173513"/>
          </a:xfrm>
          <a:custGeom>
            <a:avLst/>
            <a:gdLst>
              <a:gd name="connsiteX0" fmla="*/ 316722 w 5105535"/>
              <a:gd name="connsiteY0" fmla="*/ 0 h 3173513"/>
              <a:gd name="connsiteX1" fmla="*/ 5105535 w 5105535"/>
              <a:gd name="connsiteY1" fmla="*/ 1637298 h 3173513"/>
              <a:gd name="connsiteX2" fmla="*/ 2180744 w 5105535"/>
              <a:gd name="connsiteY2" fmla="*/ 3145929 h 3173513"/>
              <a:gd name="connsiteX3" fmla="*/ 1960315 w 5105535"/>
              <a:gd name="connsiteY3" fmla="*/ 3173513 h 3173513"/>
              <a:gd name="connsiteX4" fmla="*/ 0 w 5105535"/>
              <a:gd name="connsiteY4" fmla="*/ 3173513 h 3173513"/>
              <a:gd name="connsiteX5" fmla="*/ 0 w 5105535"/>
              <a:gd name="connsiteY5" fmla="*/ 5468 h 3173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05535" h="3173513">
                <a:moveTo>
                  <a:pt x="316722" y="0"/>
                </a:moveTo>
                <a:cubicBezTo>
                  <a:pt x="2961510" y="0"/>
                  <a:pt x="5105535" y="733043"/>
                  <a:pt x="5105535" y="1637298"/>
                </a:cubicBezTo>
                <a:cubicBezTo>
                  <a:pt x="5105535" y="2315490"/>
                  <a:pt x="3899521" y="2897374"/>
                  <a:pt x="2180744" y="3145929"/>
                </a:cubicBezTo>
                <a:lnTo>
                  <a:pt x="1960315" y="3173513"/>
                </a:lnTo>
                <a:lnTo>
                  <a:pt x="0" y="3173513"/>
                </a:lnTo>
                <a:lnTo>
                  <a:pt x="0" y="5468"/>
                </a:lnTo>
                <a:close/>
              </a:path>
            </a:pathLst>
          </a:custGeom>
          <a:gradFill flip="none" rotWithShape="1">
            <a:gsLst>
              <a:gs pos="0">
                <a:srgbClr val="2E8F5C"/>
              </a:gs>
              <a:gs pos="100000">
                <a:srgbClr val="61AE6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25" name="任意多边形: 形状 324">
            <a:extLst>
              <a:ext uri="{FF2B5EF4-FFF2-40B4-BE49-F238E27FC236}">
                <a16:creationId xmlns:a16="http://schemas.microsoft.com/office/drawing/2014/main" id="{CB7E78AD-DDDE-5853-A994-9B0353619681}"/>
              </a:ext>
            </a:extLst>
          </p:cNvPr>
          <p:cNvSpPr/>
          <p:nvPr/>
        </p:nvSpPr>
        <p:spPr>
          <a:xfrm rot="21360458">
            <a:off x="6961450" y="4756964"/>
            <a:ext cx="2472161" cy="426899"/>
          </a:xfrm>
          <a:custGeom>
            <a:avLst/>
            <a:gdLst>
              <a:gd name="connsiteX0" fmla="*/ 1539034 w 2472161"/>
              <a:gd name="connsiteY0" fmla="*/ -398 h 426899"/>
              <a:gd name="connsiteX1" fmla="*/ 1279553 w 2472161"/>
              <a:gd name="connsiteY1" fmla="*/ 32475 h 426899"/>
              <a:gd name="connsiteX2" fmla="*/ 1154529 w 2472161"/>
              <a:gd name="connsiteY2" fmla="*/ 11458 h 426899"/>
              <a:gd name="connsiteX3" fmla="*/ 1081508 w 2472161"/>
              <a:gd name="connsiteY3" fmla="*/ 34630 h 426899"/>
              <a:gd name="connsiteX4" fmla="*/ 976695 w 2472161"/>
              <a:gd name="connsiteY4" fmla="*/ 21427 h 426899"/>
              <a:gd name="connsiteX5" fmla="*/ 958911 w 2472161"/>
              <a:gd name="connsiteY5" fmla="*/ 62383 h 426899"/>
              <a:gd name="connsiteX6" fmla="*/ 897188 w 2472161"/>
              <a:gd name="connsiteY6" fmla="*/ 88146 h 426899"/>
              <a:gd name="connsiteX7" fmla="*/ 801117 w 2472161"/>
              <a:gd name="connsiteY7" fmla="*/ 72942 h 426899"/>
              <a:gd name="connsiteX8" fmla="*/ 757901 w 2472161"/>
              <a:gd name="connsiteY8" fmla="*/ 56186 h 426899"/>
              <a:gd name="connsiteX9" fmla="*/ 734846 w 2472161"/>
              <a:gd name="connsiteY9" fmla="*/ 88239 h 426899"/>
              <a:gd name="connsiteX10" fmla="*/ 685149 w 2472161"/>
              <a:gd name="connsiteY10" fmla="*/ 87489 h 426899"/>
              <a:gd name="connsiteX11" fmla="*/ 590208 w 2472161"/>
              <a:gd name="connsiteY11" fmla="*/ 46718 h 426899"/>
              <a:gd name="connsiteX12" fmla="*/ 552311 w 2472161"/>
              <a:gd name="connsiteY12" fmla="*/ 27085 h 426899"/>
              <a:gd name="connsiteX13" fmla="*/ 521325 w 2472161"/>
              <a:gd name="connsiteY13" fmla="*/ 98219 h 426899"/>
              <a:gd name="connsiteX14" fmla="*/ 483189 w 2472161"/>
              <a:gd name="connsiteY14" fmla="*/ 129149 h 426899"/>
              <a:gd name="connsiteX15" fmla="*/ 429627 w 2472161"/>
              <a:gd name="connsiteY15" fmla="*/ 169004 h 426899"/>
              <a:gd name="connsiteX16" fmla="*/ 347749 w 2472161"/>
              <a:gd name="connsiteY16" fmla="*/ 156373 h 426899"/>
              <a:gd name="connsiteX17" fmla="*/ 266339 w 2472161"/>
              <a:gd name="connsiteY17" fmla="*/ 142138 h 426899"/>
              <a:gd name="connsiteX18" fmla="*/ 243970 w 2472161"/>
              <a:gd name="connsiteY18" fmla="*/ 164947 h 426899"/>
              <a:gd name="connsiteX19" fmla="*/ 228919 w 2472161"/>
              <a:gd name="connsiteY19" fmla="*/ 190925 h 426899"/>
              <a:gd name="connsiteX20" fmla="*/ 188697 w 2472161"/>
              <a:gd name="connsiteY20" fmla="*/ 209352 h 426899"/>
              <a:gd name="connsiteX21" fmla="*/ 85064 w 2472161"/>
              <a:gd name="connsiteY21" fmla="*/ 295335 h 426899"/>
              <a:gd name="connsiteX22" fmla="*/ 10977 w 2472161"/>
              <a:gd name="connsiteY22" fmla="*/ 334623 h 426899"/>
              <a:gd name="connsiteX23" fmla="*/ 27159 w 2472161"/>
              <a:gd name="connsiteY23" fmla="*/ 423709 h 426899"/>
              <a:gd name="connsiteX24" fmla="*/ 96485 w 2472161"/>
              <a:gd name="connsiteY24" fmla="*/ 408718 h 426899"/>
              <a:gd name="connsiteX25" fmla="*/ 530664 w 2472161"/>
              <a:gd name="connsiteY25" fmla="*/ 306716 h 426899"/>
              <a:gd name="connsiteX26" fmla="*/ 1095601 w 2472161"/>
              <a:gd name="connsiteY26" fmla="*/ 210396 h 426899"/>
              <a:gd name="connsiteX27" fmla="*/ 1461637 w 2472161"/>
              <a:gd name="connsiteY27" fmla="*/ 174383 h 426899"/>
              <a:gd name="connsiteX28" fmla="*/ 1830716 w 2472161"/>
              <a:gd name="connsiteY28" fmla="*/ 140750 h 426899"/>
              <a:gd name="connsiteX29" fmla="*/ 2185853 w 2472161"/>
              <a:gd name="connsiteY29" fmla="*/ 122961 h 426899"/>
              <a:gd name="connsiteX30" fmla="*/ 2468097 w 2472161"/>
              <a:gd name="connsiteY30" fmla="*/ 145370 h 426899"/>
              <a:gd name="connsiteX31" fmla="*/ 2461090 w 2472161"/>
              <a:gd name="connsiteY31" fmla="*/ 129203 h 426899"/>
              <a:gd name="connsiteX32" fmla="*/ 2215836 w 2472161"/>
              <a:gd name="connsiteY32" fmla="*/ 63165 h 426899"/>
              <a:gd name="connsiteX33" fmla="*/ 2009995 w 2472161"/>
              <a:gd name="connsiteY33" fmla="*/ 50241 h 426899"/>
              <a:gd name="connsiteX34" fmla="*/ 1856285 w 2472161"/>
              <a:gd name="connsiteY34" fmla="*/ 23146 h 426899"/>
              <a:gd name="connsiteX35" fmla="*/ 1665860 w 2472161"/>
              <a:gd name="connsiteY35" fmla="*/ 14735 h 426899"/>
              <a:gd name="connsiteX36" fmla="*/ 1539042 w 2472161"/>
              <a:gd name="connsiteY36" fmla="*/ -401 h 426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472161" h="426899">
                <a:moveTo>
                  <a:pt x="1539034" y="-398"/>
                </a:moveTo>
                <a:cubicBezTo>
                  <a:pt x="1452129" y="7089"/>
                  <a:pt x="1367708" y="40634"/>
                  <a:pt x="1279553" y="32475"/>
                </a:cubicBezTo>
                <a:cubicBezTo>
                  <a:pt x="1237366" y="28858"/>
                  <a:pt x="1196251" y="18171"/>
                  <a:pt x="1154529" y="11458"/>
                </a:cubicBezTo>
                <a:cubicBezTo>
                  <a:pt x="1129504" y="17048"/>
                  <a:pt x="1108716" y="39832"/>
                  <a:pt x="1081508" y="34630"/>
                </a:cubicBezTo>
                <a:cubicBezTo>
                  <a:pt x="1046032" y="34449"/>
                  <a:pt x="1012462" y="11084"/>
                  <a:pt x="976695" y="21427"/>
                </a:cubicBezTo>
                <a:cubicBezTo>
                  <a:pt x="961591" y="28984"/>
                  <a:pt x="960938" y="47755"/>
                  <a:pt x="958911" y="62383"/>
                </a:cubicBezTo>
                <a:cubicBezTo>
                  <a:pt x="943284" y="80585"/>
                  <a:pt x="916345" y="76287"/>
                  <a:pt x="897188" y="88146"/>
                </a:cubicBezTo>
                <a:cubicBezTo>
                  <a:pt x="865412" y="99464"/>
                  <a:pt x="826549" y="97011"/>
                  <a:pt x="801117" y="72942"/>
                </a:cubicBezTo>
                <a:cubicBezTo>
                  <a:pt x="789486" y="63012"/>
                  <a:pt x="774423" y="48234"/>
                  <a:pt x="757901" y="56186"/>
                </a:cubicBezTo>
                <a:cubicBezTo>
                  <a:pt x="744589" y="61573"/>
                  <a:pt x="739904" y="76303"/>
                  <a:pt x="734846" y="88239"/>
                </a:cubicBezTo>
                <a:cubicBezTo>
                  <a:pt x="721956" y="103052"/>
                  <a:pt x="699306" y="97031"/>
                  <a:pt x="685149" y="87489"/>
                </a:cubicBezTo>
                <a:cubicBezTo>
                  <a:pt x="653172" y="75204"/>
                  <a:pt x="614098" y="74443"/>
                  <a:pt x="590208" y="46718"/>
                </a:cubicBezTo>
                <a:cubicBezTo>
                  <a:pt x="581553" y="35427"/>
                  <a:pt x="568137" y="20480"/>
                  <a:pt x="552311" y="27085"/>
                </a:cubicBezTo>
                <a:cubicBezTo>
                  <a:pt x="526769" y="39907"/>
                  <a:pt x="517296" y="71471"/>
                  <a:pt x="521325" y="98219"/>
                </a:cubicBezTo>
                <a:cubicBezTo>
                  <a:pt x="518928" y="117053"/>
                  <a:pt x="498210" y="123263"/>
                  <a:pt x="483189" y="129149"/>
                </a:cubicBezTo>
                <a:cubicBezTo>
                  <a:pt x="464152" y="140778"/>
                  <a:pt x="454477" y="167790"/>
                  <a:pt x="429627" y="169004"/>
                </a:cubicBezTo>
                <a:cubicBezTo>
                  <a:pt x="401837" y="168314"/>
                  <a:pt x="375637" y="156545"/>
                  <a:pt x="347749" y="156373"/>
                </a:cubicBezTo>
                <a:cubicBezTo>
                  <a:pt x="320184" y="154441"/>
                  <a:pt x="293337" y="147137"/>
                  <a:pt x="266339" y="142138"/>
                </a:cubicBezTo>
                <a:cubicBezTo>
                  <a:pt x="253708" y="140723"/>
                  <a:pt x="241153" y="151867"/>
                  <a:pt x="243970" y="164947"/>
                </a:cubicBezTo>
                <a:cubicBezTo>
                  <a:pt x="244410" y="175523"/>
                  <a:pt x="241775" y="189672"/>
                  <a:pt x="228919" y="190925"/>
                </a:cubicBezTo>
                <a:cubicBezTo>
                  <a:pt x="214605" y="194676"/>
                  <a:pt x="198450" y="197089"/>
                  <a:pt x="188697" y="209352"/>
                </a:cubicBezTo>
                <a:cubicBezTo>
                  <a:pt x="153864" y="237434"/>
                  <a:pt x="129070" y="279980"/>
                  <a:pt x="85064" y="295335"/>
                </a:cubicBezTo>
                <a:cubicBezTo>
                  <a:pt x="58504" y="303621"/>
                  <a:pt x="26689" y="308812"/>
                  <a:pt x="10977" y="334623"/>
                </a:cubicBezTo>
                <a:cubicBezTo>
                  <a:pt x="-7594" y="362201"/>
                  <a:pt x="-2622" y="405930"/>
                  <a:pt x="27159" y="423709"/>
                </a:cubicBezTo>
                <a:cubicBezTo>
                  <a:pt x="51464" y="433227"/>
                  <a:pt x="73746" y="414300"/>
                  <a:pt x="96485" y="408718"/>
                </a:cubicBezTo>
                <a:cubicBezTo>
                  <a:pt x="238677" y="364699"/>
                  <a:pt x="385205" y="337326"/>
                  <a:pt x="530664" y="306716"/>
                </a:cubicBezTo>
                <a:cubicBezTo>
                  <a:pt x="717743" y="267860"/>
                  <a:pt x="906288" y="236185"/>
                  <a:pt x="1095601" y="210396"/>
                </a:cubicBezTo>
                <a:cubicBezTo>
                  <a:pt x="1217149" y="194065"/>
                  <a:pt x="1339320" y="183012"/>
                  <a:pt x="1461637" y="174383"/>
                </a:cubicBezTo>
                <a:cubicBezTo>
                  <a:pt x="1584815" y="164944"/>
                  <a:pt x="1708037" y="155521"/>
                  <a:pt x="1830716" y="140750"/>
                </a:cubicBezTo>
                <a:cubicBezTo>
                  <a:pt x="1948479" y="127239"/>
                  <a:pt x="2067192" y="113575"/>
                  <a:pt x="2185853" y="122961"/>
                </a:cubicBezTo>
                <a:cubicBezTo>
                  <a:pt x="2280104" y="128358"/>
                  <a:pt x="2373389" y="148139"/>
                  <a:pt x="2468097" y="145370"/>
                </a:cubicBezTo>
                <a:cubicBezTo>
                  <a:pt x="2477017" y="141544"/>
                  <a:pt x="2470010" y="125958"/>
                  <a:pt x="2461090" y="129203"/>
                </a:cubicBezTo>
                <a:cubicBezTo>
                  <a:pt x="2378553" y="110307"/>
                  <a:pt x="2295955" y="90785"/>
                  <a:pt x="2215836" y="63165"/>
                </a:cubicBezTo>
                <a:cubicBezTo>
                  <a:pt x="2147910" y="49270"/>
                  <a:pt x="2076818" y="72186"/>
                  <a:pt x="2009995" y="50241"/>
                </a:cubicBezTo>
                <a:cubicBezTo>
                  <a:pt x="1960185" y="35367"/>
                  <a:pt x="1908984" y="18246"/>
                  <a:pt x="1856285" y="23146"/>
                </a:cubicBezTo>
                <a:cubicBezTo>
                  <a:pt x="1792872" y="19233"/>
                  <a:pt x="1729131" y="20553"/>
                  <a:pt x="1665860" y="14735"/>
                </a:cubicBezTo>
                <a:cubicBezTo>
                  <a:pt x="1623755" y="8573"/>
                  <a:pt x="1581891" y="-1969"/>
                  <a:pt x="1539042" y="-401"/>
                </a:cubicBezTo>
                <a:close/>
              </a:path>
            </a:pathLst>
          </a:custGeom>
          <a:gradFill>
            <a:gsLst>
              <a:gs pos="0">
                <a:srgbClr val="71C837"/>
              </a:gs>
              <a:gs pos="50000">
                <a:srgbClr val="71C837">
                  <a:alpha val="0"/>
                </a:srgbClr>
              </a:gs>
              <a:gs pos="100000">
                <a:srgbClr val="71C837">
                  <a:alpha val="0"/>
                </a:srgbClr>
              </a:gs>
            </a:gsLst>
            <a:lin ang="4800000" scaled="0"/>
          </a:gradFill>
          <a:ln w="862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27" name="任意多边形: 形状 326">
            <a:extLst>
              <a:ext uri="{FF2B5EF4-FFF2-40B4-BE49-F238E27FC236}">
                <a16:creationId xmlns:a16="http://schemas.microsoft.com/office/drawing/2014/main" id="{5F117032-2421-FED7-2780-1DC71F338D5C}"/>
              </a:ext>
            </a:extLst>
          </p:cNvPr>
          <p:cNvSpPr/>
          <p:nvPr/>
        </p:nvSpPr>
        <p:spPr>
          <a:xfrm flipH="1">
            <a:off x="2694263" y="4789515"/>
            <a:ext cx="9497739" cy="2815071"/>
          </a:xfrm>
          <a:custGeom>
            <a:avLst/>
            <a:gdLst>
              <a:gd name="connsiteX0" fmla="*/ 2382639 w 9497739"/>
              <a:gd name="connsiteY0" fmla="*/ 0 h 2815071"/>
              <a:gd name="connsiteX1" fmla="*/ 100007 w 9497739"/>
              <a:gd name="connsiteY1" fmla="*/ 197613 h 2815071"/>
              <a:gd name="connsiteX2" fmla="*/ 0 w 9497739"/>
              <a:gd name="connsiteY2" fmla="*/ 218386 h 2815071"/>
              <a:gd name="connsiteX3" fmla="*/ 0 w 9497739"/>
              <a:gd name="connsiteY3" fmla="*/ 2815071 h 2815071"/>
              <a:gd name="connsiteX4" fmla="*/ 7355911 w 9497739"/>
              <a:gd name="connsiteY4" fmla="*/ 2815071 h 2815071"/>
              <a:gd name="connsiteX5" fmla="*/ 9497739 w 9497739"/>
              <a:gd name="connsiteY5" fmla="*/ 2639688 h 2815071"/>
              <a:gd name="connsiteX6" fmla="*/ 9341743 w 9497739"/>
              <a:gd name="connsiteY6" fmla="*/ 2491279 h 2815071"/>
              <a:gd name="connsiteX7" fmla="*/ 2382639 w 9497739"/>
              <a:gd name="connsiteY7" fmla="*/ 0 h 2815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497739" h="2815071">
                <a:moveTo>
                  <a:pt x="2382639" y="0"/>
                </a:moveTo>
                <a:cubicBezTo>
                  <a:pt x="1556143" y="0"/>
                  <a:pt x="778549" y="71586"/>
                  <a:pt x="100007" y="197613"/>
                </a:cubicBezTo>
                <a:lnTo>
                  <a:pt x="0" y="218386"/>
                </a:lnTo>
                <a:lnTo>
                  <a:pt x="0" y="2815071"/>
                </a:lnTo>
                <a:lnTo>
                  <a:pt x="7355911" y="2815071"/>
                </a:lnTo>
                <a:lnTo>
                  <a:pt x="9497739" y="2639688"/>
                </a:lnTo>
                <a:lnTo>
                  <a:pt x="9341743" y="2491279"/>
                </a:lnTo>
                <a:cubicBezTo>
                  <a:pt x="7569703" y="927818"/>
                  <a:pt x="4696829" y="0"/>
                  <a:pt x="2382639" y="0"/>
                </a:cubicBezTo>
                <a:close/>
              </a:path>
            </a:pathLst>
          </a:custGeom>
          <a:gradFill flip="none" rotWithShape="1">
            <a:gsLst>
              <a:gs pos="0">
                <a:srgbClr val="2E8F5C"/>
              </a:gs>
              <a:gs pos="100000">
                <a:srgbClr val="61AE6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3" name="任意多边形: 形状 312">
            <a:extLst>
              <a:ext uri="{FF2B5EF4-FFF2-40B4-BE49-F238E27FC236}">
                <a16:creationId xmlns:a16="http://schemas.microsoft.com/office/drawing/2014/main" id="{93B0BC33-1094-A0A0-698D-303E5D637864}"/>
              </a:ext>
            </a:extLst>
          </p:cNvPr>
          <p:cNvSpPr/>
          <p:nvPr/>
        </p:nvSpPr>
        <p:spPr>
          <a:xfrm>
            <a:off x="3" y="4964898"/>
            <a:ext cx="10515969" cy="2639688"/>
          </a:xfrm>
          <a:custGeom>
            <a:avLst/>
            <a:gdLst>
              <a:gd name="connsiteX0" fmla="*/ 3400869 w 10515969"/>
              <a:gd name="connsiteY0" fmla="*/ 0 h 2639688"/>
              <a:gd name="connsiteX1" fmla="*/ 10359973 w 10515969"/>
              <a:gd name="connsiteY1" fmla="*/ 2491279 h 2639688"/>
              <a:gd name="connsiteX2" fmla="*/ 10515969 w 10515969"/>
              <a:gd name="connsiteY2" fmla="*/ 2639688 h 2639688"/>
              <a:gd name="connsiteX3" fmla="*/ 0 w 10515969"/>
              <a:gd name="connsiteY3" fmla="*/ 2639688 h 2639688"/>
              <a:gd name="connsiteX4" fmla="*/ 0 w 10515969"/>
              <a:gd name="connsiteY4" fmla="*/ 485071 h 2639688"/>
              <a:gd name="connsiteX5" fmla="*/ 14667 w 10515969"/>
              <a:gd name="connsiteY5" fmla="*/ 479554 h 2639688"/>
              <a:gd name="connsiteX6" fmla="*/ 3400869 w 10515969"/>
              <a:gd name="connsiteY6" fmla="*/ 0 h 2639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515969" h="2639688">
                <a:moveTo>
                  <a:pt x="3400869" y="0"/>
                </a:moveTo>
                <a:cubicBezTo>
                  <a:pt x="5715059" y="0"/>
                  <a:pt x="8587933" y="927818"/>
                  <a:pt x="10359973" y="2491279"/>
                </a:cubicBezTo>
                <a:lnTo>
                  <a:pt x="10515969" y="2639688"/>
                </a:lnTo>
                <a:lnTo>
                  <a:pt x="0" y="2639688"/>
                </a:lnTo>
                <a:lnTo>
                  <a:pt x="0" y="485071"/>
                </a:lnTo>
                <a:lnTo>
                  <a:pt x="14667" y="479554"/>
                </a:lnTo>
                <a:cubicBezTo>
                  <a:pt x="881272" y="183261"/>
                  <a:pt x="2078475" y="0"/>
                  <a:pt x="3400869" y="0"/>
                </a:cubicBezTo>
                <a:close/>
              </a:path>
            </a:pathLst>
          </a:custGeom>
          <a:gradFill flip="none" rotWithShape="1">
            <a:gsLst>
              <a:gs pos="0">
                <a:srgbClr val="2E8F5C"/>
              </a:gs>
              <a:gs pos="100000">
                <a:srgbClr val="61AE6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0D0F53F2-38C4-3738-30EA-4A24D8B202C5}"/>
              </a:ext>
            </a:extLst>
          </p:cNvPr>
          <p:cNvSpPr txBox="1"/>
          <p:nvPr/>
        </p:nvSpPr>
        <p:spPr>
          <a:xfrm>
            <a:off x="2375921" y="5068475"/>
            <a:ext cx="735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FastAPI+Vue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文山三七交易平台的设计与实现</a:t>
            </a:r>
          </a:p>
        </p:txBody>
      </p:sp>
      <p:sp>
        <p:nvSpPr>
          <p:cNvPr id="340" name="矩形: 圆角 339">
            <a:extLst>
              <a:ext uri="{FF2B5EF4-FFF2-40B4-BE49-F238E27FC236}">
                <a16:creationId xmlns:a16="http://schemas.microsoft.com/office/drawing/2014/main" id="{4C7AF7F5-6221-1746-5F58-B600BC6FA7FA}"/>
              </a:ext>
            </a:extLst>
          </p:cNvPr>
          <p:cNvSpPr/>
          <p:nvPr/>
        </p:nvSpPr>
        <p:spPr>
          <a:xfrm>
            <a:off x="3367770" y="5837994"/>
            <a:ext cx="5184183" cy="476784"/>
          </a:xfrm>
          <a:prstGeom prst="roundRect">
            <a:avLst>
              <a:gd name="adj" fmla="val 50000"/>
            </a:avLst>
          </a:prstGeom>
          <a:noFill/>
          <a:ln w="12700" cap="flat">
            <a:solidFill>
              <a:schemeClr val="bg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6195E96-40D7-C03F-BA18-0B521B352360}"/>
              </a:ext>
            </a:extLst>
          </p:cNvPr>
          <p:cNvGrpSpPr/>
          <p:nvPr/>
        </p:nvGrpSpPr>
        <p:grpSpPr>
          <a:xfrm>
            <a:off x="3795269" y="5930720"/>
            <a:ext cx="4542663" cy="315056"/>
            <a:chOff x="1253246" y="4118390"/>
            <a:chExt cx="4542663" cy="315056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4C8B209-DDD7-EEB5-A036-16FE4AEF93F6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bg1"/>
                  </a:solidFill>
                  <a:sym typeface="+mn-lt"/>
                </a:rPr>
                <a:t>汇报人：张 兵</a:t>
              </a:r>
            </a:p>
          </p:txBody>
        </p:sp>
        <p:sp>
          <p:nvSpPr>
            <p:cNvPr id="15" name="iconfont-10019-4889788">
              <a:extLst>
                <a:ext uri="{FF2B5EF4-FFF2-40B4-BE49-F238E27FC236}">
                  <a16:creationId xmlns:a16="http://schemas.microsoft.com/office/drawing/2014/main" id="{720A1284-3A5E-CA1C-AB92-C6887C2DBB7B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AA1D24F-E7C9-DFAD-CAA3-093AED73463E}"/>
                </a:ext>
              </a:extLst>
            </p:cNvPr>
            <p:cNvSpPr txBox="1"/>
            <p:nvPr/>
          </p:nvSpPr>
          <p:spPr>
            <a:xfrm>
              <a:off x="3898985" y="4118390"/>
              <a:ext cx="18969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ym typeface="+mn-lt"/>
                </a:rPr>
                <a:t>时间：</a:t>
              </a:r>
              <a:r>
                <a:rPr lang="en-US" altLang="zh-CN" sz="1400" dirty="0">
                  <a:sym typeface="+mn-lt"/>
                </a:rPr>
                <a:t>2024.07.09</a:t>
              </a:r>
              <a:endParaRPr lang="zh-CN" altLang="en-US" sz="1400" dirty="0">
                <a:sym typeface="+mn-lt"/>
              </a:endParaRPr>
            </a:p>
          </p:txBody>
        </p:sp>
        <p:sp>
          <p:nvSpPr>
            <p:cNvPr id="17" name="iconfont-11899-5651509">
              <a:extLst>
                <a:ext uri="{FF2B5EF4-FFF2-40B4-BE49-F238E27FC236}">
                  <a16:creationId xmlns:a16="http://schemas.microsoft.com/office/drawing/2014/main" id="{E4183281-19DE-A9DA-012C-400C980AD9BD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64475FF1-4573-4F47-AFEA-BA5EF1103AC9}"/>
              </a:ext>
            </a:extLst>
          </p:cNvPr>
          <p:cNvSpPr txBox="1"/>
          <p:nvPr/>
        </p:nvSpPr>
        <p:spPr>
          <a:xfrm>
            <a:off x="1996159" y="1840962"/>
            <a:ext cx="819968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b="1" spc="-1000" dirty="0">
                <a:solidFill>
                  <a:srgbClr val="236D52"/>
                </a:solidFill>
                <a:latin typeface="演示秋鸿楷" panose="00000500000000000000" pitchFamily="2" charset="-122"/>
                <a:ea typeface="演示秋鸿楷" panose="00000500000000000000" pitchFamily="2" charset="-122"/>
              </a:rPr>
              <a:t>文山三七交易平台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C7378D31-42EA-4E38-72E9-3D7BD2C07AA6}"/>
              </a:ext>
            </a:extLst>
          </p:cNvPr>
          <p:cNvSpPr/>
          <p:nvPr/>
        </p:nvSpPr>
        <p:spPr>
          <a:xfrm>
            <a:off x="4159449" y="3391"/>
            <a:ext cx="3873102" cy="438970"/>
          </a:xfrm>
          <a:custGeom>
            <a:avLst/>
            <a:gdLst>
              <a:gd name="connsiteX0" fmla="*/ 9463 w 5671603"/>
              <a:gd name="connsiteY0" fmla="*/ 0 h 642809"/>
              <a:gd name="connsiteX1" fmla="*/ 772663 w 5671603"/>
              <a:gd name="connsiteY1" fmla="*/ 0 h 642809"/>
              <a:gd name="connsiteX2" fmla="*/ 1678703 w 5671603"/>
              <a:gd name="connsiteY2" fmla="*/ 0 h 642809"/>
              <a:gd name="connsiteX3" fmla="*/ 1992767 w 5671603"/>
              <a:gd name="connsiteY3" fmla="*/ 0 h 642809"/>
              <a:gd name="connsiteX4" fmla="*/ 2565400 w 5671603"/>
              <a:gd name="connsiteY4" fmla="*/ 0 h 642809"/>
              <a:gd name="connsiteX5" fmla="*/ 2803588 w 5671603"/>
              <a:gd name="connsiteY5" fmla="*/ 0 h 642809"/>
              <a:gd name="connsiteX6" fmla="*/ 2868015 w 5671603"/>
              <a:gd name="connsiteY6" fmla="*/ 0 h 642809"/>
              <a:gd name="connsiteX7" fmla="*/ 3106203 w 5671603"/>
              <a:gd name="connsiteY7" fmla="*/ 0 h 642809"/>
              <a:gd name="connsiteX8" fmla="*/ 3678836 w 5671603"/>
              <a:gd name="connsiteY8" fmla="*/ 0 h 642809"/>
              <a:gd name="connsiteX9" fmla="*/ 3992900 w 5671603"/>
              <a:gd name="connsiteY9" fmla="*/ 0 h 642809"/>
              <a:gd name="connsiteX10" fmla="*/ 4898940 w 5671603"/>
              <a:gd name="connsiteY10" fmla="*/ 0 h 642809"/>
              <a:gd name="connsiteX11" fmla="*/ 5662140 w 5671603"/>
              <a:gd name="connsiteY11" fmla="*/ 0 h 642809"/>
              <a:gd name="connsiteX12" fmla="*/ 5300826 w 5671603"/>
              <a:gd name="connsiteY12" fmla="*/ 111760 h 642809"/>
              <a:gd name="connsiteX13" fmla="*/ 5173190 w 5671603"/>
              <a:gd name="connsiteY13" fmla="*/ 461024 h 642809"/>
              <a:gd name="connsiteX14" fmla="*/ 4898940 w 5671603"/>
              <a:gd name="connsiteY14" fmla="*/ 642809 h 642809"/>
              <a:gd name="connsiteX15" fmla="*/ 3992900 w 5671603"/>
              <a:gd name="connsiteY15" fmla="*/ 642809 h 642809"/>
              <a:gd name="connsiteX16" fmla="*/ 3106203 w 5671603"/>
              <a:gd name="connsiteY16" fmla="*/ 642809 h 642809"/>
              <a:gd name="connsiteX17" fmla="*/ 2565400 w 5671603"/>
              <a:gd name="connsiteY17" fmla="*/ 642809 h 642809"/>
              <a:gd name="connsiteX18" fmla="*/ 1678703 w 5671603"/>
              <a:gd name="connsiteY18" fmla="*/ 642809 h 642809"/>
              <a:gd name="connsiteX19" fmla="*/ 772663 w 5671603"/>
              <a:gd name="connsiteY19" fmla="*/ 642809 h 642809"/>
              <a:gd name="connsiteX20" fmla="*/ 498413 w 5671603"/>
              <a:gd name="connsiteY20" fmla="*/ 461024 h 642809"/>
              <a:gd name="connsiteX21" fmla="*/ 370777 w 5671603"/>
              <a:gd name="connsiteY21" fmla="*/ 111760 h 642809"/>
              <a:gd name="connsiteX22" fmla="*/ 9463 w 5671603"/>
              <a:gd name="connsiteY22" fmla="*/ 0 h 642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671603" h="642809">
                <a:moveTo>
                  <a:pt x="9463" y="0"/>
                </a:moveTo>
                <a:lnTo>
                  <a:pt x="772663" y="0"/>
                </a:lnTo>
                <a:lnTo>
                  <a:pt x="1678703" y="0"/>
                </a:lnTo>
                <a:lnTo>
                  <a:pt x="1992767" y="0"/>
                </a:lnTo>
                <a:lnTo>
                  <a:pt x="2565400" y="0"/>
                </a:lnTo>
                <a:lnTo>
                  <a:pt x="2803588" y="0"/>
                </a:lnTo>
                <a:lnTo>
                  <a:pt x="2868015" y="0"/>
                </a:lnTo>
                <a:lnTo>
                  <a:pt x="3106203" y="0"/>
                </a:lnTo>
                <a:lnTo>
                  <a:pt x="3678836" y="0"/>
                </a:lnTo>
                <a:lnTo>
                  <a:pt x="3992900" y="0"/>
                </a:lnTo>
                <a:lnTo>
                  <a:pt x="4898940" y="0"/>
                </a:lnTo>
                <a:lnTo>
                  <a:pt x="5662140" y="0"/>
                </a:lnTo>
                <a:cubicBezTo>
                  <a:pt x="5729121" y="18627"/>
                  <a:pt x="5422799" y="-41277"/>
                  <a:pt x="5300826" y="111760"/>
                </a:cubicBezTo>
                <a:lnTo>
                  <a:pt x="5173190" y="461024"/>
                </a:lnTo>
                <a:cubicBezTo>
                  <a:pt x="5128005" y="567851"/>
                  <a:pt x="5022226" y="642809"/>
                  <a:pt x="4898940" y="642809"/>
                </a:cubicBezTo>
                <a:lnTo>
                  <a:pt x="3992900" y="642809"/>
                </a:lnTo>
                <a:lnTo>
                  <a:pt x="3106203" y="642809"/>
                </a:lnTo>
                <a:lnTo>
                  <a:pt x="2565400" y="642809"/>
                </a:lnTo>
                <a:lnTo>
                  <a:pt x="1678703" y="642809"/>
                </a:lnTo>
                <a:lnTo>
                  <a:pt x="772663" y="642809"/>
                </a:lnTo>
                <a:cubicBezTo>
                  <a:pt x="649377" y="642809"/>
                  <a:pt x="543598" y="567851"/>
                  <a:pt x="498413" y="461024"/>
                </a:cubicBezTo>
                <a:lnTo>
                  <a:pt x="370777" y="111760"/>
                </a:lnTo>
                <a:cubicBezTo>
                  <a:pt x="248804" y="-41277"/>
                  <a:pt x="-57518" y="18627"/>
                  <a:pt x="9463" y="0"/>
                </a:cubicBezTo>
                <a:close/>
              </a:path>
            </a:pathLst>
          </a:custGeom>
          <a:solidFill>
            <a:srgbClr val="2E8F5C"/>
          </a:solidFill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63D0BB-9A46-0D16-2B29-E05F3D60A336}"/>
              </a:ext>
            </a:extLst>
          </p:cNvPr>
          <p:cNvSpPr txBox="1"/>
          <p:nvPr/>
        </p:nvSpPr>
        <p:spPr>
          <a:xfrm>
            <a:off x="4802271" y="62946"/>
            <a:ext cx="25915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b="1" dirty="0">
                <a:solidFill>
                  <a:schemeClr val="bg1"/>
                </a:solidFill>
              </a:rPr>
              <a:t>开题报告</a:t>
            </a:r>
          </a:p>
        </p:txBody>
      </p:sp>
    </p:spTree>
    <p:extLst>
      <p:ext uri="{BB962C8B-B14F-4D97-AF65-F5344CB8AC3E}">
        <p14:creationId xmlns:p14="http://schemas.microsoft.com/office/powerpoint/2010/main" val="1255325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文本框 172">
            <a:extLst>
              <a:ext uri="{FF2B5EF4-FFF2-40B4-BE49-F238E27FC236}">
                <a16:creationId xmlns:a16="http://schemas.microsoft.com/office/drawing/2014/main" id="{1D511210-D7DF-01FC-6AE3-3D9BB23BA592}"/>
              </a:ext>
            </a:extLst>
          </p:cNvPr>
          <p:cNvSpPr txBox="1"/>
          <p:nvPr/>
        </p:nvSpPr>
        <p:spPr>
          <a:xfrm>
            <a:off x="5101430" y="1451343"/>
            <a:ext cx="19509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200" dirty="0">
                <a:solidFill>
                  <a:srgbClr val="61AE67"/>
                </a:solidFill>
              </a:rPr>
              <a:t>CONTENTS</a:t>
            </a:r>
            <a:endParaRPr lang="zh-CN" altLang="en-US" sz="1200" dirty="0">
              <a:solidFill>
                <a:srgbClr val="61AE67"/>
              </a:solidFill>
            </a:endParaRPr>
          </a:p>
        </p:txBody>
      </p:sp>
      <p:grpSp>
        <p:nvGrpSpPr>
          <p:cNvPr id="302" name="组合 301">
            <a:extLst>
              <a:ext uri="{FF2B5EF4-FFF2-40B4-BE49-F238E27FC236}">
                <a16:creationId xmlns:a16="http://schemas.microsoft.com/office/drawing/2014/main" id="{712A84B7-D730-937D-49D0-49FFBB00EE1D}"/>
              </a:ext>
            </a:extLst>
          </p:cNvPr>
          <p:cNvGrpSpPr/>
          <p:nvPr/>
        </p:nvGrpSpPr>
        <p:grpSpPr>
          <a:xfrm rot="20176069">
            <a:off x="7947917" y="5031225"/>
            <a:ext cx="548654" cy="152286"/>
            <a:chOff x="8382431" y="4562640"/>
            <a:chExt cx="548654" cy="152286"/>
          </a:xfrm>
        </p:grpSpPr>
        <p:sp>
          <p:nvSpPr>
            <p:cNvPr id="295" name="任意多边形: 形状 294">
              <a:extLst>
                <a:ext uri="{FF2B5EF4-FFF2-40B4-BE49-F238E27FC236}">
                  <a16:creationId xmlns:a16="http://schemas.microsoft.com/office/drawing/2014/main" id="{A3FFD26F-0793-273C-1EA5-FBCB3C240427}"/>
                </a:ext>
              </a:extLst>
            </p:cNvPr>
            <p:cNvSpPr/>
            <p:nvPr/>
          </p:nvSpPr>
          <p:spPr>
            <a:xfrm>
              <a:off x="8636511" y="4583434"/>
              <a:ext cx="294574" cy="127093"/>
            </a:xfrm>
            <a:custGeom>
              <a:avLst/>
              <a:gdLst>
                <a:gd name="connsiteX0" fmla="*/ 103113 w 294574"/>
                <a:gd name="connsiteY0" fmla="*/ 104542 h 127093"/>
                <a:gd name="connsiteX1" fmla="*/ 118756 w 294574"/>
                <a:gd name="connsiteY1" fmla="*/ 88668 h 127093"/>
                <a:gd name="connsiteX2" fmla="*/ 147252 w 294574"/>
                <a:gd name="connsiteY2" fmla="*/ 31753 h 127093"/>
                <a:gd name="connsiteX3" fmla="*/ 153911 w 294574"/>
                <a:gd name="connsiteY3" fmla="*/ 10330 h 127093"/>
                <a:gd name="connsiteX4" fmla="*/ 151588 w 294574"/>
                <a:gd name="connsiteY4" fmla="*/ 16266 h 127093"/>
                <a:gd name="connsiteX5" fmla="*/ 132538 w 294574"/>
                <a:gd name="connsiteY5" fmla="*/ 78472 h 127093"/>
                <a:gd name="connsiteX6" fmla="*/ 133468 w 294574"/>
                <a:gd name="connsiteY6" fmla="*/ 108414 h 127093"/>
                <a:gd name="connsiteX7" fmla="*/ 165835 w 294574"/>
                <a:gd name="connsiteY7" fmla="*/ 49950 h 127093"/>
                <a:gd name="connsiteX8" fmla="*/ 174353 w 294574"/>
                <a:gd name="connsiteY8" fmla="*/ 26333 h 127093"/>
                <a:gd name="connsiteX9" fmla="*/ 175593 w 294574"/>
                <a:gd name="connsiteY9" fmla="*/ 24268 h 127093"/>
                <a:gd name="connsiteX10" fmla="*/ 169088 w 294574"/>
                <a:gd name="connsiteY10" fmla="*/ 78085 h 127093"/>
                <a:gd name="connsiteX11" fmla="*/ 152207 w 294574"/>
                <a:gd name="connsiteY11" fmla="*/ 111770 h 127093"/>
                <a:gd name="connsiteX12" fmla="*/ 190306 w 294574"/>
                <a:gd name="connsiteY12" fmla="*/ 51370 h 127093"/>
                <a:gd name="connsiteX13" fmla="*/ 196965 w 294574"/>
                <a:gd name="connsiteY13" fmla="*/ 24655 h 127093"/>
                <a:gd name="connsiteX14" fmla="*/ 198359 w 294574"/>
                <a:gd name="connsiteY14" fmla="*/ 21299 h 127093"/>
                <a:gd name="connsiteX15" fmla="*/ 198825 w 294574"/>
                <a:gd name="connsiteY15" fmla="*/ 35108 h 127093"/>
                <a:gd name="connsiteX16" fmla="*/ 208271 w 294574"/>
                <a:gd name="connsiteY16" fmla="*/ 97185 h 127093"/>
                <a:gd name="connsiteX17" fmla="*/ 214930 w 294574"/>
                <a:gd name="connsiteY17" fmla="*/ 95121 h 127093"/>
                <a:gd name="connsiteX18" fmla="*/ 225772 w 294574"/>
                <a:gd name="connsiteY18" fmla="*/ 86087 h 127093"/>
                <a:gd name="connsiteX19" fmla="*/ 230882 w 294574"/>
                <a:gd name="connsiteY19" fmla="*/ 73310 h 127093"/>
                <a:gd name="connsiteX20" fmla="*/ 226546 w 294574"/>
                <a:gd name="connsiteY20" fmla="*/ 32656 h 127093"/>
                <a:gd name="connsiteX21" fmla="*/ 211833 w 294574"/>
                <a:gd name="connsiteY21" fmla="*/ 8652 h 127093"/>
                <a:gd name="connsiteX22" fmla="*/ 204865 w 294574"/>
                <a:gd name="connsiteY22" fmla="*/ -512 h 127093"/>
                <a:gd name="connsiteX23" fmla="*/ 249002 w 294574"/>
                <a:gd name="connsiteY23" fmla="*/ 33173 h 127093"/>
                <a:gd name="connsiteX24" fmla="*/ 254732 w 294574"/>
                <a:gd name="connsiteY24" fmla="*/ 46079 h 127093"/>
                <a:gd name="connsiteX25" fmla="*/ 267742 w 294574"/>
                <a:gd name="connsiteY25" fmla="*/ 75633 h 127093"/>
                <a:gd name="connsiteX26" fmla="*/ 287254 w 294574"/>
                <a:gd name="connsiteY26" fmla="*/ 28526 h 127093"/>
                <a:gd name="connsiteX27" fmla="*/ 280905 w 294574"/>
                <a:gd name="connsiteY27" fmla="*/ 45305 h 127093"/>
                <a:gd name="connsiteX28" fmla="*/ 292830 w 294574"/>
                <a:gd name="connsiteY28" fmla="*/ 73826 h 127093"/>
                <a:gd name="connsiteX29" fmla="*/ 274711 w 294574"/>
                <a:gd name="connsiteY29" fmla="*/ 90604 h 127093"/>
                <a:gd name="connsiteX30" fmla="*/ 181324 w 294574"/>
                <a:gd name="connsiteY30" fmla="*/ 115899 h 127093"/>
                <a:gd name="connsiteX31" fmla="*/ 124022 w 294574"/>
                <a:gd name="connsiteY31" fmla="*/ 119384 h 127093"/>
                <a:gd name="connsiteX32" fmla="*/ 106212 w 294574"/>
                <a:gd name="connsiteY32" fmla="*/ 126481 h 127093"/>
                <a:gd name="connsiteX33" fmla="*/ 80039 w 294574"/>
                <a:gd name="connsiteY33" fmla="*/ 119126 h 127093"/>
                <a:gd name="connsiteX34" fmla="*/ 56653 w 294574"/>
                <a:gd name="connsiteY34" fmla="*/ 123643 h 127093"/>
                <a:gd name="connsiteX35" fmla="*/ 32493 w 294574"/>
                <a:gd name="connsiteY35" fmla="*/ 118868 h 127093"/>
                <a:gd name="connsiteX36" fmla="*/ 8489 w 294574"/>
                <a:gd name="connsiteY36" fmla="*/ 80278 h 127093"/>
                <a:gd name="connsiteX37" fmla="*/ 1984 w 294574"/>
                <a:gd name="connsiteY37" fmla="*/ 63114 h 127093"/>
                <a:gd name="connsiteX38" fmla="*/ 281 w 294574"/>
                <a:gd name="connsiteY38" fmla="*/ 60533 h 127093"/>
                <a:gd name="connsiteX39" fmla="*/ 103114 w 294574"/>
                <a:gd name="connsiteY39" fmla="*/ 104542 h 127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94574" h="127093">
                  <a:moveTo>
                    <a:pt x="103113" y="104542"/>
                  </a:moveTo>
                  <a:cubicBezTo>
                    <a:pt x="109247" y="100172"/>
                    <a:pt x="114145" y="94547"/>
                    <a:pt x="118756" y="88668"/>
                  </a:cubicBezTo>
                  <a:cubicBezTo>
                    <a:pt x="132743" y="70826"/>
                    <a:pt x="138588" y="52208"/>
                    <a:pt x="147252" y="31753"/>
                  </a:cubicBezTo>
                  <a:cubicBezTo>
                    <a:pt x="147571" y="31003"/>
                    <a:pt x="154872" y="10169"/>
                    <a:pt x="153911" y="10330"/>
                  </a:cubicBezTo>
                  <a:cubicBezTo>
                    <a:pt x="153600" y="10416"/>
                    <a:pt x="151782" y="15761"/>
                    <a:pt x="151588" y="16266"/>
                  </a:cubicBezTo>
                  <a:cubicBezTo>
                    <a:pt x="144159" y="35612"/>
                    <a:pt x="139002" y="58467"/>
                    <a:pt x="132538" y="78472"/>
                  </a:cubicBezTo>
                  <a:cubicBezTo>
                    <a:pt x="131118" y="82870"/>
                    <a:pt x="128626" y="111692"/>
                    <a:pt x="133468" y="108414"/>
                  </a:cubicBezTo>
                  <a:cubicBezTo>
                    <a:pt x="149062" y="97855"/>
                    <a:pt x="162686" y="67802"/>
                    <a:pt x="165835" y="49950"/>
                  </a:cubicBezTo>
                  <a:cubicBezTo>
                    <a:pt x="167232" y="42039"/>
                    <a:pt x="171618" y="33932"/>
                    <a:pt x="174353" y="26333"/>
                  </a:cubicBezTo>
                  <a:cubicBezTo>
                    <a:pt x="174543" y="25798"/>
                    <a:pt x="175865" y="23927"/>
                    <a:pt x="175593" y="24268"/>
                  </a:cubicBezTo>
                  <a:cubicBezTo>
                    <a:pt x="170765" y="30302"/>
                    <a:pt x="170030" y="68141"/>
                    <a:pt x="169088" y="78085"/>
                  </a:cubicBezTo>
                  <a:cubicBezTo>
                    <a:pt x="168872" y="80367"/>
                    <a:pt x="148818" y="112083"/>
                    <a:pt x="152207" y="111770"/>
                  </a:cubicBezTo>
                  <a:cubicBezTo>
                    <a:pt x="163249" y="110747"/>
                    <a:pt x="187299" y="62305"/>
                    <a:pt x="190306" y="51370"/>
                  </a:cubicBezTo>
                  <a:cubicBezTo>
                    <a:pt x="192729" y="42559"/>
                    <a:pt x="195131" y="33061"/>
                    <a:pt x="196965" y="24655"/>
                  </a:cubicBezTo>
                  <a:cubicBezTo>
                    <a:pt x="197223" y="23472"/>
                    <a:pt x="199476" y="20833"/>
                    <a:pt x="198359" y="21299"/>
                  </a:cubicBezTo>
                  <a:cubicBezTo>
                    <a:pt x="194107" y="23071"/>
                    <a:pt x="198713" y="30504"/>
                    <a:pt x="198825" y="35108"/>
                  </a:cubicBezTo>
                  <a:cubicBezTo>
                    <a:pt x="199049" y="44105"/>
                    <a:pt x="192257" y="98668"/>
                    <a:pt x="208271" y="97185"/>
                  </a:cubicBezTo>
                  <a:cubicBezTo>
                    <a:pt x="209887" y="97039"/>
                    <a:pt x="213894" y="96331"/>
                    <a:pt x="214930" y="95121"/>
                  </a:cubicBezTo>
                  <a:cubicBezTo>
                    <a:pt x="217992" y="91549"/>
                    <a:pt x="226566" y="90723"/>
                    <a:pt x="225772" y="86087"/>
                  </a:cubicBezTo>
                  <a:cubicBezTo>
                    <a:pt x="225031" y="81770"/>
                    <a:pt x="230215" y="78044"/>
                    <a:pt x="230882" y="73310"/>
                  </a:cubicBezTo>
                  <a:cubicBezTo>
                    <a:pt x="232962" y="58578"/>
                    <a:pt x="229931" y="46764"/>
                    <a:pt x="226546" y="32656"/>
                  </a:cubicBezTo>
                  <a:cubicBezTo>
                    <a:pt x="224341" y="23473"/>
                    <a:pt x="217882" y="15582"/>
                    <a:pt x="211833" y="8652"/>
                  </a:cubicBezTo>
                  <a:cubicBezTo>
                    <a:pt x="209310" y="5760"/>
                    <a:pt x="201108" y="272"/>
                    <a:pt x="204865" y="-512"/>
                  </a:cubicBezTo>
                  <a:cubicBezTo>
                    <a:pt x="211229" y="-1837"/>
                    <a:pt x="244159" y="25998"/>
                    <a:pt x="249002" y="33173"/>
                  </a:cubicBezTo>
                  <a:cubicBezTo>
                    <a:pt x="251610" y="37035"/>
                    <a:pt x="252096" y="41999"/>
                    <a:pt x="254732" y="46079"/>
                  </a:cubicBezTo>
                  <a:cubicBezTo>
                    <a:pt x="255951" y="47965"/>
                    <a:pt x="266350" y="76792"/>
                    <a:pt x="267742" y="75633"/>
                  </a:cubicBezTo>
                  <a:cubicBezTo>
                    <a:pt x="272848" y="71376"/>
                    <a:pt x="271921" y="28526"/>
                    <a:pt x="287254" y="28526"/>
                  </a:cubicBezTo>
                  <a:cubicBezTo>
                    <a:pt x="287341" y="28526"/>
                    <a:pt x="282221" y="36971"/>
                    <a:pt x="280905" y="45305"/>
                  </a:cubicBezTo>
                  <a:cubicBezTo>
                    <a:pt x="279381" y="54954"/>
                    <a:pt x="285062" y="68529"/>
                    <a:pt x="292830" y="73826"/>
                  </a:cubicBezTo>
                  <a:cubicBezTo>
                    <a:pt x="301136" y="79489"/>
                    <a:pt x="278394" y="89273"/>
                    <a:pt x="274711" y="90604"/>
                  </a:cubicBezTo>
                  <a:cubicBezTo>
                    <a:pt x="251613" y="98945"/>
                    <a:pt x="205574" y="117396"/>
                    <a:pt x="181324" y="115899"/>
                  </a:cubicBezTo>
                  <a:cubicBezTo>
                    <a:pt x="163719" y="114812"/>
                    <a:pt x="140877" y="114116"/>
                    <a:pt x="124022" y="119384"/>
                  </a:cubicBezTo>
                  <a:cubicBezTo>
                    <a:pt x="118237" y="121191"/>
                    <a:pt x="112408" y="125909"/>
                    <a:pt x="106212" y="126481"/>
                  </a:cubicBezTo>
                  <a:cubicBezTo>
                    <a:pt x="97743" y="127266"/>
                    <a:pt x="82369" y="119261"/>
                    <a:pt x="80039" y="119126"/>
                  </a:cubicBezTo>
                  <a:cubicBezTo>
                    <a:pt x="72113" y="118668"/>
                    <a:pt x="64462" y="122211"/>
                    <a:pt x="56653" y="123643"/>
                  </a:cubicBezTo>
                  <a:cubicBezTo>
                    <a:pt x="48756" y="125091"/>
                    <a:pt x="39997" y="120952"/>
                    <a:pt x="32493" y="118868"/>
                  </a:cubicBezTo>
                  <a:cubicBezTo>
                    <a:pt x="13957" y="113718"/>
                    <a:pt x="15802" y="94682"/>
                    <a:pt x="8489" y="80278"/>
                  </a:cubicBezTo>
                  <a:cubicBezTo>
                    <a:pt x="5636" y="74660"/>
                    <a:pt x="5750" y="68345"/>
                    <a:pt x="1984" y="63114"/>
                  </a:cubicBezTo>
                  <a:cubicBezTo>
                    <a:pt x="1380" y="62277"/>
                    <a:pt x="-577" y="59961"/>
                    <a:pt x="281" y="60533"/>
                  </a:cubicBezTo>
                  <a:cubicBezTo>
                    <a:pt x="27774" y="78862"/>
                    <a:pt x="53576" y="99308"/>
                    <a:pt x="103114" y="104542"/>
                  </a:cubicBezTo>
                  <a:close/>
                </a:path>
              </a:pathLst>
            </a:custGeom>
            <a:solidFill>
              <a:srgbClr val="49D34E">
                <a:alpha val="48000"/>
              </a:srgbClr>
            </a:soli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6" name="任意多边形: 形状 295">
              <a:extLst>
                <a:ext uri="{FF2B5EF4-FFF2-40B4-BE49-F238E27FC236}">
                  <a16:creationId xmlns:a16="http://schemas.microsoft.com/office/drawing/2014/main" id="{81E61B45-32AE-2C15-3102-2BE611DEF07A}"/>
                </a:ext>
              </a:extLst>
            </p:cNvPr>
            <p:cNvSpPr/>
            <p:nvPr/>
          </p:nvSpPr>
          <p:spPr>
            <a:xfrm>
              <a:off x="8604011" y="4623725"/>
              <a:ext cx="239005" cy="91201"/>
            </a:xfrm>
            <a:custGeom>
              <a:avLst/>
              <a:gdLst>
                <a:gd name="connsiteX0" fmla="*/ 33553 w 239005"/>
                <a:gd name="connsiteY0" fmla="*/ 60251 h 91201"/>
                <a:gd name="connsiteX1" fmla="*/ 8156 w 239005"/>
                <a:gd name="connsiteY1" fmla="*/ 41150 h 91201"/>
                <a:gd name="connsiteX2" fmla="*/ 2116 w 239005"/>
                <a:gd name="connsiteY2" fmla="*/ 19339 h 91201"/>
                <a:gd name="connsiteX3" fmla="*/ 102 w 239005"/>
                <a:gd name="connsiteY3" fmla="*/ 10563 h 91201"/>
                <a:gd name="connsiteX4" fmla="*/ 26120 w 239005"/>
                <a:gd name="connsiteY4" fmla="*/ 32762 h 91201"/>
                <a:gd name="connsiteX5" fmla="*/ 56320 w 239005"/>
                <a:gd name="connsiteY5" fmla="*/ 71091 h 91201"/>
                <a:gd name="connsiteX6" fmla="*/ 79860 w 239005"/>
                <a:gd name="connsiteY6" fmla="*/ 69543 h 91201"/>
                <a:gd name="connsiteX7" fmla="*/ 98444 w 239005"/>
                <a:gd name="connsiteY7" fmla="*/ 70833 h 91201"/>
                <a:gd name="connsiteX8" fmla="*/ 87448 w 239005"/>
                <a:gd name="connsiteY8" fmla="*/ 46570 h 91201"/>
                <a:gd name="connsiteX9" fmla="*/ 81099 w 239005"/>
                <a:gd name="connsiteY9" fmla="*/ 15983 h 91201"/>
                <a:gd name="connsiteX10" fmla="*/ 90391 w 239005"/>
                <a:gd name="connsiteY10" fmla="*/ 27083 h 91201"/>
                <a:gd name="connsiteX11" fmla="*/ 106653 w 239005"/>
                <a:gd name="connsiteY11" fmla="*/ 45538 h 91201"/>
                <a:gd name="connsiteX12" fmla="*/ 122604 w 239005"/>
                <a:gd name="connsiteY12" fmla="*/ 53927 h 91201"/>
                <a:gd name="connsiteX13" fmla="*/ 131587 w 239005"/>
                <a:gd name="connsiteY13" fmla="*/ 62445 h 91201"/>
                <a:gd name="connsiteX14" fmla="*/ 120900 w 239005"/>
                <a:gd name="connsiteY14" fmla="*/ 3206 h 91201"/>
                <a:gd name="connsiteX15" fmla="*/ 122914 w 239005"/>
                <a:gd name="connsiteY15" fmla="*/ 1271 h 91201"/>
                <a:gd name="connsiteX16" fmla="*/ 125857 w 239005"/>
                <a:gd name="connsiteY16" fmla="*/ 25534 h 91201"/>
                <a:gd name="connsiteX17" fmla="*/ 159309 w 239005"/>
                <a:gd name="connsiteY17" fmla="*/ 61928 h 91201"/>
                <a:gd name="connsiteX18" fmla="*/ 185946 w 239005"/>
                <a:gd name="connsiteY18" fmla="*/ 61540 h 91201"/>
                <a:gd name="connsiteX19" fmla="*/ 191057 w 239005"/>
                <a:gd name="connsiteY19" fmla="*/ 61023 h 91201"/>
                <a:gd name="connsiteX20" fmla="*/ 191678 w 239005"/>
                <a:gd name="connsiteY20" fmla="*/ 57539 h 91201"/>
                <a:gd name="connsiteX21" fmla="*/ 197407 w 239005"/>
                <a:gd name="connsiteY21" fmla="*/ 64507 h 91201"/>
                <a:gd name="connsiteX22" fmla="*/ 226523 w 239005"/>
                <a:gd name="connsiteY22" fmla="*/ 65927 h 91201"/>
                <a:gd name="connsiteX23" fmla="*/ 238448 w 239005"/>
                <a:gd name="connsiteY23" fmla="*/ 67347 h 91201"/>
                <a:gd name="connsiteX24" fmla="*/ 120128 w 239005"/>
                <a:gd name="connsiteY24" fmla="*/ 85028 h 91201"/>
                <a:gd name="connsiteX25" fmla="*/ 80326 w 239005"/>
                <a:gd name="connsiteY25" fmla="*/ 88383 h 91201"/>
                <a:gd name="connsiteX26" fmla="*/ 33555 w 239005"/>
                <a:gd name="connsiteY26" fmla="*/ 60248 h 91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9005" h="91201">
                  <a:moveTo>
                    <a:pt x="33553" y="60251"/>
                  </a:moveTo>
                  <a:cubicBezTo>
                    <a:pt x="25044" y="53923"/>
                    <a:pt x="14312" y="50386"/>
                    <a:pt x="8156" y="41150"/>
                  </a:cubicBezTo>
                  <a:cubicBezTo>
                    <a:pt x="3649" y="34390"/>
                    <a:pt x="2479" y="27225"/>
                    <a:pt x="2116" y="19339"/>
                  </a:cubicBezTo>
                  <a:cubicBezTo>
                    <a:pt x="1977" y="16341"/>
                    <a:pt x="2409" y="8642"/>
                    <a:pt x="102" y="10563"/>
                  </a:cubicBezTo>
                  <a:cubicBezTo>
                    <a:pt x="-1008" y="11488"/>
                    <a:pt x="24425" y="31276"/>
                    <a:pt x="26120" y="32762"/>
                  </a:cubicBezTo>
                  <a:cubicBezTo>
                    <a:pt x="35880" y="41312"/>
                    <a:pt x="49094" y="67094"/>
                    <a:pt x="56320" y="71091"/>
                  </a:cubicBezTo>
                  <a:cubicBezTo>
                    <a:pt x="63200" y="74899"/>
                    <a:pt x="72008" y="69976"/>
                    <a:pt x="79860" y="69543"/>
                  </a:cubicBezTo>
                  <a:cubicBezTo>
                    <a:pt x="81383" y="69456"/>
                    <a:pt x="98424" y="70914"/>
                    <a:pt x="98444" y="70833"/>
                  </a:cubicBezTo>
                  <a:cubicBezTo>
                    <a:pt x="99922" y="64676"/>
                    <a:pt x="89398" y="52345"/>
                    <a:pt x="87448" y="46570"/>
                  </a:cubicBezTo>
                  <a:cubicBezTo>
                    <a:pt x="84667" y="38329"/>
                    <a:pt x="85558" y="23417"/>
                    <a:pt x="81099" y="15983"/>
                  </a:cubicBezTo>
                  <a:cubicBezTo>
                    <a:pt x="78616" y="11846"/>
                    <a:pt x="87122" y="23534"/>
                    <a:pt x="90391" y="27083"/>
                  </a:cubicBezTo>
                  <a:cubicBezTo>
                    <a:pt x="95845" y="33004"/>
                    <a:pt x="100646" y="40239"/>
                    <a:pt x="106653" y="45538"/>
                  </a:cubicBezTo>
                  <a:cubicBezTo>
                    <a:pt x="111217" y="49566"/>
                    <a:pt x="117902" y="50254"/>
                    <a:pt x="122604" y="53927"/>
                  </a:cubicBezTo>
                  <a:cubicBezTo>
                    <a:pt x="123468" y="54599"/>
                    <a:pt x="130560" y="63129"/>
                    <a:pt x="131587" y="62445"/>
                  </a:cubicBezTo>
                  <a:cubicBezTo>
                    <a:pt x="132614" y="61761"/>
                    <a:pt x="121431" y="12921"/>
                    <a:pt x="120900" y="3206"/>
                  </a:cubicBezTo>
                  <a:cubicBezTo>
                    <a:pt x="120814" y="1622"/>
                    <a:pt x="121236" y="-3145"/>
                    <a:pt x="122914" y="1271"/>
                  </a:cubicBezTo>
                  <a:cubicBezTo>
                    <a:pt x="125720" y="8677"/>
                    <a:pt x="124268" y="17758"/>
                    <a:pt x="125857" y="25534"/>
                  </a:cubicBezTo>
                  <a:cubicBezTo>
                    <a:pt x="128876" y="40319"/>
                    <a:pt x="144136" y="58182"/>
                    <a:pt x="159309" y="61928"/>
                  </a:cubicBezTo>
                  <a:cubicBezTo>
                    <a:pt x="168586" y="64219"/>
                    <a:pt x="176598" y="62316"/>
                    <a:pt x="185946" y="61540"/>
                  </a:cubicBezTo>
                  <a:cubicBezTo>
                    <a:pt x="187252" y="61437"/>
                    <a:pt x="190918" y="61144"/>
                    <a:pt x="191057" y="61023"/>
                  </a:cubicBezTo>
                  <a:cubicBezTo>
                    <a:pt x="191963" y="60264"/>
                    <a:pt x="190885" y="56662"/>
                    <a:pt x="191678" y="57539"/>
                  </a:cubicBezTo>
                  <a:cubicBezTo>
                    <a:pt x="193450" y="59509"/>
                    <a:pt x="195140" y="62961"/>
                    <a:pt x="197407" y="64507"/>
                  </a:cubicBezTo>
                  <a:cubicBezTo>
                    <a:pt x="204565" y="69388"/>
                    <a:pt x="217964" y="64501"/>
                    <a:pt x="226523" y="65927"/>
                  </a:cubicBezTo>
                  <a:cubicBezTo>
                    <a:pt x="230471" y="66583"/>
                    <a:pt x="241843" y="65229"/>
                    <a:pt x="238448" y="67347"/>
                  </a:cubicBezTo>
                  <a:cubicBezTo>
                    <a:pt x="202284" y="89950"/>
                    <a:pt x="160362" y="83946"/>
                    <a:pt x="120128" y="85028"/>
                  </a:cubicBezTo>
                  <a:cubicBezTo>
                    <a:pt x="109458" y="85313"/>
                    <a:pt x="89898" y="94888"/>
                    <a:pt x="80326" y="88383"/>
                  </a:cubicBezTo>
                  <a:cubicBezTo>
                    <a:pt x="72170" y="82841"/>
                    <a:pt x="64322" y="76854"/>
                    <a:pt x="33555" y="60248"/>
                  </a:cubicBezTo>
                  <a:close/>
                </a:path>
              </a:pathLst>
            </a:custGeom>
            <a:solidFill>
              <a:srgbClr val="1B6F1E">
                <a:alpha val="48000"/>
              </a:srgbClr>
            </a:soli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7" name="任意多边形: 形状 296">
              <a:extLst>
                <a:ext uri="{FF2B5EF4-FFF2-40B4-BE49-F238E27FC236}">
                  <a16:creationId xmlns:a16="http://schemas.microsoft.com/office/drawing/2014/main" id="{51715D49-D583-F18C-A4E3-B5D616651DDF}"/>
                </a:ext>
              </a:extLst>
            </p:cNvPr>
            <p:cNvSpPr/>
            <p:nvPr/>
          </p:nvSpPr>
          <p:spPr>
            <a:xfrm>
              <a:off x="8413434" y="4582756"/>
              <a:ext cx="281057" cy="121476"/>
            </a:xfrm>
            <a:custGeom>
              <a:avLst/>
              <a:gdLst>
                <a:gd name="connsiteX0" fmla="*/ 82122 w 281057"/>
                <a:gd name="connsiteY0" fmla="*/ 75815 h 121476"/>
                <a:gd name="connsiteX1" fmla="*/ 102214 w 281057"/>
                <a:gd name="connsiteY1" fmla="*/ 66174 h 121476"/>
                <a:gd name="connsiteX2" fmla="*/ 148294 w 281057"/>
                <a:gd name="connsiteY2" fmla="*/ 22264 h 121476"/>
                <a:gd name="connsiteX3" fmla="*/ 161811 w 281057"/>
                <a:gd name="connsiteY3" fmla="*/ 4359 h 121476"/>
                <a:gd name="connsiteX4" fmla="*/ 157616 w 281057"/>
                <a:gd name="connsiteY4" fmla="*/ 9159 h 121476"/>
                <a:gd name="connsiteX5" fmla="*/ 118635 w 281057"/>
                <a:gd name="connsiteY5" fmla="*/ 61246 h 121476"/>
                <a:gd name="connsiteX6" fmla="*/ 109375 w 281057"/>
                <a:gd name="connsiteY6" fmla="*/ 89734 h 121476"/>
                <a:gd name="connsiteX7" fmla="*/ 159622 w 281057"/>
                <a:gd name="connsiteY7" fmla="*/ 45678 h 121476"/>
                <a:gd name="connsiteX8" fmla="*/ 175631 w 281057"/>
                <a:gd name="connsiteY8" fmla="*/ 26338 h 121476"/>
                <a:gd name="connsiteX9" fmla="*/ 177496 w 281057"/>
                <a:gd name="connsiteY9" fmla="*/ 24814 h 121476"/>
                <a:gd name="connsiteX10" fmla="*/ 153158 w 281057"/>
                <a:gd name="connsiteY10" fmla="*/ 73253 h 121476"/>
                <a:gd name="connsiteX11" fmla="*/ 125871 w 281057"/>
                <a:gd name="connsiteY11" fmla="*/ 99235 h 121476"/>
                <a:gd name="connsiteX12" fmla="*/ 182165 w 281057"/>
                <a:gd name="connsiteY12" fmla="*/ 55297 h 121476"/>
                <a:gd name="connsiteX13" fmla="*/ 197475 w 281057"/>
                <a:gd name="connsiteY13" fmla="*/ 32413 h 121476"/>
                <a:gd name="connsiteX14" fmla="*/ 199923 w 281057"/>
                <a:gd name="connsiteY14" fmla="*/ 29727 h 121476"/>
                <a:gd name="connsiteX15" fmla="*/ 195686 w 281057"/>
                <a:gd name="connsiteY15" fmla="*/ 42879 h 121476"/>
                <a:gd name="connsiteX16" fmla="*/ 183563 w 281057"/>
                <a:gd name="connsiteY16" fmla="*/ 104489 h 121476"/>
                <a:gd name="connsiteX17" fmla="*/ 190527 w 281057"/>
                <a:gd name="connsiteY17" fmla="*/ 104799 h 121476"/>
                <a:gd name="connsiteX18" fmla="*/ 203786 w 281057"/>
                <a:gd name="connsiteY18" fmla="*/ 99968 h 121476"/>
                <a:gd name="connsiteX19" fmla="*/ 212920 w 281057"/>
                <a:gd name="connsiteY19" fmla="*/ 89675 h 121476"/>
                <a:gd name="connsiteX20" fmla="*/ 222601 w 281057"/>
                <a:gd name="connsiteY20" fmla="*/ 49954 h 121476"/>
                <a:gd name="connsiteX21" fmla="*/ 216882 w 281057"/>
                <a:gd name="connsiteY21" fmla="*/ 22386 h 121476"/>
                <a:gd name="connsiteX22" fmla="*/ 213426 w 281057"/>
                <a:gd name="connsiteY22" fmla="*/ 11404 h 121476"/>
                <a:gd name="connsiteX23" fmla="*/ 243556 w 281057"/>
                <a:gd name="connsiteY23" fmla="*/ 58041 h 121476"/>
                <a:gd name="connsiteX24" fmla="*/ 244579 w 281057"/>
                <a:gd name="connsiteY24" fmla="*/ 72125 h 121476"/>
                <a:gd name="connsiteX25" fmla="*/ 246817 w 281057"/>
                <a:gd name="connsiteY25" fmla="*/ 104338 h 121476"/>
                <a:gd name="connsiteX26" fmla="*/ 281123 w 281057"/>
                <a:gd name="connsiteY26" fmla="*/ 66618 h 121476"/>
                <a:gd name="connsiteX27" fmla="*/ 269469 w 281057"/>
                <a:gd name="connsiteY27" fmla="*/ 80256 h 121476"/>
                <a:gd name="connsiteX28" fmla="*/ 271036 w 281057"/>
                <a:gd name="connsiteY28" fmla="*/ 111131 h 121476"/>
                <a:gd name="connsiteX29" fmla="*/ 248306 w 281057"/>
                <a:gd name="connsiteY29" fmla="*/ 120784 h 121476"/>
                <a:gd name="connsiteX30" fmla="*/ 151871 w 281057"/>
                <a:gd name="connsiteY30" fmla="*/ 112975 h 121476"/>
                <a:gd name="connsiteX31" fmla="*/ 96772 w 281057"/>
                <a:gd name="connsiteY31" fmla="*/ 96857 h 121476"/>
                <a:gd name="connsiteX32" fmla="*/ 77611 w 281057"/>
                <a:gd name="connsiteY32" fmla="*/ 97504 h 121476"/>
                <a:gd name="connsiteX33" fmla="*/ 55473 w 281057"/>
                <a:gd name="connsiteY33" fmla="*/ 81724 h 121476"/>
                <a:gd name="connsiteX34" fmla="*/ 31938 w 281057"/>
                <a:gd name="connsiteY34" fmla="*/ 78058 h 121476"/>
                <a:gd name="connsiteX35" fmla="*/ 10821 w 281057"/>
                <a:gd name="connsiteY35" fmla="*/ 65387 h 121476"/>
                <a:gd name="connsiteX36" fmla="*/ 1297 w 281057"/>
                <a:gd name="connsiteY36" fmla="*/ 20950 h 121476"/>
                <a:gd name="connsiteX37" fmla="*/ 986 w 281057"/>
                <a:gd name="connsiteY37" fmla="*/ 2597 h 121476"/>
                <a:gd name="connsiteX38" fmla="*/ 253 w 281057"/>
                <a:gd name="connsiteY38" fmla="*/ -408 h 121476"/>
                <a:gd name="connsiteX39" fmla="*/ 82119 w 281057"/>
                <a:gd name="connsiteY39" fmla="*/ 75811 h 12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81057" h="121476">
                  <a:moveTo>
                    <a:pt x="82122" y="75815"/>
                  </a:moveTo>
                  <a:cubicBezTo>
                    <a:pt x="89375" y="73781"/>
                    <a:pt x="95887" y="70145"/>
                    <a:pt x="102214" y="66174"/>
                  </a:cubicBezTo>
                  <a:cubicBezTo>
                    <a:pt x="121416" y="54120"/>
                    <a:pt x="133217" y="38580"/>
                    <a:pt x="148294" y="22264"/>
                  </a:cubicBezTo>
                  <a:cubicBezTo>
                    <a:pt x="148845" y="21670"/>
                    <a:pt x="162771" y="4535"/>
                    <a:pt x="161811" y="4359"/>
                  </a:cubicBezTo>
                  <a:cubicBezTo>
                    <a:pt x="161493" y="4359"/>
                    <a:pt x="157970" y="8750"/>
                    <a:pt x="157616" y="9159"/>
                  </a:cubicBezTo>
                  <a:cubicBezTo>
                    <a:pt x="144077" y="24848"/>
                    <a:pt x="131489" y="44609"/>
                    <a:pt x="118635" y="61246"/>
                  </a:cubicBezTo>
                  <a:cubicBezTo>
                    <a:pt x="115809" y="64902"/>
                    <a:pt x="103709" y="91180"/>
                    <a:pt x="109375" y="89734"/>
                  </a:cubicBezTo>
                  <a:cubicBezTo>
                    <a:pt x="127623" y="85077"/>
                    <a:pt x="150614" y="61409"/>
                    <a:pt x="159622" y="45678"/>
                  </a:cubicBezTo>
                  <a:cubicBezTo>
                    <a:pt x="163613" y="38707"/>
                    <a:pt x="170485" y="32562"/>
                    <a:pt x="175631" y="26338"/>
                  </a:cubicBezTo>
                  <a:cubicBezTo>
                    <a:pt x="175993" y="25898"/>
                    <a:pt x="177867" y="24586"/>
                    <a:pt x="177496" y="24814"/>
                  </a:cubicBezTo>
                  <a:cubicBezTo>
                    <a:pt x="170910" y="28859"/>
                    <a:pt x="157410" y="64216"/>
                    <a:pt x="153158" y="73253"/>
                  </a:cubicBezTo>
                  <a:cubicBezTo>
                    <a:pt x="152182" y="75327"/>
                    <a:pt x="122577" y="98383"/>
                    <a:pt x="125871" y="99235"/>
                  </a:cubicBezTo>
                  <a:cubicBezTo>
                    <a:pt x="136609" y="102011"/>
                    <a:pt x="175634" y="64568"/>
                    <a:pt x="182165" y="55297"/>
                  </a:cubicBezTo>
                  <a:cubicBezTo>
                    <a:pt x="187429" y="47826"/>
                    <a:pt x="192904" y="39701"/>
                    <a:pt x="197475" y="32413"/>
                  </a:cubicBezTo>
                  <a:cubicBezTo>
                    <a:pt x="198122" y="31387"/>
                    <a:pt x="201132" y="29667"/>
                    <a:pt x="199923" y="29727"/>
                  </a:cubicBezTo>
                  <a:cubicBezTo>
                    <a:pt x="195323" y="29951"/>
                    <a:pt x="197135" y="38507"/>
                    <a:pt x="195686" y="42879"/>
                  </a:cubicBezTo>
                  <a:cubicBezTo>
                    <a:pt x="192852" y="51420"/>
                    <a:pt x="167991" y="100463"/>
                    <a:pt x="183563" y="104489"/>
                  </a:cubicBezTo>
                  <a:cubicBezTo>
                    <a:pt x="185132" y="104894"/>
                    <a:pt x="189141" y="105588"/>
                    <a:pt x="190527" y="104799"/>
                  </a:cubicBezTo>
                  <a:cubicBezTo>
                    <a:pt x="194617" y="102475"/>
                    <a:pt x="202964" y="104601"/>
                    <a:pt x="203786" y="99968"/>
                  </a:cubicBezTo>
                  <a:cubicBezTo>
                    <a:pt x="204553" y="95656"/>
                    <a:pt x="210688" y="93904"/>
                    <a:pt x="212920" y="89675"/>
                  </a:cubicBezTo>
                  <a:cubicBezTo>
                    <a:pt x="219863" y="76517"/>
                    <a:pt x="221011" y="64375"/>
                    <a:pt x="222601" y="49954"/>
                  </a:cubicBezTo>
                  <a:cubicBezTo>
                    <a:pt x="223636" y="40566"/>
                    <a:pt x="220227" y="30955"/>
                    <a:pt x="216882" y="22386"/>
                  </a:cubicBezTo>
                  <a:cubicBezTo>
                    <a:pt x="215486" y="18811"/>
                    <a:pt x="209626" y="10870"/>
                    <a:pt x="213426" y="11404"/>
                  </a:cubicBezTo>
                  <a:cubicBezTo>
                    <a:pt x="219863" y="12312"/>
                    <a:pt x="241428" y="49651"/>
                    <a:pt x="243556" y="58041"/>
                  </a:cubicBezTo>
                  <a:cubicBezTo>
                    <a:pt x="244703" y="62559"/>
                    <a:pt x="243471" y="67394"/>
                    <a:pt x="244579" y="72125"/>
                  </a:cubicBezTo>
                  <a:cubicBezTo>
                    <a:pt x="245088" y="74313"/>
                    <a:pt x="245114" y="104958"/>
                    <a:pt x="246817" y="104338"/>
                  </a:cubicBezTo>
                  <a:cubicBezTo>
                    <a:pt x="253063" y="102062"/>
                    <a:pt x="266695" y="61427"/>
                    <a:pt x="281123" y="66618"/>
                  </a:cubicBezTo>
                  <a:cubicBezTo>
                    <a:pt x="281210" y="66618"/>
                    <a:pt x="273529" y="72860"/>
                    <a:pt x="269469" y="80256"/>
                  </a:cubicBezTo>
                  <a:cubicBezTo>
                    <a:pt x="264769" y="88820"/>
                    <a:pt x="265520" y="103517"/>
                    <a:pt x="271036" y="111131"/>
                  </a:cubicBezTo>
                  <a:cubicBezTo>
                    <a:pt x="276935" y="119270"/>
                    <a:pt x="252224" y="120779"/>
                    <a:pt x="248306" y="120784"/>
                  </a:cubicBezTo>
                  <a:cubicBezTo>
                    <a:pt x="223749" y="120784"/>
                    <a:pt x="174183" y="122592"/>
                    <a:pt x="151871" y="112975"/>
                  </a:cubicBezTo>
                  <a:cubicBezTo>
                    <a:pt x="135674" y="105993"/>
                    <a:pt x="114414" y="97606"/>
                    <a:pt x="96772" y="96857"/>
                  </a:cubicBezTo>
                  <a:cubicBezTo>
                    <a:pt x="90717" y="96599"/>
                    <a:pt x="83635" y="99066"/>
                    <a:pt x="77611" y="97504"/>
                  </a:cubicBezTo>
                  <a:cubicBezTo>
                    <a:pt x="69376" y="95376"/>
                    <a:pt x="57620" y="82639"/>
                    <a:pt x="55473" y="81724"/>
                  </a:cubicBezTo>
                  <a:cubicBezTo>
                    <a:pt x="48169" y="78611"/>
                    <a:pt x="39772" y="79354"/>
                    <a:pt x="31938" y="78058"/>
                  </a:cubicBezTo>
                  <a:cubicBezTo>
                    <a:pt x="24017" y="76747"/>
                    <a:pt x="17177" y="69887"/>
                    <a:pt x="10821" y="65387"/>
                  </a:cubicBezTo>
                  <a:cubicBezTo>
                    <a:pt x="-4877" y="54267"/>
                    <a:pt x="3301" y="36978"/>
                    <a:pt x="1297" y="20950"/>
                  </a:cubicBezTo>
                  <a:cubicBezTo>
                    <a:pt x="512" y="14697"/>
                    <a:pt x="2758" y="8794"/>
                    <a:pt x="986" y="2597"/>
                  </a:cubicBezTo>
                  <a:cubicBezTo>
                    <a:pt x="701" y="1605"/>
                    <a:pt x="-356" y="-1238"/>
                    <a:pt x="253" y="-408"/>
                  </a:cubicBezTo>
                  <a:cubicBezTo>
                    <a:pt x="19919" y="26145"/>
                    <a:pt x="37276" y="54118"/>
                    <a:pt x="82119" y="75811"/>
                  </a:cubicBezTo>
                  <a:close/>
                </a:path>
              </a:pathLst>
            </a:custGeom>
            <a:solidFill>
              <a:srgbClr val="49D34E">
                <a:alpha val="48000"/>
              </a:srgbClr>
            </a:soli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8" name="任意多边形: 形状 297">
              <a:extLst>
                <a:ext uri="{FF2B5EF4-FFF2-40B4-BE49-F238E27FC236}">
                  <a16:creationId xmlns:a16="http://schemas.microsoft.com/office/drawing/2014/main" id="{EA5666B8-27A0-F4E9-5926-9C7F3D2363E5}"/>
                </a:ext>
              </a:extLst>
            </p:cNvPr>
            <p:cNvSpPr/>
            <p:nvPr/>
          </p:nvSpPr>
          <p:spPr>
            <a:xfrm>
              <a:off x="8382431" y="4562640"/>
              <a:ext cx="209593" cy="136492"/>
            </a:xfrm>
            <a:custGeom>
              <a:avLst/>
              <a:gdLst>
                <a:gd name="connsiteX0" fmla="*/ 18445 w 209593"/>
                <a:gd name="connsiteY0" fmla="*/ 57621 h 136492"/>
                <a:gd name="connsiteX1" fmla="*/ 1011 w 209593"/>
                <a:gd name="connsiteY1" fmla="*/ 31050 h 136492"/>
                <a:gd name="connsiteX2" fmla="*/ 2711 w 209593"/>
                <a:gd name="connsiteY2" fmla="*/ 8482 h 136492"/>
                <a:gd name="connsiteX3" fmla="*/ 3787 w 209593"/>
                <a:gd name="connsiteY3" fmla="*/ -457 h 136492"/>
                <a:gd name="connsiteX4" fmla="*/ 20755 w 209593"/>
                <a:gd name="connsiteY4" fmla="*/ 29238 h 136492"/>
                <a:gd name="connsiteX5" fmla="*/ 36198 w 209593"/>
                <a:gd name="connsiteY5" fmla="*/ 75527 h 136492"/>
                <a:gd name="connsiteX6" fmla="*/ 58872 w 209593"/>
                <a:gd name="connsiteY6" fmla="*/ 82038 h 136492"/>
                <a:gd name="connsiteX7" fmla="*/ 75923 w 209593"/>
                <a:gd name="connsiteY7" fmla="*/ 89544 h 136492"/>
                <a:gd name="connsiteX8" fmla="*/ 73789 w 209593"/>
                <a:gd name="connsiteY8" fmla="*/ 62991 h 136492"/>
                <a:gd name="connsiteX9" fmla="*/ 78167 w 209593"/>
                <a:gd name="connsiteY9" fmla="*/ 32061 h 136492"/>
                <a:gd name="connsiteX10" fmla="*/ 83155 w 209593"/>
                <a:gd name="connsiteY10" fmla="*/ 45650 h 136492"/>
                <a:gd name="connsiteX11" fmla="*/ 92209 w 209593"/>
                <a:gd name="connsiteY11" fmla="*/ 68520 h 136492"/>
                <a:gd name="connsiteX12" fmla="*/ 104380 w 209593"/>
                <a:gd name="connsiteY12" fmla="*/ 81813 h 136492"/>
                <a:gd name="connsiteX13" fmla="*/ 109948 w 209593"/>
                <a:gd name="connsiteY13" fmla="*/ 92869 h 136492"/>
                <a:gd name="connsiteX14" fmla="*/ 119944 w 209593"/>
                <a:gd name="connsiteY14" fmla="*/ 33511 h 136492"/>
                <a:gd name="connsiteX15" fmla="*/ 122494 w 209593"/>
                <a:gd name="connsiteY15" fmla="*/ 32371 h 136492"/>
                <a:gd name="connsiteX16" fmla="*/ 117050 w 209593"/>
                <a:gd name="connsiteY16" fmla="*/ 56198 h 136492"/>
                <a:gd name="connsiteX17" fmla="*/ 136208 w 209593"/>
                <a:gd name="connsiteY17" fmla="*/ 101767 h 136492"/>
                <a:gd name="connsiteX18" fmla="*/ 161404 w 209593"/>
                <a:gd name="connsiteY18" fmla="*/ 110419 h 136492"/>
                <a:gd name="connsiteX19" fmla="*/ 166389 w 209593"/>
                <a:gd name="connsiteY19" fmla="*/ 111661 h 136492"/>
                <a:gd name="connsiteX20" fmla="*/ 168150 w 209593"/>
                <a:gd name="connsiteY20" fmla="*/ 108592 h 136492"/>
                <a:gd name="connsiteX21" fmla="*/ 171184 w 209593"/>
                <a:gd name="connsiteY21" fmla="*/ 117089 h 136492"/>
                <a:gd name="connsiteX22" fmla="*/ 198100 w 209593"/>
                <a:gd name="connsiteY22" fmla="*/ 128281 h 136492"/>
                <a:gd name="connsiteX23" fmla="*/ 208840 w 209593"/>
                <a:gd name="connsiteY23" fmla="*/ 133654 h 136492"/>
                <a:gd name="connsiteX24" fmla="*/ 91519 w 209593"/>
                <a:gd name="connsiteY24" fmla="*/ 110240 h 136492"/>
                <a:gd name="connsiteX25" fmla="*/ 52932 w 209593"/>
                <a:gd name="connsiteY25" fmla="*/ 99925 h 136492"/>
                <a:gd name="connsiteX26" fmla="*/ 18446 w 209593"/>
                <a:gd name="connsiteY26" fmla="*/ 57618 h 136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9593" h="136492">
                  <a:moveTo>
                    <a:pt x="18445" y="57621"/>
                  </a:moveTo>
                  <a:cubicBezTo>
                    <a:pt x="12580" y="48786"/>
                    <a:pt x="3679" y="41825"/>
                    <a:pt x="1011" y="31050"/>
                  </a:cubicBezTo>
                  <a:cubicBezTo>
                    <a:pt x="-941" y="23164"/>
                    <a:pt x="382" y="16026"/>
                    <a:pt x="2711" y="8482"/>
                  </a:cubicBezTo>
                  <a:cubicBezTo>
                    <a:pt x="3595" y="5614"/>
                    <a:pt x="6607" y="-1485"/>
                    <a:pt x="3787" y="-457"/>
                  </a:cubicBezTo>
                  <a:cubicBezTo>
                    <a:pt x="2431" y="35"/>
                    <a:pt x="19663" y="27266"/>
                    <a:pt x="20755" y="29238"/>
                  </a:cubicBezTo>
                  <a:cubicBezTo>
                    <a:pt x="27046" y="40588"/>
                    <a:pt x="30752" y="69320"/>
                    <a:pt x="36198" y="75527"/>
                  </a:cubicBezTo>
                  <a:cubicBezTo>
                    <a:pt x="41383" y="81439"/>
                    <a:pt x="51337" y="79789"/>
                    <a:pt x="58872" y="82038"/>
                  </a:cubicBezTo>
                  <a:cubicBezTo>
                    <a:pt x="60335" y="82469"/>
                    <a:pt x="75878" y="89614"/>
                    <a:pt x="75923" y="89544"/>
                  </a:cubicBezTo>
                  <a:cubicBezTo>
                    <a:pt x="79397" y="84250"/>
                    <a:pt x="73668" y="69085"/>
                    <a:pt x="73789" y="62991"/>
                  </a:cubicBezTo>
                  <a:cubicBezTo>
                    <a:pt x="73961" y="54294"/>
                    <a:pt x="79848" y="40564"/>
                    <a:pt x="78167" y="32061"/>
                  </a:cubicBezTo>
                  <a:cubicBezTo>
                    <a:pt x="77232" y="27327"/>
                    <a:pt x="81280" y="41204"/>
                    <a:pt x="83155" y="45650"/>
                  </a:cubicBezTo>
                  <a:cubicBezTo>
                    <a:pt x="86282" y="53067"/>
                    <a:pt x="88352" y="61501"/>
                    <a:pt x="92209" y="68520"/>
                  </a:cubicBezTo>
                  <a:cubicBezTo>
                    <a:pt x="95141" y="73856"/>
                    <a:pt x="101199" y="76766"/>
                    <a:pt x="104380" y="81813"/>
                  </a:cubicBezTo>
                  <a:cubicBezTo>
                    <a:pt x="104966" y="82738"/>
                    <a:pt x="108751" y="93165"/>
                    <a:pt x="109948" y="92869"/>
                  </a:cubicBezTo>
                  <a:cubicBezTo>
                    <a:pt x="111186" y="92567"/>
                    <a:pt x="117155" y="42831"/>
                    <a:pt x="119944" y="33511"/>
                  </a:cubicBezTo>
                  <a:cubicBezTo>
                    <a:pt x="120402" y="31990"/>
                    <a:pt x="122414" y="27649"/>
                    <a:pt x="122494" y="32371"/>
                  </a:cubicBezTo>
                  <a:cubicBezTo>
                    <a:pt x="122624" y="40290"/>
                    <a:pt x="118188" y="48342"/>
                    <a:pt x="117050" y="56198"/>
                  </a:cubicBezTo>
                  <a:cubicBezTo>
                    <a:pt x="114888" y="71132"/>
                    <a:pt x="123199" y="93106"/>
                    <a:pt x="136208" y="101767"/>
                  </a:cubicBezTo>
                  <a:cubicBezTo>
                    <a:pt x="144163" y="107063"/>
                    <a:pt x="152346" y="107984"/>
                    <a:pt x="161404" y="110419"/>
                  </a:cubicBezTo>
                  <a:cubicBezTo>
                    <a:pt x="162669" y="110764"/>
                    <a:pt x="166218" y="111728"/>
                    <a:pt x="166389" y="111661"/>
                  </a:cubicBezTo>
                  <a:cubicBezTo>
                    <a:pt x="167498" y="111256"/>
                    <a:pt x="167705" y="107500"/>
                    <a:pt x="168150" y="108592"/>
                  </a:cubicBezTo>
                  <a:cubicBezTo>
                    <a:pt x="169152" y="111046"/>
                    <a:pt x="169573" y="114867"/>
                    <a:pt x="171184" y="117089"/>
                  </a:cubicBezTo>
                  <a:cubicBezTo>
                    <a:pt x="176267" y="124104"/>
                    <a:pt x="190529" y="124042"/>
                    <a:pt x="198100" y="128281"/>
                  </a:cubicBezTo>
                  <a:cubicBezTo>
                    <a:pt x="201594" y="130234"/>
                    <a:pt x="212751" y="132809"/>
                    <a:pt x="208840" y="133654"/>
                  </a:cubicBezTo>
                  <a:cubicBezTo>
                    <a:pt x="167159" y="142681"/>
                    <a:pt x="129746" y="122841"/>
                    <a:pt x="91519" y="110240"/>
                  </a:cubicBezTo>
                  <a:cubicBezTo>
                    <a:pt x="81383" y="106896"/>
                    <a:pt x="59736" y="109285"/>
                    <a:pt x="52932" y="99925"/>
                  </a:cubicBezTo>
                  <a:cubicBezTo>
                    <a:pt x="47132" y="91948"/>
                    <a:pt x="41775" y="83658"/>
                    <a:pt x="18446" y="57618"/>
                  </a:cubicBezTo>
                  <a:close/>
                </a:path>
              </a:pathLst>
            </a:custGeom>
            <a:solidFill>
              <a:srgbClr val="1B6F1E">
                <a:alpha val="48000"/>
              </a:srgbClr>
            </a:soli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91" name="任意多边形: 形状 190">
            <a:extLst>
              <a:ext uri="{FF2B5EF4-FFF2-40B4-BE49-F238E27FC236}">
                <a16:creationId xmlns:a16="http://schemas.microsoft.com/office/drawing/2014/main" id="{52AF9171-335E-1298-A22F-6E005E8651EC}"/>
              </a:ext>
            </a:extLst>
          </p:cNvPr>
          <p:cNvSpPr/>
          <p:nvPr/>
        </p:nvSpPr>
        <p:spPr>
          <a:xfrm>
            <a:off x="8529345" y="4808027"/>
            <a:ext cx="2269852" cy="245116"/>
          </a:xfrm>
          <a:custGeom>
            <a:avLst/>
            <a:gdLst>
              <a:gd name="connsiteX0" fmla="*/ 60585 w 2269852"/>
              <a:gd name="connsiteY0" fmla="*/ 244559 h 245116"/>
              <a:gd name="connsiteX1" fmla="*/ 48755 w 2269852"/>
              <a:gd name="connsiteY1" fmla="*/ 243852 h 245116"/>
              <a:gd name="connsiteX2" fmla="*/ 6923 w 2269852"/>
              <a:gd name="connsiteY2" fmla="*/ 221491 h 245116"/>
              <a:gd name="connsiteX3" fmla="*/ 373 w 2269852"/>
              <a:gd name="connsiteY3" fmla="*/ 200541 h 245116"/>
              <a:gd name="connsiteX4" fmla="*/ 19388 w 2269852"/>
              <a:gd name="connsiteY4" fmla="*/ 200368 h 245116"/>
              <a:gd name="connsiteX5" fmla="*/ 44740 w 2269852"/>
              <a:gd name="connsiteY5" fmla="*/ 196671 h 245116"/>
              <a:gd name="connsiteX6" fmla="*/ 74318 w 2269852"/>
              <a:gd name="connsiteY6" fmla="*/ 208467 h 245116"/>
              <a:gd name="connsiteX7" fmla="*/ 118686 w 2269852"/>
              <a:gd name="connsiteY7" fmla="*/ 206530 h 245116"/>
              <a:gd name="connsiteX8" fmla="*/ 142348 w 2269852"/>
              <a:gd name="connsiteY8" fmla="*/ 197903 h 245116"/>
              <a:gd name="connsiteX9" fmla="*/ 145729 w 2269852"/>
              <a:gd name="connsiteY9" fmla="*/ 192797 h 245116"/>
              <a:gd name="connsiteX10" fmla="*/ 207842 w 2269852"/>
              <a:gd name="connsiteY10" fmla="*/ 189804 h 245116"/>
              <a:gd name="connsiteX11" fmla="*/ 220519 w 2269852"/>
              <a:gd name="connsiteY11" fmla="*/ 192445 h 245116"/>
              <a:gd name="connsiteX12" fmla="*/ 240378 w 2269852"/>
              <a:gd name="connsiteY12" fmla="*/ 178537 h 245116"/>
              <a:gd name="connsiteX13" fmla="*/ 290028 w 2269852"/>
              <a:gd name="connsiteY13" fmla="*/ 166564 h 245116"/>
              <a:gd name="connsiteX14" fmla="*/ 320873 w 2269852"/>
              <a:gd name="connsiteY14" fmla="*/ 164276 h 245116"/>
              <a:gd name="connsiteX15" fmla="*/ 327423 w 2269852"/>
              <a:gd name="connsiteY15" fmla="*/ 169206 h 245116"/>
              <a:gd name="connsiteX16" fmla="*/ 352352 w 2269852"/>
              <a:gd name="connsiteY16" fmla="*/ 166741 h 245116"/>
              <a:gd name="connsiteX17" fmla="*/ 391015 w 2269852"/>
              <a:gd name="connsiteY17" fmla="*/ 148078 h 245116"/>
              <a:gd name="connsiteX18" fmla="*/ 425030 w 2269852"/>
              <a:gd name="connsiteY18" fmla="*/ 150190 h 245116"/>
              <a:gd name="connsiteX19" fmla="*/ 466439 w 2269852"/>
              <a:gd name="connsiteY19" fmla="*/ 142620 h 245116"/>
              <a:gd name="connsiteX20" fmla="*/ 600174 w 2269852"/>
              <a:gd name="connsiteY20" fmla="*/ 105296 h 245116"/>
              <a:gd name="connsiteX21" fmla="*/ 669471 w 2269852"/>
              <a:gd name="connsiteY21" fmla="*/ 102303 h 245116"/>
              <a:gd name="connsiteX22" fmla="*/ 752290 w 2269852"/>
              <a:gd name="connsiteY22" fmla="*/ 86458 h 245116"/>
              <a:gd name="connsiteX23" fmla="*/ 950040 w 2269852"/>
              <a:gd name="connsiteY23" fmla="*/ 51598 h 245116"/>
              <a:gd name="connsiteX24" fmla="*/ 1065184 w 2269852"/>
              <a:gd name="connsiteY24" fmla="*/ 30646 h 245116"/>
              <a:gd name="connsiteX25" fmla="*/ 1215820 w 2269852"/>
              <a:gd name="connsiteY25" fmla="*/ 26773 h 245116"/>
              <a:gd name="connsiteX26" fmla="*/ 1446741 w 2269852"/>
              <a:gd name="connsiteY26" fmla="*/ 19731 h 245116"/>
              <a:gd name="connsiteX27" fmla="*/ 1535474 w 2269852"/>
              <a:gd name="connsiteY27" fmla="*/ 23251 h 245116"/>
              <a:gd name="connsiteX28" fmla="*/ 1633926 w 2269852"/>
              <a:gd name="connsiteY28" fmla="*/ 20963 h 245116"/>
              <a:gd name="connsiteX29" fmla="*/ 1711675 w 2269852"/>
              <a:gd name="connsiteY29" fmla="*/ 12512 h 245116"/>
              <a:gd name="connsiteX30" fmla="*/ 1814564 w 2269852"/>
              <a:gd name="connsiteY30" fmla="*/ 9872 h 245116"/>
              <a:gd name="connsiteX31" fmla="*/ 1870129 w 2269852"/>
              <a:gd name="connsiteY31" fmla="*/ -340 h 245116"/>
              <a:gd name="connsiteX32" fmla="*/ 1927806 w 2269852"/>
              <a:gd name="connsiteY32" fmla="*/ 3005 h 245116"/>
              <a:gd name="connsiteX33" fmla="*/ 1974286 w 2269852"/>
              <a:gd name="connsiteY33" fmla="*/ 2652 h 245116"/>
              <a:gd name="connsiteX34" fmla="*/ 1997104 w 2269852"/>
              <a:gd name="connsiteY34" fmla="*/ 9519 h 245116"/>
              <a:gd name="connsiteX35" fmla="*/ 2027738 w 2269852"/>
              <a:gd name="connsiteY35" fmla="*/ 4413 h 245116"/>
              <a:gd name="connsiteX36" fmla="*/ 2089217 w 2269852"/>
              <a:gd name="connsiteY36" fmla="*/ 7230 h 245116"/>
              <a:gd name="connsiteX37" fmla="*/ 2142881 w 2269852"/>
              <a:gd name="connsiteY37" fmla="*/ 14096 h 245116"/>
              <a:gd name="connsiteX38" fmla="*/ 2233516 w 2269852"/>
              <a:gd name="connsiteY38" fmla="*/ 25011 h 245116"/>
              <a:gd name="connsiteX39" fmla="*/ 2269855 w 2269852"/>
              <a:gd name="connsiteY39" fmla="*/ 38744 h 245116"/>
              <a:gd name="connsiteX40" fmla="*/ 2228234 w 2269852"/>
              <a:gd name="connsiteY40" fmla="*/ 41561 h 245116"/>
              <a:gd name="connsiteX41" fmla="*/ 2165275 w 2269852"/>
              <a:gd name="connsiteY41" fmla="*/ 26420 h 245116"/>
              <a:gd name="connsiteX42" fmla="*/ 2078019 w 2269852"/>
              <a:gd name="connsiteY42" fmla="*/ 19553 h 245116"/>
              <a:gd name="connsiteX43" fmla="*/ 1960342 w 2269852"/>
              <a:gd name="connsiteY43" fmla="*/ 7934 h 245116"/>
              <a:gd name="connsiteX44" fmla="*/ 1909002 w 2269852"/>
              <a:gd name="connsiteY44" fmla="*/ 11279 h 245116"/>
              <a:gd name="connsiteX45" fmla="*/ 1796606 w 2269852"/>
              <a:gd name="connsiteY45" fmla="*/ 12336 h 245116"/>
              <a:gd name="connsiteX46" fmla="*/ 1667730 w 2269852"/>
              <a:gd name="connsiteY46" fmla="*/ 26244 h 245116"/>
              <a:gd name="connsiteX47" fmla="*/ 1521319 w 2269852"/>
              <a:gd name="connsiteY47" fmla="*/ 51597 h 245116"/>
              <a:gd name="connsiteX48" fmla="*/ 1338147 w 2269852"/>
              <a:gd name="connsiteY48" fmla="*/ 74837 h 245116"/>
              <a:gd name="connsiteX49" fmla="*/ 900392 w 2269852"/>
              <a:gd name="connsiteY49" fmla="*/ 105824 h 245116"/>
              <a:gd name="connsiteX50" fmla="*/ 792008 w 2269852"/>
              <a:gd name="connsiteY50" fmla="*/ 128183 h 245116"/>
              <a:gd name="connsiteX51" fmla="*/ 569118 w 2269852"/>
              <a:gd name="connsiteY51" fmla="*/ 157937 h 245116"/>
              <a:gd name="connsiteX52" fmla="*/ 401156 w 2269852"/>
              <a:gd name="connsiteY52" fmla="*/ 192444 h 245116"/>
              <a:gd name="connsiteX53" fmla="*/ 333761 w 2269852"/>
              <a:gd name="connsiteY53" fmla="*/ 202656 h 245116"/>
              <a:gd name="connsiteX54" fmla="*/ 271013 w 2269852"/>
              <a:gd name="connsiteY54" fmla="*/ 220086 h 245116"/>
              <a:gd name="connsiteX55" fmla="*/ 60585 w 2269852"/>
              <a:gd name="connsiteY55" fmla="*/ 244558 h 245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269852" h="245116">
                <a:moveTo>
                  <a:pt x="60585" y="244559"/>
                </a:moveTo>
                <a:cubicBezTo>
                  <a:pt x="56651" y="244058"/>
                  <a:pt x="52722" y="243774"/>
                  <a:pt x="48755" y="243852"/>
                </a:cubicBezTo>
                <a:cubicBezTo>
                  <a:pt x="23468" y="244395"/>
                  <a:pt x="17705" y="246951"/>
                  <a:pt x="6923" y="221491"/>
                </a:cubicBezTo>
                <a:cubicBezTo>
                  <a:pt x="6224" y="219849"/>
                  <a:pt x="-1556" y="201827"/>
                  <a:pt x="373" y="200541"/>
                </a:cubicBezTo>
                <a:cubicBezTo>
                  <a:pt x="3376" y="198539"/>
                  <a:pt x="15791" y="200730"/>
                  <a:pt x="19388" y="200368"/>
                </a:cubicBezTo>
                <a:cubicBezTo>
                  <a:pt x="27333" y="199566"/>
                  <a:pt x="36760" y="195721"/>
                  <a:pt x="44740" y="196671"/>
                </a:cubicBezTo>
                <a:cubicBezTo>
                  <a:pt x="55144" y="197909"/>
                  <a:pt x="63279" y="207445"/>
                  <a:pt x="74318" y="208467"/>
                </a:cubicBezTo>
                <a:cubicBezTo>
                  <a:pt x="88194" y="209751"/>
                  <a:pt x="104784" y="207690"/>
                  <a:pt x="118686" y="206530"/>
                </a:cubicBezTo>
                <a:cubicBezTo>
                  <a:pt x="127051" y="205832"/>
                  <a:pt x="135724" y="203423"/>
                  <a:pt x="142348" y="197903"/>
                </a:cubicBezTo>
                <a:cubicBezTo>
                  <a:pt x="143916" y="196596"/>
                  <a:pt x="143687" y="192797"/>
                  <a:pt x="145729" y="192797"/>
                </a:cubicBezTo>
                <a:cubicBezTo>
                  <a:pt x="171400" y="192797"/>
                  <a:pt x="179083" y="196195"/>
                  <a:pt x="207842" y="189804"/>
                </a:cubicBezTo>
                <a:cubicBezTo>
                  <a:pt x="208999" y="189546"/>
                  <a:pt x="215573" y="193778"/>
                  <a:pt x="220519" y="192445"/>
                </a:cubicBezTo>
                <a:cubicBezTo>
                  <a:pt x="229861" y="189927"/>
                  <a:pt x="232782" y="182651"/>
                  <a:pt x="240378" y="178537"/>
                </a:cubicBezTo>
                <a:cubicBezTo>
                  <a:pt x="253320" y="171526"/>
                  <a:pt x="276335" y="169198"/>
                  <a:pt x="290028" y="166564"/>
                </a:cubicBezTo>
                <a:cubicBezTo>
                  <a:pt x="296350" y="165349"/>
                  <a:pt x="315162" y="161896"/>
                  <a:pt x="320873" y="164276"/>
                </a:cubicBezTo>
                <a:cubicBezTo>
                  <a:pt x="323589" y="165407"/>
                  <a:pt x="323545" y="168559"/>
                  <a:pt x="327423" y="169206"/>
                </a:cubicBezTo>
                <a:cubicBezTo>
                  <a:pt x="335940" y="170625"/>
                  <a:pt x="344276" y="167189"/>
                  <a:pt x="352352" y="166741"/>
                </a:cubicBezTo>
                <a:cubicBezTo>
                  <a:pt x="366567" y="165947"/>
                  <a:pt x="377646" y="151261"/>
                  <a:pt x="391015" y="148078"/>
                </a:cubicBezTo>
                <a:cubicBezTo>
                  <a:pt x="402135" y="145430"/>
                  <a:pt x="413878" y="151263"/>
                  <a:pt x="425030" y="150190"/>
                </a:cubicBezTo>
                <a:cubicBezTo>
                  <a:pt x="438387" y="148907"/>
                  <a:pt x="453011" y="144858"/>
                  <a:pt x="466439" y="142620"/>
                </a:cubicBezTo>
                <a:cubicBezTo>
                  <a:pt x="511740" y="135070"/>
                  <a:pt x="555099" y="113067"/>
                  <a:pt x="600174" y="105296"/>
                </a:cubicBezTo>
                <a:cubicBezTo>
                  <a:pt x="613939" y="102923"/>
                  <a:pt x="660898" y="108257"/>
                  <a:pt x="669471" y="102303"/>
                </a:cubicBezTo>
                <a:cubicBezTo>
                  <a:pt x="685089" y="91457"/>
                  <a:pt x="730062" y="92450"/>
                  <a:pt x="752290" y="86458"/>
                </a:cubicBezTo>
                <a:cubicBezTo>
                  <a:pt x="816823" y="69059"/>
                  <a:pt x="883982" y="60233"/>
                  <a:pt x="950040" y="51598"/>
                </a:cubicBezTo>
                <a:cubicBezTo>
                  <a:pt x="988669" y="46548"/>
                  <a:pt x="1026777" y="36702"/>
                  <a:pt x="1065184" y="30646"/>
                </a:cubicBezTo>
                <a:cubicBezTo>
                  <a:pt x="1115223" y="22758"/>
                  <a:pt x="1165780" y="30939"/>
                  <a:pt x="1215820" y="26773"/>
                </a:cubicBezTo>
                <a:cubicBezTo>
                  <a:pt x="1292702" y="20366"/>
                  <a:pt x="1369617" y="19146"/>
                  <a:pt x="1446741" y="19731"/>
                </a:cubicBezTo>
                <a:cubicBezTo>
                  <a:pt x="1476345" y="19955"/>
                  <a:pt x="1505911" y="23625"/>
                  <a:pt x="1535474" y="23251"/>
                </a:cubicBezTo>
                <a:cubicBezTo>
                  <a:pt x="1567908" y="22846"/>
                  <a:pt x="1601697" y="24800"/>
                  <a:pt x="1633926" y="20963"/>
                </a:cubicBezTo>
                <a:cubicBezTo>
                  <a:pt x="1662790" y="17527"/>
                  <a:pt x="1678100" y="13494"/>
                  <a:pt x="1711675" y="12512"/>
                </a:cubicBezTo>
                <a:cubicBezTo>
                  <a:pt x="1745067" y="11536"/>
                  <a:pt x="1781446" y="14741"/>
                  <a:pt x="1814564" y="9872"/>
                </a:cubicBezTo>
                <a:cubicBezTo>
                  <a:pt x="1832639" y="7213"/>
                  <a:pt x="1851880" y="746"/>
                  <a:pt x="1870129" y="-340"/>
                </a:cubicBezTo>
                <a:cubicBezTo>
                  <a:pt x="1889330" y="-1483"/>
                  <a:pt x="1908682" y="2208"/>
                  <a:pt x="1927806" y="3005"/>
                </a:cubicBezTo>
                <a:cubicBezTo>
                  <a:pt x="1943767" y="3670"/>
                  <a:pt x="1958851" y="635"/>
                  <a:pt x="1974286" y="2652"/>
                </a:cubicBezTo>
                <a:cubicBezTo>
                  <a:pt x="1981708" y="3622"/>
                  <a:pt x="1990356" y="9222"/>
                  <a:pt x="1997104" y="9519"/>
                </a:cubicBezTo>
                <a:cubicBezTo>
                  <a:pt x="2007422" y="9967"/>
                  <a:pt x="2017204" y="3267"/>
                  <a:pt x="2027738" y="4413"/>
                </a:cubicBezTo>
                <a:cubicBezTo>
                  <a:pt x="2048485" y="6668"/>
                  <a:pt x="2068392" y="6033"/>
                  <a:pt x="2089217" y="7230"/>
                </a:cubicBezTo>
                <a:cubicBezTo>
                  <a:pt x="2107053" y="8255"/>
                  <a:pt x="2124658" y="13157"/>
                  <a:pt x="2142881" y="14096"/>
                </a:cubicBezTo>
                <a:cubicBezTo>
                  <a:pt x="2173070" y="15652"/>
                  <a:pt x="2203500" y="25011"/>
                  <a:pt x="2233516" y="25011"/>
                </a:cubicBezTo>
                <a:cubicBezTo>
                  <a:pt x="2238570" y="25011"/>
                  <a:pt x="2271575" y="32293"/>
                  <a:pt x="2269855" y="38744"/>
                </a:cubicBezTo>
                <a:cubicBezTo>
                  <a:pt x="2268094" y="45347"/>
                  <a:pt x="2233312" y="41787"/>
                  <a:pt x="2228234" y="41561"/>
                </a:cubicBezTo>
                <a:cubicBezTo>
                  <a:pt x="2205359" y="40544"/>
                  <a:pt x="2187238" y="30457"/>
                  <a:pt x="2165275" y="26420"/>
                </a:cubicBezTo>
                <a:cubicBezTo>
                  <a:pt x="2136773" y="21181"/>
                  <a:pt x="2106864" y="21644"/>
                  <a:pt x="2078019" y="19553"/>
                </a:cubicBezTo>
                <a:cubicBezTo>
                  <a:pt x="2038741" y="16707"/>
                  <a:pt x="1999741" y="8680"/>
                  <a:pt x="1960342" y="7934"/>
                </a:cubicBezTo>
                <a:cubicBezTo>
                  <a:pt x="1943157" y="7607"/>
                  <a:pt x="1926127" y="10439"/>
                  <a:pt x="1909002" y="11279"/>
                </a:cubicBezTo>
                <a:cubicBezTo>
                  <a:pt x="1871631" y="13111"/>
                  <a:pt x="1833880" y="9908"/>
                  <a:pt x="1796606" y="12336"/>
                </a:cubicBezTo>
                <a:cubicBezTo>
                  <a:pt x="1753349" y="15152"/>
                  <a:pt x="1710812" y="21756"/>
                  <a:pt x="1667730" y="26244"/>
                </a:cubicBezTo>
                <a:cubicBezTo>
                  <a:pt x="1618163" y="31407"/>
                  <a:pt x="1570459" y="43870"/>
                  <a:pt x="1521319" y="51597"/>
                </a:cubicBezTo>
                <a:cubicBezTo>
                  <a:pt x="1460716" y="61125"/>
                  <a:pt x="1399141" y="67689"/>
                  <a:pt x="1338147" y="74837"/>
                </a:cubicBezTo>
                <a:cubicBezTo>
                  <a:pt x="1192693" y="91882"/>
                  <a:pt x="1045737" y="87189"/>
                  <a:pt x="900392" y="105824"/>
                </a:cubicBezTo>
                <a:cubicBezTo>
                  <a:pt x="863516" y="110550"/>
                  <a:pt x="828690" y="122202"/>
                  <a:pt x="792008" y="128183"/>
                </a:cubicBezTo>
                <a:cubicBezTo>
                  <a:pt x="717909" y="140264"/>
                  <a:pt x="643161" y="145023"/>
                  <a:pt x="569118" y="157937"/>
                </a:cubicBezTo>
                <a:cubicBezTo>
                  <a:pt x="512659" y="167785"/>
                  <a:pt x="456955" y="180001"/>
                  <a:pt x="401156" y="192444"/>
                </a:cubicBezTo>
                <a:cubicBezTo>
                  <a:pt x="378943" y="197398"/>
                  <a:pt x="355976" y="197814"/>
                  <a:pt x="333761" y="202656"/>
                </a:cubicBezTo>
                <a:cubicBezTo>
                  <a:pt x="312465" y="207297"/>
                  <a:pt x="292105" y="215252"/>
                  <a:pt x="271013" y="220086"/>
                </a:cubicBezTo>
                <a:cubicBezTo>
                  <a:pt x="212227" y="233557"/>
                  <a:pt x="151207" y="238141"/>
                  <a:pt x="60585" y="244558"/>
                </a:cubicBezTo>
                <a:close/>
              </a:path>
            </a:pathLst>
          </a:custGeom>
          <a:gradFill>
            <a:gsLst>
              <a:gs pos="0">
                <a:srgbClr val="71C837"/>
              </a:gs>
              <a:gs pos="50000">
                <a:srgbClr val="71C837">
                  <a:alpha val="49804"/>
                </a:srgbClr>
              </a:gs>
              <a:gs pos="100000">
                <a:srgbClr val="71C837">
                  <a:alpha val="0"/>
                </a:srgbClr>
              </a:gs>
            </a:gsLst>
            <a:lin ang="5258899" scaled="1"/>
          </a:gradFill>
          <a:ln w="862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99D6B70F-BC48-2E51-3CF8-6D58899B54D0}"/>
              </a:ext>
            </a:extLst>
          </p:cNvPr>
          <p:cNvSpPr/>
          <p:nvPr/>
        </p:nvSpPr>
        <p:spPr>
          <a:xfrm>
            <a:off x="8374490" y="4704068"/>
            <a:ext cx="2472161" cy="426899"/>
          </a:xfrm>
          <a:custGeom>
            <a:avLst/>
            <a:gdLst>
              <a:gd name="connsiteX0" fmla="*/ 1539034 w 2472161"/>
              <a:gd name="connsiteY0" fmla="*/ -398 h 426899"/>
              <a:gd name="connsiteX1" fmla="*/ 1279553 w 2472161"/>
              <a:gd name="connsiteY1" fmla="*/ 32475 h 426899"/>
              <a:gd name="connsiteX2" fmla="*/ 1154529 w 2472161"/>
              <a:gd name="connsiteY2" fmla="*/ 11458 h 426899"/>
              <a:gd name="connsiteX3" fmla="*/ 1081508 w 2472161"/>
              <a:gd name="connsiteY3" fmla="*/ 34630 h 426899"/>
              <a:gd name="connsiteX4" fmla="*/ 976695 w 2472161"/>
              <a:gd name="connsiteY4" fmla="*/ 21427 h 426899"/>
              <a:gd name="connsiteX5" fmla="*/ 958911 w 2472161"/>
              <a:gd name="connsiteY5" fmla="*/ 62383 h 426899"/>
              <a:gd name="connsiteX6" fmla="*/ 897188 w 2472161"/>
              <a:gd name="connsiteY6" fmla="*/ 88146 h 426899"/>
              <a:gd name="connsiteX7" fmla="*/ 801117 w 2472161"/>
              <a:gd name="connsiteY7" fmla="*/ 72942 h 426899"/>
              <a:gd name="connsiteX8" fmla="*/ 757901 w 2472161"/>
              <a:gd name="connsiteY8" fmla="*/ 56186 h 426899"/>
              <a:gd name="connsiteX9" fmla="*/ 734846 w 2472161"/>
              <a:gd name="connsiteY9" fmla="*/ 88239 h 426899"/>
              <a:gd name="connsiteX10" fmla="*/ 685149 w 2472161"/>
              <a:gd name="connsiteY10" fmla="*/ 87489 h 426899"/>
              <a:gd name="connsiteX11" fmla="*/ 590208 w 2472161"/>
              <a:gd name="connsiteY11" fmla="*/ 46718 h 426899"/>
              <a:gd name="connsiteX12" fmla="*/ 552311 w 2472161"/>
              <a:gd name="connsiteY12" fmla="*/ 27085 h 426899"/>
              <a:gd name="connsiteX13" fmla="*/ 521325 w 2472161"/>
              <a:gd name="connsiteY13" fmla="*/ 98219 h 426899"/>
              <a:gd name="connsiteX14" fmla="*/ 483189 w 2472161"/>
              <a:gd name="connsiteY14" fmla="*/ 129149 h 426899"/>
              <a:gd name="connsiteX15" fmla="*/ 429627 w 2472161"/>
              <a:gd name="connsiteY15" fmla="*/ 169004 h 426899"/>
              <a:gd name="connsiteX16" fmla="*/ 347749 w 2472161"/>
              <a:gd name="connsiteY16" fmla="*/ 156373 h 426899"/>
              <a:gd name="connsiteX17" fmla="*/ 266339 w 2472161"/>
              <a:gd name="connsiteY17" fmla="*/ 142138 h 426899"/>
              <a:gd name="connsiteX18" fmla="*/ 243970 w 2472161"/>
              <a:gd name="connsiteY18" fmla="*/ 164947 h 426899"/>
              <a:gd name="connsiteX19" fmla="*/ 228919 w 2472161"/>
              <a:gd name="connsiteY19" fmla="*/ 190925 h 426899"/>
              <a:gd name="connsiteX20" fmla="*/ 188697 w 2472161"/>
              <a:gd name="connsiteY20" fmla="*/ 209352 h 426899"/>
              <a:gd name="connsiteX21" fmla="*/ 85064 w 2472161"/>
              <a:gd name="connsiteY21" fmla="*/ 295335 h 426899"/>
              <a:gd name="connsiteX22" fmla="*/ 10977 w 2472161"/>
              <a:gd name="connsiteY22" fmla="*/ 334623 h 426899"/>
              <a:gd name="connsiteX23" fmla="*/ 27159 w 2472161"/>
              <a:gd name="connsiteY23" fmla="*/ 423709 h 426899"/>
              <a:gd name="connsiteX24" fmla="*/ 96485 w 2472161"/>
              <a:gd name="connsiteY24" fmla="*/ 408718 h 426899"/>
              <a:gd name="connsiteX25" fmla="*/ 530664 w 2472161"/>
              <a:gd name="connsiteY25" fmla="*/ 306716 h 426899"/>
              <a:gd name="connsiteX26" fmla="*/ 1095601 w 2472161"/>
              <a:gd name="connsiteY26" fmla="*/ 210396 h 426899"/>
              <a:gd name="connsiteX27" fmla="*/ 1461637 w 2472161"/>
              <a:gd name="connsiteY27" fmla="*/ 174383 h 426899"/>
              <a:gd name="connsiteX28" fmla="*/ 1830716 w 2472161"/>
              <a:gd name="connsiteY28" fmla="*/ 140750 h 426899"/>
              <a:gd name="connsiteX29" fmla="*/ 2185853 w 2472161"/>
              <a:gd name="connsiteY29" fmla="*/ 122961 h 426899"/>
              <a:gd name="connsiteX30" fmla="*/ 2468097 w 2472161"/>
              <a:gd name="connsiteY30" fmla="*/ 145370 h 426899"/>
              <a:gd name="connsiteX31" fmla="*/ 2461090 w 2472161"/>
              <a:gd name="connsiteY31" fmla="*/ 129203 h 426899"/>
              <a:gd name="connsiteX32" fmla="*/ 2215836 w 2472161"/>
              <a:gd name="connsiteY32" fmla="*/ 63165 h 426899"/>
              <a:gd name="connsiteX33" fmla="*/ 2009995 w 2472161"/>
              <a:gd name="connsiteY33" fmla="*/ 50241 h 426899"/>
              <a:gd name="connsiteX34" fmla="*/ 1856285 w 2472161"/>
              <a:gd name="connsiteY34" fmla="*/ 23146 h 426899"/>
              <a:gd name="connsiteX35" fmla="*/ 1665860 w 2472161"/>
              <a:gd name="connsiteY35" fmla="*/ 14735 h 426899"/>
              <a:gd name="connsiteX36" fmla="*/ 1539042 w 2472161"/>
              <a:gd name="connsiteY36" fmla="*/ -401 h 426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472161" h="426899">
                <a:moveTo>
                  <a:pt x="1539034" y="-398"/>
                </a:moveTo>
                <a:cubicBezTo>
                  <a:pt x="1452129" y="7089"/>
                  <a:pt x="1367708" y="40634"/>
                  <a:pt x="1279553" y="32475"/>
                </a:cubicBezTo>
                <a:cubicBezTo>
                  <a:pt x="1237366" y="28858"/>
                  <a:pt x="1196251" y="18171"/>
                  <a:pt x="1154529" y="11458"/>
                </a:cubicBezTo>
                <a:cubicBezTo>
                  <a:pt x="1129504" y="17048"/>
                  <a:pt x="1108716" y="39832"/>
                  <a:pt x="1081508" y="34630"/>
                </a:cubicBezTo>
                <a:cubicBezTo>
                  <a:pt x="1046032" y="34449"/>
                  <a:pt x="1012462" y="11084"/>
                  <a:pt x="976695" y="21427"/>
                </a:cubicBezTo>
                <a:cubicBezTo>
                  <a:pt x="961591" y="28984"/>
                  <a:pt x="960938" y="47755"/>
                  <a:pt x="958911" y="62383"/>
                </a:cubicBezTo>
                <a:cubicBezTo>
                  <a:pt x="943284" y="80585"/>
                  <a:pt x="916345" y="76287"/>
                  <a:pt x="897188" y="88146"/>
                </a:cubicBezTo>
                <a:cubicBezTo>
                  <a:pt x="865412" y="99464"/>
                  <a:pt x="826549" y="97011"/>
                  <a:pt x="801117" y="72942"/>
                </a:cubicBezTo>
                <a:cubicBezTo>
                  <a:pt x="789486" y="63012"/>
                  <a:pt x="774423" y="48234"/>
                  <a:pt x="757901" y="56186"/>
                </a:cubicBezTo>
                <a:cubicBezTo>
                  <a:pt x="744589" y="61573"/>
                  <a:pt x="739904" y="76303"/>
                  <a:pt x="734846" y="88239"/>
                </a:cubicBezTo>
                <a:cubicBezTo>
                  <a:pt x="721956" y="103052"/>
                  <a:pt x="699306" y="97031"/>
                  <a:pt x="685149" y="87489"/>
                </a:cubicBezTo>
                <a:cubicBezTo>
                  <a:pt x="653172" y="75204"/>
                  <a:pt x="614098" y="74443"/>
                  <a:pt x="590208" y="46718"/>
                </a:cubicBezTo>
                <a:cubicBezTo>
                  <a:pt x="581553" y="35427"/>
                  <a:pt x="568137" y="20480"/>
                  <a:pt x="552311" y="27085"/>
                </a:cubicBezTo>
                <a:cubicBezTo>
                  <a:pt x="526769" y="39907"/>
                  <a:pt x="517296" y="71471"/>
                  <a:pt x="521325" y="98219"/>
                </a:cubicBezTo>
                <a:cubicBezTo>
                  <a:pt x="518928" y="117053"/>
                  <a:pt x="498210" y="123263"/>
                  <a:pt x="483189" y="129149"/>
                </a:cubicBezTo>
                <a:cubicBezTo>
                  <a:pt x="464152" y="140778"/>
                  <a:pt x="454477" y="167790"/>
                  <a:pt x="429627" y="169004"/>
                </a:cubicBezTo>
                <a:cubicBezTo>
                  <a:pt x="401837" y="168314"/>
                  <a:pt x="375637" y="156545"/>
                  <a:pt x="347749" y="156373"/>
                </a:cubicBezTo>
                <a:cubicBezTo>
                  <a:pt x="320184" y="154441"/>
                  <a:pt x="293337" y="147137"/>
                  <a:pt x="266339" y="142138"/>
                </a:cubicBezTo>
                <a:cubicBezTo>
                  <a:pt x="253708" y="140723"/>
                  <a:pt x="241153" y="151867"/>
                  <a:pt x="243970" y="164947"/>
                </a:cubicBezTo>
                <a:cubicBezTo>
                  <a:pt x="244410" y="175523"/>
                  <a:pt x="241775" y="189672"/>
                  <a:pt x="228919" y="190925"/>
                </a:cubicBezTo>
                <a:cubicBezTo>
                  <a:pt x="214605" y="194676"/>
                  <a:pt x="198450" y="197089"/>
                  <a:pt x="188697" y="209352"/>
                </a:cubicBezTo>
                <a:cubicBezTo>
                  <a:pt x="153864" y="237434"/>
                  <a:pt x="129070" y="279980"/>
                  <a:pt x="85064" y="295335"/>
                </a:cubicBezTo>
                <a:cubicBezTo>
                  <a:pt x="58504" y="303621"/>
                  <a:pt x="26689" y="308812"/>
                  <a:pt x="10977" y="334623"/>
                </a:cubicBezTo>
                <a:cubicBezTo>
                  <a:pt x="-7594" y="362201"/>
                  <a:pt x="-2622" y="405930"/>
                  <a:pt x="27159" y="423709"/>
                </a:cubicBezTo>
                <a:cubicBezTo>
                  <a:pt x="51464" y="433227"/>
                  <a:pt x="73746" y="414300"/>
                  <a:pt x="96485" y="408718"/>
                </a:cubicBezTo>
                <a:cubicBezTo>
                  <a:pt x="238677" y="364699"/>
                  <a:pt x="385205" y="337326"/>
                  <a:pt x="530664" y="306716"/>
                </a:cubicBezTo>
                <a:cubicBezTo>
                  <a:pt x="717743" y="267860"/>
                  <a:pt x="906288" y="236185"/>
                  <a:pt x="1095601" y="210396"/>
                </a:cubicBezTo>
                <a:cubicBezTo>
                  <a:pt x="1217149" y="194065"/>
                  <a:pt x="1339320" y="183012"/>
                  <a:pt x="1461637" y="174383"/>
                </a:cubicBezTo>
                <a:cubicBezTo>
                  <a:pt x="1584815" y="164944"/>
                  <a:pt x="1708037" y="155521"/>
                  <a:pt x="1830716" y="140750"/>
                </a:cubicBezTo>
                <a:cubicBezTo>
                  <a:pt x="1948479" y="127239"/>
                  <a:pt x="2067192" y="113575"/>
                  <a:pt x="2185853" y="122961"/>
                </a:cubicBezTo>
                <a:cubicBezTo>
                  <a:pt x="2280104" y="128358"/>
                  <a:pt x="2373389" y="148139"/>
                  <a:pt x="2468097" y="145370"/>
                </a:cubicBezTo>
                <a:cubicBezTo>
                  <a:pt x="2477017" y="141544"/>
                  <a:pt x="2470010" y="125958"/>
                  <a:pt x="2461090" y="129203"/>
                </a:cubicBezTo>
                <a:cubicBezTo>
                  <a:pt x="2378553" y="110307"/>
                  <a:pt x="2295955" y="90785"/>
                  <a:pt x="2215836" y="63165"/>
                </a:cubicBezTo>
                <a:cubicBezTo>
                  <a:pt x="2147910" y="49270"/>
                  <a:pt x="2076818" y="72186"/>
                  <a:pt x="2009995" y="50241"/>
                </a:cubicBezTo>
                <a:cubicBezTo>
                  <a:pt x="1960185" y="35367"/>
                  <a:pt x="1908984" y="18246"/>
                  <a:pt x="1856285" y="23146"/>
                </a:cubicBezTo>
                <a:cubicBezTo>
                  <a:pt x="1792872" y="19233"/>
                  <a:pt x="1729131" y="20553"/>
                  <a:pt x="1665860" y="14735"/>
                </a:cubicBezTo>
                <a:cubicBezTo>
                  <a:pt x="1623755" y="8573"/>
                  <a:pt x="1581891" y="-1969"/>
                  <a:pt x="1539042" y="-401"/>
                </a:cubicBezTo>
                <a:close/>
              </a:path>
            </a:pathLst>
          </a:custGeom>
          <a:gradFill>
            <a:gsLst>
              <a:gs pos="0">
                <a:srgbClr val="71C837"/>
              </a:gs>
              <a:gs pos="50000">
                <a:srgbClr val="71C837">
                  <a:alpha val="49804"/>
                </a:srgbClr>
              </a:gs>
              <a:gs pos="100000">
                <a:srgbClr val="71C837">
                  <a:alpha val="0"/>
                </a:srgbClr>
              </a:gs>
            </a:gsLst>
            <a:lin ang="5205722" scaled="1"/>
          </a:gradFill>
          <a:ln w="862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93" name="任意多边形: 形状 192">
            <a:extLst>
              <a:ext uri="{FF2B5EF4-FFF2-40B4-BE49-F238E27FC236}">
                <a16:creationId xmlns:a16="http://schemas.microsoft.com/office/drawing/2014/main" id="{247A1CC5-F2DC-90B5-9D8C-4D95AB51E656}"/>
              </a:ext>
            </a:extLst>
          </p:cNvPr>
          <p:cNvSpPr/>
          <p:nvPr/>
        </p:nvSpPr>
        <p:spPr>
          <a:xfrm>
            <a:off x="2486597" y="4767660"/>
            <a:ext cx="3044385" cy="465004"/>
          </a:xfrm>
          <a:custGeom>
            <a:avLst/>
            <a:gdLst>
              <a:gd name="connsiteX0" fmla="*/ 1472593 w 3044385"/>
              <a:gd name="connsiteY0" fmla="*/ -357 h 465004"/>
              <a:gd name="connsiteX1" fmla="*/ 1455124 w 3044385"/>
              <a:gd name="connsiteY1" fmla="*/ 13985 h 465004"/>
              <a:gd name="connsiteX2" fmla="*/ 1407275 w 3044385"/>
              <a:gd name="connsiteY2" fmla="*/ 20452 h 465004"/>
              <a:gd name="connsiteX3" fmla="*/ 1358572 w 3044385"/>
              <a:gd name="connsiteY3" fmla="*/ 56844 h 465004"/>
              <a:gd name="connsiteX4" fmla="*/ 1310475 w 3044385"/>
              <a:gd name="connsiteY4" fmla="*/ 42179 h 465004"/>
              <a:gd name="connsiteX5" fmla="*/ 1223191 w 3044385"/>
              <a:gd name="connsiteY5" fmla="*/ 85843 h 465004"/>
              <a:gd name="connsiteX6" fmla="*/ 1183478 w 3044385"/>
              <a:gd name="connsiteY6" fmla="*/ 148647 h 465004"/>
              <a:gd name="connsiteX7" fmla="*/ 1110473 w 3044385"/>
              <a:gd name="connsiteY7" fmla="*/ 159473 h 465004"/>
              <a:gd name="connsiteX8" fmla="*/ 1081981 w 3044385"/>
              <a:gd name="connsiteY8" fmla="*/ 115491 h 465004"/>
              <a:gd name="connsiteX9" fmla="*/ 1038790 w 3044385"/>
              <a:gd name="connsiteY9" fmla="*/ 92063 h 465004"/>
              <a:gd name="connsiteX10" fmla="*/ 951480 w 3044385"/>
              <a:gd name="connsiteY10" fmla="*/ 102841 h 465004"/>
              <a:gd name="connsiteX11" fmla="*/ 894879 w 3044385"/>
              <a:gd name="connsiteY11" fmla="*/ 38425 h 465004"/>
              <a:gd name="connsiteX12" fmla="*/ 860691 w 3044385"/>
              <a:gd name="connsiteY12" fmla="*/ 20115 h 465004"/>
              <a:gd name="connsiteX13" fmla="*/ 819945 w 3044385"/>
              <a:gd name="connsiteY13" fmla="*/ 41216 h 465004"/>
              <a:gd name="connsiteX14" fmla="*/ 728444 w 3044385"/>
              <a:gd name="connsiteY14" fmla="*/ 97016 h 465004"/>
              <a:gd name="connsiteX15" fmla="*/ 671257 w 3044385"/>
              <a:gd name="connsiteY15" fmla="*/ 88560 h 465004"/>
              <a:gd name="connsiteX16" fmla="*/ 617099 w 3044385"/>
              <a:gd name="connsiteY16" fmla="*/ 79668 h 465004"/>
              <a:gd name="connsiteX17" fmla="*/ 603087 w 3044385"/>
              <a:gd name="connsiteY17" fmla="*/ 109308 h 465004"/>
              <a:gd name="connsiteX18" fmla="*/ 482780 w 3044385"/>
              <a:gd name="connsiteY18" fmla="*/ 106661 h 465004"/>
              <a:gd name="connsiteX19" fmla="*/ 384813 w 3044385"/>
              <a:gd name="connsiteY19" fmla="*/ 81438 h 465004"/>
              <a:gd name="connsiteX20" fmla="*/ 353581 w 3044385"/>
              <a:gd name="connsiteY20" fmla="*/ 123319 h 465004"/>
              <a:gd name="connsiteX21" fmla="*/ 275094 w 3044385"/>
              <a:gd name="connsiteY21" fmla="*/ 157717 h 465004"/>
              <a:gd name="connsiteX22" fmla="*/ 158373 w 3044385"/>
              <a:gd name="connsiteY22" fmla="*/ 216808 h 465004"/>
              <a:gd name="connsiteX23" fmla="*/ 67 w 3044385"/>
              <a:gd name="connsiteY23" fmla="*/ 247535 h 465004"/>
              <a:gd name="connsiteX24" fmla="*/ 105320 w 3044385"/>
              <a:gd name="connsiteY24" fmla="*/ 299109 h 465004"/>
              <a:gd name="connsiteX25" fmla="*/ 343133 w 3044385"/>
              <a:gd name="connsiteY25" fmla="*/ 331338 h 465004"/>
              <a:gd name="connsiteX26" fmla="*/ 614185 w 3044385"/>
              <a:gd name="connsiteY26" fmla="*/ 354062 h 465004"/>
              <a:gd name="connsiteX27" fmla="*/ 822880 w 3044385"/>
              <a:gd name="connsiteY27" fmla="*/ 380799 h 465004"/>
              <a:gd name="connsiteX28" fmla="*/ 1063487 w 3044385"/>
              <a:gd name="connsiteY28" fmla="*/ 431546 h 465004"/>
              <a:gd name="connsiteX29" fmla="*/ 1749860 w 3044385"/>
              <a:gd name="connsiteY29" fmla="*/ 462961 h 465004"/>
              <a:gd name="connsiteX30" fmla="*/ 2259294 w 3044385"/>
              <a:gd name="connsiteY30" fmla="*/ 461467 h 465004"/>
              <a:gd name="connsiteX31" fmla="*/ 2988917 w 3044385"/>
              <a:gd name="connsiteY31" fmla="*/ 442620 h 465004"/>
              <a:gd name="connsiteX32" fmla="*/ 3039977 w 3044385"/>
              <a:gd name="connsiteY32" fmla="*/ 437227 h 465004"/>
              <a:gd name="connsiteX33" fmla="*/ 3035754 w 3044385"/>
              <a:gd name="connsiteY33" fmla="*/ 418216 h 465004"/>
              <a:gd name="connsiteX34" fmla="*/ 2986612 w 3044385"/>
              <a:gd name="connsiteY34" fmla="*/ 389745 h 465004"/>
              <a:gd name="connsiteX35" fmla="*/ 2899863 w 3044385"/>
              <a:gd name="connsiteY35" fmla="*/ 362050 h 465004"/>
              <a:gd name="connsiteX36" fmla="*/ 2843511 w 3044385"/>
              <a:gd name="connsiteY36" fmla="*/ 330126 h 465004"/>
              <a:gd name="connsiteX37" fmla="*/ 2699587 w 3044385"/>
              <a:gd name="connsiteY37" fmla="*/ 279485 h 465004"/>
              <a:gd name="connsiteX38" fmla="*/ 2617207 w 3044385"/>
              <a:gd name="connsiteY38" fmla="*/ 253193 h 465004"/>
              <a:gd name="connsiteX39" fmla="*/ 2551192 w 3044385"/>
              <a:gd name="connsiteY39" fmla="*/ 212237 h 465004"/>
              <a:gd name="connsiteX40" fmla="*/ 2429229 w 3044385"/>
              <a:gd name="connsiteY40" fmla="*/ 200549 h 465004"/>
              <a:gd name="connsiteX41" fmla="*/ 2387839 w 3044385"/>
              <a:gd name="connsiteY41" fmla="*/ 206545 h 465004"/>
              <a:gd name="connsiteX42" fmla="*/ 2339139 w 3044385"/>
              <a:gd name="connsiteY42" fmla="*/ 195236 h 465004"/>
              <a:gd name="connsiteX43" fmla="*/ 2274539 w 3044385"/>
              <a:gd name="connsiteY43" fmla="*/ 160502 h 465004"/>
              <a:gd name="connsiteX44" fmla="*/ 2191951 w 3044385"/>
              <a:gd name="connsiteY44" fmla="*/ 134505 h 465004"/>
              <a:gd name="connsiteX45" fmla="*/ 2101752 w 3044385"/>
              <a:gd name="connsiteY45" fmla="*/ 115236 h 465004"/>
              <a:gd name="connsiteX46" fmla="*/ 2038134 w 3044385"/>
              <a:gd name="connsiteY46" fmla="*/ 137429 h 465004"/>
              <a:gd name="connsiteX47" fmla="*/ 1995547 w 3044385"/>
              <a:gd name="connsiteY47" fmla="*/ 127790 h 465004"/>
              <a:gd name="connsiteX48" fmla="*/ 1946960 w 3044385"/>
              <a:gd name="connsiteY48" fmla="*/ 91931 h 465004"/>
              <a:gd name="connsiteX49" fmla="*/ 1829852 w 3044385"/>
              <a:gd name="connsiteY49" fmla="*/ 47738 h 465004"/>
              <a:gd name="connsiteX50" fmla="*/ 1756861 w 3044385"/>
              <a:gd name="connsiteY50" fmla="*/ 64310 h 465004"/>
              <a:gd name="connsiteX51" fmla="*/ 1712132 w 3044385"/>
              <a:gd name="connsiteY51" fmla="*/ 60807 h 465004"/>
              <a:gd name="connsiteX52" fmla="*/ 1671479 w 3044385"/>
              <a:gd name="connsiteY52" fmla="*/ 66696 h 465004"/>
              <a:gd name="connsiteX53" fmla="*/ 1567709 w 3044385"/>
              <a:gd name="connsiteY53" fmla="*/ 12845 h 465004"/>
              <a:gd name="connsiteX54" fmla="*/ 1491994 w 3044385"/>
              <a:gd name="connsiteY54" fmla="*/ 5570 h 465004"/>
              <a:gd name="connsiteX55" fmla="*/ 1472593 w 3044385"/>
              <a:gd name="connsiteY55" fmla="*/ -357 h 465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3044385" h="465004">
                <a:moveTo>
                  <a:pt x="1472593" y="-357"/>
                </a:moveTo>
                <a:cubicBezTo>
                  <a:pt x="1466058" y="2635"/>
                  <a:pt x="1462710" y="11465"/>
                  <a:pt x="1455124" y="13985"/>
                </a:cubicBezTo>
                <a:cubicBezTo>
                  <a:pt x="1440489" y="22389"/>
                  <a:pt x="1423216" y="20078"/>
                  <a:pt x="1407275" y="20452"/>
                </a:cubicBezTo>
                <a:cubicBezTo>
                  <a:pt x="1385970" y="24820"/>
                  <a:pt x="1378087" y="49844"/>
                  <a:pt x="1358572" y="56844"/>
                </a:cubicBezTo>
                <a:cubicBezTo>
                  <a:pt x="1340720" y="61403"/>
                  <a:pt x="1326294" y="46834"/>
                  <a:pt x="1310475" y="42179"/>
                </a:cubicBezTo>
                <a:cubicBezTo>
                  <a:pt x="1275659" y="35874"/>
                  <a:pt x="1241974" y="57815"/>
                  <a:pt x="1223191" y="85843"/>
                </a:cubicBezTo>
                <a:cubicBezTo>
                  <a:pt x="1206183" y="104194"/>
                  <a:pt x="1195666" y="127091"/>
                  <a:pt x="1183478" y="148647"/>
                </a:cubicBezTo>
                <a:cubicBezTo>
                  <a:pt x="1163601" y="165668"/>
                  <a:pt x="1134524" y="165308"/>
                  <a:pt x="1110473" y="159473"/>
                </a:cubicBezTo>
                <a:cubicBezTo>
                  <a:pt x="1092693" y="152887"/>
                  <a:pt x="1082319" y="133750"/>
                  <a:pt x="1081981" y="115491"/>
                </a:cubicBezTo>
                <a:cubicBezTo>
                  <a:pt x="1077146" y="97044"/>
                  <a:pt x="1056027" y="89940"/>
                  <a:pt x="1038790" y="92063"/>
                </a:cubicBezTo>
                <a:cubicBezTo>
                  <a:pt x="1009264" y="91908"/>
                  <a:pt x="981050" y="112844"/>
                  <a:pt x="951480" y="102841"/>
                </a:cubicBezTo>
                <a:cubicBezTo>
                  <a:pt x="924315" y="89877"/>
                  <a:pt x="916756" y="57268"/>
                  <a:pt x="894879" y="38425"/>
                </a:cubicBezTo>
                <a:cubicBezTo>
                  <a:pt x="885375" y="29881"/>
                  <a:pt x="873506" y="21021"/>
                  <a:pt x="860691" y="20115"/>
                </a:cubicBezTo>
                <a:cubicBezTo>
                  <a:pt x="846500" y="26055"/>
                  <a:pt x="836704" y="41663"/>
                  <a:pt x="819945" y="41216"/>
                </a:cubicBezTo>
                <a:cubicBezTo>
                  <a:pt x="784522" y="50523"/>
                  <a:pt x="759057" y="78849"/>
                  <a:pt x="728444" y="97016"/>
                </a:cubicBezTo>
                <a:cubicBezTo>
                  <a:pt x="709462" y="105688"/>
                  <a:pt x="688196" y="98401"/>
                  <a:pt x="671257" y="88560"/>
                </a:cubicBezTo>
                <a:cubicBezTo>
                  <a:pt x="654844" y="80807"/>
                  <a:pt x="634892" y="71991"/>
                  <a:pt x="617099" y="79668"/>
                </a:cubicBezTo>
                <a:cubicBezTo>
                  <a:pt x="608999" y="88053"/>
                  <a:pt x="617450" y="106254"/>
                  <a:pt x="603087" y="109308"/>
                </a:cubicBezTo>
                <a:cubicBezTo>
                  <a:pt x="563393" y="118300"/>
                  <a:pt x="522650" y="109851"/>
                  <a:pt x="482780" y="106661"/>
                </a:cubicBezTo>
                <a:cubicBezTo>
                  <a:pt x="449695" y="100258"/>
                  <a:pt x="419567" y="77893"/>
                  <a:pt x="384813" y="81438"/>
                </a:cubicBezTo>
                <a:cubicBezTo>
                  <a:pt x="367238" y="87459"/>
                  <a:pt x="355238" y="105124"/>
                  <a:pt x="353581" y="123319"/>
                </a:cubicBezTo>
                <a:cubicBezTo>
                  <a:pt x="336366" y="148838"/>
                  <a:pt x="303887" y="155757"/>
                  <a:pt x="275094" y="157717"/>
                </a:cubicBezTo>
                <a:cubicBezTo>
                  <a:pt x="229320" y="162379"/>
                  <a:pt x="203098" y="209244"/>
                  <a:pt x="158373" y="216808"/>
                </a:cubicBezTo>
                <a:cubicBezTo>
                  <a:pt x="106760" y="232425"/>
                  <a:pt x="52922" y="237763"/>
                  <a:pt x="67" y="247535"/>
                </a:cubicBezTo>
                <a:cubicBezTo>
                  <a:pt x="25679" y="279457"/>
                  <a:pt x="67667" y="289132"/>
                  <a:pt x="105320" y="299109"/>
                </a:cubicBezTo>
                <a:cubicBezTo>
                  <a:pt x="183608" y="316363"/>
                  <a:pt x="264169" y="318488"/>
                  <a:pt x="343133" y="331338"/>
                </a:cubicBezTo>
                <a:cubicBezTo>
                  <a:pt x="433314" y="340949"/>
                  <a:pt x="524495" y="339642"/>
                  <a:pt x="614185" y="354062"/>
                </a:cubicBezTo>
                <a:cubicBezTo>
                  <a:pt x="683857" y="361926"/>
                  <a:pt x="754721" y="362732"/>
                  <a:pt x="822880" y="380799"/>
                </a:cubicBezTo>
                <a:cubicBezTo>
                  <a:pt x="902676" y="399509"/>
                  <a:pt x="981937" y="421655"/>
                  <a:pt x="1063487" y="431546"/>
                </a:cubicBezTo>
                <a:cubicBezTo>
                  <a:pt x="1290444" y="466477"/>
                  <a:pt x="1520825" y="466467"/>
                  <a:pt x="1749860" y="462961"/>
                </a:cubicBezTo>
                <a:cubicBezTo>
                  <a:pt x="1919660" y="461148"/>
                  <a:pt x="2089486" y="458463"/>
                  <a:pt x="2259294" y="461467"/>
                </a:cubicBezTo>
                <a:cubicBezTo>
                  <a:pt x="2502608" y="461088"/>
                  <a:pt x="2745914" y="454706"/>
                  <a:pt x="2988917" y="442620"/>
                </a:cubicBezTo>
                <a:cubicBezTo>
                  <a:pt x="3005910" y="441103"/>
                  <a:pt x="3023456" y="441007"/>
                  <a:pt x="3039977" y="437227"/>
                </a:cubicBezTo>
                <a:cubicBezTo>
                  <a:pt x="3047579" y="432407"/>
                  <a:pt x="3045053" y="418953"/>
                  <a:pt x="3035754" y="418216"/>
                </a:cubicBezTo>
                <a:cubicBezTo>
                  <a:pt x="3018757" y="409840"/>
                  <a:pt x="3000470" y="403143"/>
                  <a:pt x="2986612" y="389745"/>
                </a:cubicBezTo>
                <a:cubicBezTo>
                  <a:pt x="2960996" y="371993"/>
                  <a:pt x="2929250" y="369305"/>
                  <a:pt x="2899863" y="362050"/>
                </a:cubicBezTo>
                <a:cubicBezTo>
                  <a:pt x="2878973" y="355573"/>
                  <a:pt x="2860602" y="343409"/>
                  <a:pt x="2843511" y="330126"/>
                </a:cubicBezTo>
                <a:cubicBezTo>
                  <a:pt x="2799124" y="304195"/>
                  <a:pt x="2746950" y="298098"/>
                  <a:pt x="2699587" y="279485"/>
                </a:cubicBezTo>
                <a:cubicBezTo>
                  <a:pt x="2672421" y="269833"/>
                  <a:pt x="2643767" y="264463"/>
                  <a:pt x="2617207" y="253193"/>
                </a:cubicBezTo>
                <a:cubicBezTo>
                  <a:pt x="2594737" y="240217"/>
                  <a:pt x="2577027" y="219071"/>
                  <a:pt x="2551192" y="212237"/>
                </a:cubicBezTo>
                <a:cubicBezTo>
                  <a:pt x="2512043" y="198171"/>
                  <a:pt x="2469853" y="204216"/>
                  <a:pt x="2429229" y="200549"/>
                </a:cubicBezTo>
                <a:cubicBezTo>
                  <a:pt x="2415043" y="199033"/>
                  <a:pt x="2401202" y="202215"/>
                  <a:pt x="2387839" y="206545"/>
                </a:cubicBezTo>
                <a:cubicBezTo>
                  <a:pt x="2370754" y="210698"/>
                  <a:pt x="2352790" y="206097"/>
                  <a:pt x="2339139" y="195236"/>
                </a:cubicBezTo>
                <a:cubicBezTo>
                  <a:pt x="2318974" y="181314"/>
                  <a:pt x="2298318" y="167368"/>
                  <a:pt x="2274539" y="160502"/>
                </a:cubicBezTo>
                <a:cubicBezTo>
                  <a:pt x="2248014" y="149208"/>
                  <a:pt x="2221786" y="133442"/>
                  <a:pt x="2191951" y="134505"/>
                </a:cubicBezTo>
                <a:cubicBezTo>
                  <a:pt x="2161219" y="132309"/>
                  <a:pt x="2129828" y="128799"/>
                  <a:pt x="2101752" y="115236"/>
                </a:cubicBezTo>
                <a:cubicBezTo>
                  <a:pt x="2077660" y="108675"/>
                  <a:pt x="2058909" y="129545"/>
                  <a:pt x="2038134" y="137429"/>
                </a:cubicBezTo>
                <a:cubicBezTo>
                  <a:pt x="2023528" y="143835"/>
                  <a:pt x="2005931" y="139925"/>
                  <a:pt x="1995547" y="127790"/>
                </a:cubicBezTo>
                <a:cubicBezTo>
                  <a:pt x="1981381" y="113340"/>
                  <a:pt x="1966803" y="98248"/>
                  <a:pt x="1946960" y="91931"/>
                </a:cubicBezTo>
                <a:cubicBezTo>
                  <a:pt x="1908204" y="76507"/>
                  <a:pt x="1865434" y="70540"/>
                  <a:pt x="1829852" y="47738"/>
                </a:cubicBezTo>
                <a:cubicBezTo>
                  <a:pt x="1803716" y="39012"/>
                  <a:pt x="1782243" y="63428"/>
                  <a:pt x="1756861" y="64310"/>
                </a:cubicBezTo>
                <a:cubicBezTo>
                  <a:pt x="1741876" y="65129"/>
                  <a:pt x="1726977" y="62495"/>
                  <a:pt x="1712132" y="60807"/>
                </a:cubicBezTo>
                <a:cubicBezTo>
                  <a:pt x="1705047" y="76317"/>
                  <a:pt x="1683316" y="76813"/>
                  <a:pt x="1671479" y="66696"/>
                </a:cubicBezTo>
                <a:cubicBezTo>
                  <a:pt x="1635356" y="51716"/>
                  <a:pt x="1607164" y="20132"/>
                  <a:pt x="1567709" y="12845"/>
                </a:cubicBezTo>
                <a:cubicBezTo>
                  <a:pt x="1542640" y="16711"/>
                  <a:pt x="1514011" y="21837"/>
                  <a:pt x="1491994" y="5570"/>
                </a:cubicBezTo>
                <a:cubicBezTo>
                  <a:pt x="1486035" y="2512"/>
                  <a:pt x="1479582" y="-1505"/>
                  <a:pt x="1472593" y="-357"/>
                </a:cubicBezTo>
                <a:close/>
              </a:path>
            </a:pathLst>
          </a:custGeom>
          <a:gradFill>
            <a:gsLst>
              <a:gs pos="0">
                <a:srgbClr val="71C837"/>
              </a:gs>
              <a:gs pos="50000">
                <a:srgbClr val="71C837">
                  <a:alpha val="49804"/>
                </a:srgbClr>
              </a:gs>
              <a:gs pos="100000">
                <a:srgbClr val="71C837">
                  <a:alpha val="0"/>
                </a:srgbClr>
              </a:gs>
            </a:gsLst>
            <a:lin ang="5205722" scaled="1"/>
          </a:gra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5" name="任意多边形: 形状 194">
            <a:extLst>
              <a:ext uri="{FF2B5EF4-FFF2-40B4-BE49-F238E27FC236}">
                <a16:creationId xmlns:a16="http://schemas.microsoft.com/office/drawing/2014/main" id="{D1F29057-205D-DFF9-B001-F23167932DCA}"/>
              </a:ext>
            </a:extLst>
          </p:cNvPr>
          <p:cNvSpPr/>
          <p:nvPr/>
        </p:nvSpPr>
        <p:spPr>
          <a:xfrm>
            <a:off x="6752488" y="4898993"/>
            <a:ext cx="64329" cy="92732"/>
          </a:xfrm>
          <a:custGeom>
            <a:avLst/>
            <a:gdLst>
              <a:gd name="connsiteX0" fmla="*/ 33938 w 64329"/>
              <a:gd name="connsiteY0" fmla="*/ 82836 h 92732"/>
              <a:gd name="connsiteX1" fmla="*/ 34321 w 64329"/>
              <a:gd name="connsiteY1" fmla="*/ 77998 h 92732"/>
              <a:gd name="connsiteX2" fmla="*/ 33166 w 64329"/>
              <a:gd name="connsiteY2" fmla="*/ 77773 h 92732"/>
              <a:gd name="connsiteX3" fmla="*/ 29318 w 64329"/>
              <a:gd name="connsiteY3" fmla="*/ 76235 h 92732"/>
              <a:gd name="connsiteX4" fmla="*/ 23930 w 64329"/>
              <a:gd name="connsiteY4" fmla="*/ 76235 h 92732"/>
              <a:gd name="connsiteX5" fmla="*/ 20851 w 64329"/>
              <a:gd name="connsiteY5" fmla="*/ 71836 h 92732"/>
              <a:gd name="connsiteX6" fmla="*/ 21234 w 64329"/>
              <a:gd name="connsiteY6" fmla="*/ 70516 h 92732"/>
              <a:gd name="connsiteX7" fmla="*/ 13537 w 64329"/>
              <a:gd name="connsiteY7" fmla="*/ 70292 h 92732"/>
              <a:gd name="connsiteX8" fmla="*/ 11227 w 64329"/>
              <a:gd name="connsiteY8" fmla="*/ 70516 h 92732"/>
              <a:gd name="connsiteX9" fmla="*/ 14691 w 64329"/>
              <a:gd name="connsiteY9" fmla="*/ 69417 h 92732"/>
              <a:gd name="connsiteX10" fmla="*/ 11613 w 64329"/>
              <a:gd name="connsiteY10" fmla="*/ 68977 h 92732"/>
              <a:gd name="connsiteX11" fmla="*/ 4300 w 64329"/>
              <a:gd name="connsiteY11" fmla="*/ 68977 h 92732"/>
              <a:gd name="connsiteX12" fmla="*/ 1606 w 64329"/>
              <a:gd name="connsiteY12" fmla="*/ 69417 h 92732"/>
              <a:gd name="connsiteX13" fmla="*/ 67 w 64329"/>
              <a:gd name="connsiteY13" fmla="*/ 68537 h 92732"/>
              <a:gd name="connsiteX14" fmla="*/ 3531 w 64329"/>
              <a:gd name="connsiteY14" fmla="*/ 64359 h 92732"/>
              <a:gd name="connsiteX15" fmla="*/ 6224 w 64329"/>
              <a:gd name="connsiteY15" fmla="*/ 62819 h 92732"/>
              <a:gd name="connsiteX16" fmla="*/ 6996 w 64329"/>
              <a:gd name="connsiteY16" fmla="*/ 59080 h 92732"/>
              <a:gd name="connsiteX17" fmla="*/ 9305 w 64329"/>
              <a:gd name="connsiteY17" fmla="*/ 50283 h 92732"/>
              <a:gd name="connsiteX18" fmla="*/ 16232 w 64329"/>
              <a:gd name="connsiteY18" fmla="*/ 41707 h 92732"/>
              <a:gd name="connsiteX19" fmla="*/ 15849 w 64329"/>
              <a:gd name="connsiteY19" fmla="*/ 41043 h 92732"/>
              <a:gd name="connsiteX20" fmla="*/ 15849 w 64329"/>
              <a:gd name="connsiteY20" fmla="*/ 37964 h 92732"/>
              <a:gd name="connsiteX21" fmla="*/ 16232 w 64329"/>
              <a:gd name="connsiteY21" fmla="*/ 31586 h 92732"/>
              <a:gd name="connsiteX22" fmla="*/ 12768 w 64329"/>
              <a:gd name="connsiteY22" fmla="*/ 28728 h 92732"/>
              <a:gd name="connsiteX23" fmla="*/ 12768 w 64329"/>
              <a:gd name="connsiteY23" fmla="*/ 27409 h 92732"/>
              <a:gd name="connsiteX24" fmla="*/ 15847 w 64329"/>
              <a:gd name="connsiteY24" fmla="*/ 19930 h 92732"/>
              <a:gd name="connsiteX25" fmla="*/ 19696 w 64329"/>
              <a:gd name="connsiteY25" fmla="*/ 19499 h 92732"/>
              <a:gd name="connsiteX26" fmla="*/ 22005 w 64329"/>
              <a:gd name="connsiteY26" fmla="*/ 16420 h 92732"/>
              <a:gd name="connsiteX27" fmla="*/ 25084 w 64329"/>
              <a:gd name="connsiteY27" fmla="*/ 13341 h 92732"/>
              <a:gd name="connsiteX28" fmla="*/ 25467 w 64329"/>
              <a:gd name="connsiteY28" fmla="*/ 12022 h 92732"/>
              <a:gd name="connsiteX29" fmla="*/ 27391 w 64329"/>
              <a:gd name="connsiteY29" fmla="*/ 8943 h 92732"/>
              <a:gd name="connsiteX30" fmla="*/ 27774 w 64329"/>
              <a:gd name="connsiteY30" fmla="*/ 7624 h 92732"/>
              <a:gd name="connsiteX31" fmla="*/ 30852 w 64329"/>
              <a:gd name="connsiteY31" fmla="*/ 5424 h 92732"/>
              <a:gd name="connsiteX32" fmla="*/ 31234 w 64329"/>
              <a:gd name="connsiteY32" fmla="*/ 3226 h 92732"/>
              <a:gd name="connsiteX33" fmla="*/ 32389 w 64329"/>
              <a:gd name="connsiteY33" fmla="*/ 806 h 92732"/>
              <a:gd name="connsiteX34" fmla="*/ 32389 w 64329"/>
              <a:gd name="connsiteY34" fmla="*/ -513 h 92732"/>
              <a:gd name="connsiteX35" fmla="*/ 33928 w 64329"/>
              <a:gd name="connsiteY35" fmla="*/ 5204 h 92732"/>
              <a:gd name="connsiteX36" fmla="*/ 35468 w 64329"/>
              <a:gd name="connsiteY36" fmla="*/ 7624 h 92732"/>
              <a:gd name="connsiteX37" fmla="*/ 35850 w 64329"/>
              <a:gd name="connsiteY37" fmla="*/ 11143 h 92732"/>
              <a:gd name="connsiteX38" fmla="*/ 39314 w 64329"/>
              <a:gd name="connsiteY38" fmla="*/ 15761 h 92732"/>
              <a:gd name="connsiteX39" fmla="*/ 42393 w 64329"/>
              <a:gd name="connsiteY39" fmla="*/ 25438 h 92732"/>
              <a:gd name="connsiteX40" fmla="*/ 45086 w 64329"/>
              <a:gd name="connsiteY40" fmla="*/ 27636 h 92732"/>
              <a:gd name="connsiteX41" fmla="*/ 45854 w 64329"/>
              <a:gd name="connsiteY41" fmla="*/ 29395 h 92732"/>
              <a:gd name="connsiteX42" fmla="*/ 48163 w 64329"/>
              <a:gd name="connsiteY42" fmla="*/ 32694 h 92732"/>
              <a:gd name="connsiteX43" fmla="*/ 49703 w 64329"/>
              <a:gd name="connsiteY43" fmla="*/ 35993 h 92732"/>
              <a:gd name="connsiteX44" fmla="*/ 52012 w 64329"/>
              <a:gd name="connsiteY44" fmla="*/ 37753 h 92732"/>
              <a:gd name="connsiteX45" fmla="*/ 53935 w 64329"/>
              <a:gd name="connsiteY45" fmla="*/ 40831 h 92732"/>
              <a:gd name="connsiteX46" fmla="*/ 57785 w 64329"/>
              <a:gd name="connsiteY46" fmla="*/ 42811 h 92732"/>
              <a:gd name="connsiteX47" fmla="*/ 58552 w 64329"/>
              <a:gd name="connsiteY47" fmla="*/ 44570 h 92732"/>
              <a:gd name="connsiteX48" fmla="*/ 61631 w 64329"/>
              <a:gd name="connsiteY48" fmla="*/ 46110 h 92732"/>
              <a:gd name="connsiteX49" fmla="*/ 64324 w 64329"/>
              <a:gd name="connsiteY49" fmla="*/ 50287 h 92732"/>
              <a:gd name="connsiteX50" fmla="*/ 60861 w 64329"/>
              <a:gd name="connsiteY50" fmla="*/ 54906 h 92732"/>
              <a:gd name="connsiteX51" fmla="*/ 55857 w 64329"/>
              <a:gd name="connsiteY51" fmla="*/ 60184 h 92732"/>
              <a:gd name="connsiteX52" fmla="*/ 53164 w 64329"/>
              <a:gd name="connsiteY52" fmla="*/ 62164 h 92732"/>
              <a:gd name="connsiteX53" fmla="*/ 53164 w 64329"/>
              <a:gd name="connsiteY53" fmla="*/ 63043 h 92732"/>
              <a:gd name="connsiteX54" fmla="*/ 52009 w 64329"/>
              <a:gd name="connsiteY54" fmla="*/ 66782 h 92732"/>
              <a:gd name="connsiteX55" fmla="*/ 52389 w 64329"/>
              <a:gd name="connsiteY55" fmla="*/ 67881 h 92732"/>
              <a:gd name="connsiteX56" fmla="*/ 55852 w 64329"/>
              <a:gd name="connsiteY56" fmla="*/ 70300 h 92732"/>
              <a:gd name="connsiteX57" fmla="*/ 53543 w 64329"/>
              <a:gd name="connsiteY57" fmla="*/ 72279 h 92732"/>
              <a:gd name="connsiteX58" fmla="*/ 51619 w 64329"/>
              <a:gd name="connsiteY58" fmla="*/ 74699 h 92732"/>
              <a:gd name="connsiteX59" fmla="*/ 48925 w 64329"/>
              <a:gd name="connsiteY59" fmla="*/ 76019 h 92732"/>
              <a:gd name="connsiteX60" fmla="*/ 48158 w 64329"/>
              <a:gd name="connsiteY60" fmla="*/ 79537 h 92732"/>
              <a:gd name="connsiteX61" fmla="*/ 45849 w 64329"/>
              <a:gd name="connsiteY61" fmla="*/ 81077 h 92732"/>
              <a:gd name="connsiteX62" fmla="*/ 44309 w 64329"/>
              <a:gd name="connsiteY62" fmla="*/ 82616 h 92732"/>
              <a:gd name="connsiteX63" fmla="*/ 42385 w 64329"/>
              <a:gd name="connsiteY63" fmla="*/ 83715 h 92732"/>
              <a:gd name="connsiteX64" fmla="*/ 43156 w 64329"/>
              <a:gd name="connsiteY64" fmla="*/ 85474 h 92732"/>
              <a:gd name="connsiteX65" fmla="*/ 42773 w 64329"/>
              <a:gd name="connsiteY65" fmla="*/ 88993 h 92732"/>
              <a:gd name="connsiteX66" fmla="*/ 43543 w 64329"/>
              <a:gd name="connsiteY66" fmla="*/ 90973 h 92732"/>
              <a:gd name="connsiteX67" fmla="*/ 42773 w 64329"/>
              <a:gd name="connsiteY67" fmla="*/ 91628 h 92732"/>
              <a:gd name="connsiteX68" fmla="*/ 33921 w 64329"/>
              <a:gd name="connsiteY68" fmla="*/ 82831 h 9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4329" h="92732">
                <a:moveTo>
                  <a:pt x="33938" y="82836"/>
                </a:moveTo>
                <a:cubicBezTo>
                  <a:pt x="34473" y="81574"/>
                  <a:pt x="35993" y="79191"/>
                  <a:pt x="34321" y="77998"/>
                </a:cubicBezTo>
                <a:cubicBezTo>
                  <a:pt x="34049" y="77799"/>
                  <a:pt x="33514" y="77911"/>
                  <a:pt x="33166" y="77773"/>
                </a:cubicBezTo>
                <a:cubicBezTo>
                  <a:pt x="31809" y="77256"/>
                  <a:pt x="30974" y="76471"/>
                  <a:pt x="29318" y="76235"/>
                </a:cubicBezTo>
                <a:cubicBezTo>
                  <a:pt x="28029" y="76054"/>
                  <a:pt x="24979" y="76717"/>
                  <a:pt x="23930" y="76235"/>
                </a:cubicBezTo>
                <a:cubicBezTo>
                  <a:pt x="23652" y="76114"/>
                  <a:pt x="20851" y="72263"/>
                  <a:pt x="20851" y="71836"/>
                </a:cubicBezTo>
                <a:cubicBezTo>
                  <a:pt x="20851" y="71543"/>
                  <a:pt x="21705" y="70875"/>
                  <a:pt x="21234" y="70516"/>
                </a:cubicBezTo>
                <a:cubicBezTo>
                  <a:pt x="20220" y="69740"/>
                  <a:pt x="15084" y="70292"/>
                  <a:pt x="13537" y="70292"/>
                </a:cubicBezTo>
                <a:cubicBezTo>
                  <a:pt x="12759" y="70292"/>
                  <a:pt x="10513" y="70715"/>
                  <a:pt x="11227" y="70516"/>
                </a:cubicBezTo>
                <a:cubicBezTo>
                  <a:pt x="11623" y="70404"/>
                  <a:pt x="14476" y="69913"/>
                  <a:pt x="14691" y="69417"/>
                </a:cubicBezTo>
                <a:cubicBezTo>
                  <a:pt x="14709" y="69331"/>
                  <a:pt x="12939" y="69072"/>
                  <a:pt x="11613" y="68977"/>
                </a:cubicBezTo>
                <a:cubicBezTo>
                  <a:pt x="9397" y="68813"/>
                  <a:pt x="6522" y="68796"/>
                  <a:pt x="4300" y="68977"/>
                </a:cubicBezTo>
                <a:cubicBezTo>
                  <a:pt x="3382" y="69063"/>
                  <a:pt x="2531" y="69417"/>
                  <a:pt x="1606" y="69417"/>
                </a:cubicBezTo>
                <a:cubicBezTo>
                  <a:pt x="708" y="69417"/>
                  <a:pt x="67" y="69193"/>
                  <a:pt x="67" y="68537"/>
                </a:cubicBezTo>
                <a:cubicBezTo>
                  <a:pt x="67" y="67360"/>
                  <a:pt x="2284" y="65070"/>
                  <a:pt x="3531" y="64359"/>
                </a:cubicBezTo>
                <a:cubicBezTo>
                  <a:pt x="5094" y="63465"/>
                  <a:pt x="5357" y="63807"/>
                  <a:pt x="6224" y="62819"/>
                </a:cubicBezTo>
                <a:cubicBezTo>
                  <a:pt x="7179" y="61728"/>
                  <a:pt x="6697" y="60266"/>
                  <a:pt x="6996" y="59080"/>
                </a:cubicBezTo>
                <a:cubicBezTo>
                  <a:pt x="7533" y="56925"/>
                  <a:pt x="8020" y="52120"/>
                  <a:pt x="9305" y="50283"/>
                </a:cubicBezTo>
                <a:cubicBezTo>
                  <a:pt x="11279" y="47464"/>
                  <a:pt x="16232" y="45069"/>
                  <a:pt x="16232" y="41707"/>
                </a:cubicBezTo>
                <a:cubicBezTo>
                  <a:pt x="16232" y="41466"/>
                  <a:pt x="15900" y="41276"/>
                  <a:pt x="15849" y="41043"/>
                </a:cubicBezTo>
                <a:cubicBezTo>
                  <a:pt x="15661" y="40181"/>
                  <a:pt x="15712" y="38826"/>
                  <a:pt x="15849" y="37964"/>
                </a:cubicBezTo>
                <a:cubicBezTo>
                  <a:pt x="16080" y="36532"/>
                  <a:pt x="17194" y="32867"/>
                  <a:pt x="16232" y="31586"/>
                </a:cubicBezTo>
                <a:cubicBezTo>
                  <a:pt x="15459" y="30556"/>
                  <a:pt x="13408" y="29823"/>
                  <a:pt x="12768" y="28728"/>
                </a:cubicBezTo>
                <a:cubicBezTo>
                  <a:pt x="12529" y="28314"/>
                  <a:pt x="12768" y="27848"/>
                  <a:pt x="12768" y="27409"/>
                </a:cubicBezTo>
                <a:cubicBezTo>
                  <a:pt x="12768" y="25067"/>
                  <a:pt x="12699" y="21470"/>
                  <a:pt x="15847" y="19930"/>
                </a:cubicBezTo>
                <a:cubicBezTo>
                  <a:pt x="16985" y="19370"/>
                  <a:pt x="18531" y="20017"/>
                  <a:pt x="19696" y="19499"/>
                </a:cubicBezTo>
                <a:cubicBezTo>
                  <a:pt x="21349" y="18741"/>
                  <a:pt x="21477" y="17476"/>
                  <a:pt x="22005" y="16420"/>
                </a:cubicBezTo>
                <a:cubicBezTo>
                  <a:pt x="22628" y="15178"/>
                  <a:pt x="24307" y="14452"/>
                  <a:pt x="25084" y="13341"/>
                </a:cubicBezTo>
                <a:cubicBezTo>
                  <a:pt x="25369" y="12936"/>
                  <a:pt x="25302" y="12456"/>
                  <a:pt x="25467" y="12022"/>
                </a:cubicBezTo>
                <a:cubicBezTo>
                  <a:pt x="25885" y="10942"/>
                  <a:pt x="26878" y="9969"/>
                  <a:pt x="27391" y="8943"/>
                </a:cubicBezTo>
                <a:cubicBezTo>
                  <a:pt x="27822" y="8081"/>
                  <a:pt x="26808" y="8452"/>
                  <a:pt x="27774" y="7624"/>
                </a:cubicBezTo>
                <a:cubicBezTo>
                  <a:pt x="28952" y="6613"/>
                  <a:pt x="30276" y="6743"/>
                  <a:pt x="30852" y="5424"/>
                </a:cubicBezTo>
                <a:cubicBezTo>
                  <a:pt x="31212" y="4597"/>
                  <a:pt x="31037" y="4030"/>
                  <a:pt x="31234" y="3226"/>
                </a:cubicBezTo>
                <a:cubicBezTo>
                  <a:pt x="31504" y="2150"/>
                  <a:pt x="32389" y="1920"/>
                  <a:pt x="32389" y="806"/>
                </a:cubicBezTo>
                <a:cubicBezTo>
                  <a:pt x="32389" y="367"/>
                  <a:pt x="31888" y="-800"/>
                  <a:pt x="32389" y="-513"/>
                </a:cubicBezTo>
                <a:cubicBezTo>
                  <a:pt x="34445" y="661"/>
                  <a:pt x="33700" y="3638"/>
                  <a:pt x="33928" y="5204"/>
                </a:cubicBezTo>
                <a:cubicBezTo>
                  <a:pt x="34071" y="6172"/>
                  <a:pt x="35088" y="6755"/>
                  <a:pt x="35468" y="7624"/>
                </a:cubicBezTo>
                <a:cubicBezTo>
                  <a:pt x="35971" y="8774"/>
                  <a:pt x="35085" y="9970"/>
                  <a:pt x="35850" y="11143"/>
                </a:cubicBezTo>
                <a:cubicBezTo>
                  <a:pt x="36719" y="12465"/>
                  <a:pt x="39043" y="14369"/>
                  <a:pt x="39314" y="15761"/>
                </a:cubicBezTo>
                <a:cubicBezTo>
                  <a:pt x="39668" y="17576"/>
                  <a:pt x="41169" y="24039"/>
                  <a:pt x="42393" y="25438"/>
                </a:cubicBezTo>
                <a:cubicBezTo>
                  <a:pt x="46239" y="29832"/>
                  <a:pt x="40557" y="22977"/>
                  <a:pt x="45086" y="27636"/>
                </a:cubicBezTo>
                <a:cubicBezTo>
                  <a:pt x="45587" y="28145"/>
                  <a:pt x="45491" y="28835"/>
                  <a:pt x="45854" y="29395"/>
                </a:cubicBezTo>
                <a:cubicBezTo>
                  <a:pt x="46561" y="30472"/>
                  <a:pt x="47817" y="31509"/>
                  <a:pt x="48163" y="32694"/>
                </a:cubicBezTo>
                <a:cubicBezTo>
                  <a:pt x="48430" y="33591"/>
                  <a:pt x="48913" y="35180"/>
                  <a:pt x="49703" y="35993"/>
                </a:cubicBezTo>
                <a:cubicBezTo>
                  <a:pt x="51007" y="37335"/>
                  <a:pt x="51069" y="36674"/>
                  <a:pt x="52012" y="37753"/>
                </a:cubicBezTo>
                <a:cubicBezTo>
                  <a:pt x="52822" y="38677"/>
                  <a:pt x="52883" y="39989"/>
                  <a:pt x="53935" y="40831"/>
                </a:cubicBezTo>
                <a:cubicBezTo>
                  <a:pt x="54987" y="41674"/>
                  <a:pt x="56814" y="41923"/>
                  <a:pt x="57785" y="42811"/>
                </a:cubicBezTo>
                <a:cubicBezTo>
                  <a:pt x="59543" y="43121"/>
                  <a:pt x="58086" y="44042"/>
                  <a:pt x="58552" y="44570"/>
                </a:cubicBezTo>
                <a:cubicBezTo>
                  <a:pt x="58897" y="44967"/>
                  <a:pt x="61429" y="45955"/>
                  <a:pt x="61631" y="46110"/>
                </a:cubicBezTo>
                <a:cubicBezTo>
                  <a:pt x="61726" y="46196"/>
                  <a:pt x="64300" y="50172"/>
                  <a:pt x="64324" y="50287"/>
                </a:cubicBezTo>
                <a:cubicBezTo>
                  <a:pt x="64842" y="52642"/>
                  <a:pt x="62438" y="53328"/>
                  <a:pt x="60861" y="54906"/>
                </a:cubicBezTo>
                <a:cubicBezTo>
                  <a:pt x="59201" y="56565"/>
                  <a:pt x="58026" y="58739"/>
                  <a:pt x="55857" y="60184"/>
                </a:cubicBezTo>
                <a:cubicBezTo>
                  <a:pt x="54848" y="60857"/>
                  <a:pt x="53662" y="61166"/>
                  <a:pt x="53164" y="62164"/>
                </a:cubicBezTo>
                <a:cubicBezTo>
                  <a:pt x="53026" y="62440"/>
                  <a:pt x="53250" y="62750"/>
                  <a:pt x="53164" y="63043"/>
                </a:cubicBezTo>
                <a:cubicBezTo>
                  <a:pt x="52707" y="64890"/>
                  <a:pt x="51169" y="64623"/>
                  <a:pt x="52009" y="66782"/>
                </a:cubicBezTo>
                <a:cubicBezTo>
                  <a:pt x="52147" y="67152"/>
                  <a:pt x="52096" y="67567"/>
                  <a:pt x="52389" y="67881"/>
                </a:cubicBezTo>
                <a:cubicBezTo>
                  <a:pt x="53070" y="68562"/>
                  <a:pt x="55549" y="69091"/>
                  <a:pt x="55852" y="70300"/>
                </a:cubicBezTo>
                <a:cubicBezTo>
                  <a:pt x="56059" y="71120"/>
                  <a:pt x="54096" y="71806"/>
                  <a:pt x="53543" y="72279"/>
                </a:cubicBezTo>
                <a:cubicBezTo>
                  <a:pt x="52776" y="72943"/>
                  <a:pt x="52438" y="74074"/>
                  <a:pt x="51619" y="74699"/>
                </a:cubicBezTo>
                <a:cubicBezTo>
                  <a:pt x="50886" y="75259"/>
                  <a:pt x="49701" y="75484"/>
                  <a:pt x="48925" y="76019"/>
                </a:cubicBezTo>
                <a:cubicBezTo>
                  <a:pt x="47376" y="77080"/>
                  <a:pt x="50239" y="77751"/>
                  <a:pt x="48158" y="79537"/>
                </a:cubicBezTo>
                <a:cubicBezTo>
                  <a:pt x="47494" y="80114"/>
                  <a:pt x="46546" y="80519"/>
                  <a:pt x="45849" y="81077"/>
                </a:cubicBezTo>
                <a:cubicBezTo>
                  <a:pt x="45254" y="81551"/>
                  <a:pt x="44955" y="82174"/>
                  <a:pt x="44309" y="82616"/>
                </a:cubicBezTo>
                <a:cubicBezTo>
                  <a:pt x="43663" y="83058"/>
                  <a:pt x="42570" y="82978"/>
                  <a:pt x="42385" y="83715"/>
                </a:cubicBezTo>
                <a:cubicBezTo>
                  <a:pt x="42233" y="84319"/>
                  <a:pt x="43006" y="84872"/>
                  <a:pt x="43156" y="85474"/>
                </a:cubicBezTo>
                <a:cubicBezTo>
                  <a:pt x="43457" y="86682"/>
                  <a:pt x="42420" y="87793"/>
                  <a:pt x="42773" y="88993"/>
                </a:cubicBezTo>
                <a:cubicBezTo>
                  <a:pt x="42956" y="89622"/>
                  <a:pt x="43943" y="90285"/>
                  <a:pt x="43543" y="90973"/>
                </a:cubicBezTo>
                <a:cubicBezTo>
                  <a:pt x="43387" y="91231"/>
                  <a:pt x="43093" y="91447"/>
                  <a:pt x="42773" y="91628"/>
                </a:cubicBezTo>
                <a:cubicBezTo>
                  <a:pt x="39455" y="93524"/>
                  <a:pt x="34159" y="90466"/>
                  <a:pt x="33921" y="82831"/>
                </a:cubicBezTo>
                <a:close/>
              </a:path>
            </a:pathLst>
          </a:custGeom>
          <a:gradFill>
            <a:gsLst>
              <a:gs pos="0">
                <a:srgbClr val="71C837"/>
              </a:gs>
              <a:gs pos="50000">
                <a:srgbClr val="71C837">
                  <a:alpha val="49804"/>
                </a:srgbClr>
              </a:gs>
              <a:gs pos="100000">
                <a:srgbClr val="71C837">
                  <a:alpha val="0"/>
                </a:srgbClr>
              </a:gs>
            </a:gsLst>
            <a:lin ang="5205722" scaled="1"/>
          </a:gra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96" name="任意多边形: 形状 195">
            <a:extLst>
              <a:ext uri="{FF2B5EF4-FFF2-40B4-BE49-F238E27FC236}">
                <a16:creationId xmlns:a16="http://schemas.microsoft.com/office/drawing/2014/main" id="{4DB5F8BB-8F9A-3A5C-CE1C-97D9A7D71498}"/>
              </a:ext>
            </a:extLst>
          </p:cNvPr>
          <p:cNvSpPr/>
          <p:nvPr/>
        </p:nvSpPr>
        <p:spPr>
          <a:xfrm>
            <a:off x="6699694" y="4878156"/>
            <a:ext cx="59558" cy="125742"/>
          </a:xfrm>
          <a:custGeom>
            <a:avLst/>
            <a:gdLst>
              <a:gd name="connsiteX0" fmla="*/ 17223 w 59558"/>
              <a:gd name="connsiteY0" fmla="*/ 107914 h 125742"/>
              <a:gd name="connsiteX1" fmla="*/ 17742 w 59558"/>
              <a:gd name="connsiteY1" fmla="*/ 106932 h 125742"/>
              <a:gd name="connsiteX2" fmla="*/ 18781 w 59558"/>
              <a:gd name="connsiteY2" fmla="*/ 100057 h 125742"/>
              <a:gd name="connsiteX3" fmla="*/ 19820 w 59558"/>
              <a:gd name="connsiteY3" fmla="*/ 99075 h 125742"/>
              <a:gd name="connsiteX4" fmla="*/ 20338 w 59558"/>
              <a:gd name="connsiteY4" fmla="*/ 92854 h 125742"/>
              <a:gd name="connsiteX5" fmla="*/ 19300 w 59558"/>
              <a:gd name="connsiteY5" fmla="*/ 91872 h 125742"/>
              <a:gd name="connsiteX6" fmla="*/ 14625 w 59558"/>
              <a:gd name="connsiteY6" fmla="*/ 85652 h 125742"/>
              <a:gd name="connsiteX7" fmla="*/ 13066 w 59558"/>
              <a:gd name="connsiteY7" fmla="*/ 85652 h 125742"/>
              <a:gd name="connsiteX8" fmla="*/ 8391 w 59558"/>
              <a:gd name="connsiteY8" fmla="*/ 84670 h 125742"/>
              <a:gd name="connsiteX9" fmla="*/ 4236 w 59558"/>
              <a:gd name="connsiteY9" fmla="*/ 84670 h 125742"/>
              <a:gd name="connsiteX10" fmla="*/ 2677 w 59558"/>
              <a:gd name="connsiteY10" fmla="*/ 83687 h 125742"/>
              <a:gd name="connsiteX11" fmla="*/ 81 w 59558"/>
              <a:gd name="connsiteY11" fmla="*/ 82706 h 125742"/>
              <a:gd name="connsiteX12" fmla="*/ 1639 w 59558"/>
              <a:gd name="connsiteY12" fmla="*/ 80742 h 125742"/>
              <a:gd name="connsiteX13" fmla="*/ 2158 w 59558"/>
              <a:gd name="connsiteY13" fmla="*/ 78449 h 125742"/>
              <a:gd name="connsiteX14" fmla="*/ 4236 w 59558"/>
              <a:gd name="connsiteY14" fmla="*/ 72557 h 125742"/>
              <a:gd name="connsiteX15" fmla="*/ 2158 w 59558"/>
              <a:gd name="connsiteY15" fmla="*/ 67973 h 125742"/>
              <a:gd name="connsiteX16" fmla="*/ 2158 w 59558"/>
              <a:gd name="connsiteY16" fmla="*/ 55859 h 125742"/>
              <a:gd name="connsiteX17" fmla="*/ 7352 w 59558"/>
              <a:gd name="connsiteY17" fmla="*/ 48330 h 125742"/>
              <a:gd name="connsiteX18" fmla="*/ 9949 w 59558"/>
              <a:gd name="connsiteY18" fmla="*/ 43419 h 125742"/>
              <a:gd name="connsiteX19" fmla="*/ 12027 w 59558"/>
              <a:gd name="connsiteY19" fmla="*/ 38181 h 125742"/>
              <a:gd name="connsiteX20" fmla="*/ 12547 w 59558"/>
              <a:gd name="connsiteY20" fmla="*/ 30651 h 125742"/>
              <a:gd name="connsiteX21" fmla="*/ 14104 w 59558"/>
              <a:gd name="connsiteY21" fmla="*/ 28359 h 125742"/>
              <a:gd name="connsiteX22" fmla="*/ 14104 w 59558"/>
              <a:gd name="connsiteY22" fmla="*/ 26395 h 125742"/>
              <a:gd name="connsiteX23" fmla="*/ 20857 w 59558"/>
              <a:gd name="connsiteY23" fmla="*/ 23122 h 125742"/>
              <a:gd name="connsiteX24" fmla="*/ 20857 w 59558"/>
              <a:gd name="connsiteY24" fmla="*/ 22139 h 125742"/>
              <a:gd name="connsiteX25" fmla="*/ 21896 w 59558"/>
              <a:gd name="connsiteY25" fmla="*/ 21157 h 125742"/>
              <a:gd name="connsiteX26" fmla="*/ 22935 w 59558"/>
              <a:gd name="connsiteY26" fmla="*/ 15918 h 125742"/>
              <a:gd name="connsiteX27" fmla="*/ 22935 w 59558"/>
              <a:gd name="connsiteY27" fmla="*/ 11990 h 125742"/>
              <a:gd name="connsiteX28" fmla="*/ 25013 w 59558"/>
              <a:gd name="connsiteY28" fmla="*/ 9043 h 125742"/>
              <a:gd name="connsiteX29" fmla="*/ 23974 w 59558"/>
              <a:gd name="connsiteY29" fmla="*/ 6752 h 125742"/>
              <a:gd name="connsiteX30" fmla="*/ 25013 w 59558"/>
              <a:gd name="connsiteY30" fmla="*/ 2496 h 125742"/>
              <a:gd name="connsiteX31" fmla="*/ 25013 w 59558"/>
              <a:gd name="connsiteY31" fmla="*/ -450 h 125742"/>
              <a:gd name="connsiteX32" fmla="*/ 26571 w 59558"/>
              <a:gd name="connsiteY32" fmla="*/ -450 h 125742"/>
              <a:gd name="connsiteX33" fmla="*/ 33843 w 59558"/>
              <a:gd name="connsiteY33" fmla="*/ 3150 h 125742"/>
              <a:gd name="connsiteX34" fmla="*/ 34882 w 59558"/>
              <a:gd name="connsiteY34" fmla="*/ 6425 h 125742"/>
              <a:gd name="connsiteX35" fmla="*/ 35401 w 59558"/>
              <a:gd name="connsiteY35" fmla="*/ 7407 h 125742"/>
              <a:gd name="connsiteX36" fmla="*/ 36440 w 59558"/>
              <a:gd name="connsiteY36" fmla="*/ 8389 h 125742"/>
              <a:gd name="connsiteX37" fmla="*/ 35921 w 59558"/>
              <a:gd name="connsiteY37" fmla="*/ 13955 h 125742"/>
              <a:gd name="connsiteX38" fmla="*/ 38518 w 59558"/>
              <a:gd name="connsiteY38" fmla="*/ 18538 h 125742"/>
              <a:gd name="connsiteX39" fmla="*/ 40077 w 59558"/>
              <a:gd name="connsiteY39" fmla="*/ 23122 h 125742"/>
              <a:gd name="connsiteX40" fmla="*/ 40077 w 59558"/>
              <a:gd name="connsiteY40" fmla="*/ 27051 h 125742"/>
              <a:gd name="connsiteX41" fmla="*/ 41635 w 59558"/>
              <a:gd name="connsiteY41" fmla="*/ 27706 h 125742"/>
              <a:gd name="connsiteX42" fmla="*/ 43193 w 59558"/>
              <a:gd name="connsiteY42" fmla="*/ 29670 h 125742"/>
              <a:gd name="connsiteX43" fmla="*/ 50984 w 59558"/>
              <a:gd name="connsiteY43" fmla="*/ 31962 h 125742"/>
              <a:gd name="connsiteX44" fmla="*/ 54621 w 59558"/>
              <a:gd name="connsiteY44" fmla="*/ 33926 h 125742"/>
              <a:gd name="connsiteX45" fmla="*/ 56699 w 59558"/>
              <a:gd name="connsiteY45" fmla="*/ 34254 h 125742"/>
              <a:gd name="connsiteX46" fmla="*/ 57218 w 59558"/>
              <a:gd name="connsiteY46" fmla="*/ 35236 h 125742"/>
              <a:gd name="connsiteX47" fmla="*/ 57218 w 59558"/>
              <a:gd name="connsiteY47" fmla="*/ 37200 h 125742"/>
              <a:gd name="connsiteX48" fmla="*/ 59295 w 59558"/>
              <a:gd name="connsiteY48" fmla="*/ 39165 h 125742"/>
              <a:gd name="connsiteX49" fmla="*/ 57218 w 59558"/>
              <a:gd name="connsiteY49" fmla="*/ 47349 h 125742"/>
              <a:gd name="connsiteX50" fmla="*/ 49946 w 59558"/>
              <a:gd name="connsiteY50" fmla="*/ 52260 h 125742"/>
              <a:gd name="connsiteX51" fmla="*/ 50984 w 59558"/>
              <a:gd name="connsiteY51" fmla="*/ 54879 h 125742"/>
              <a:gd name="connsiteX52" fmla="*/ 50984 w 59558"/>
              <a:gd name="connsiteY52" fmla="*/ 62736 h 125742"/>
              <a:gd name="connsiteX53" fmla="*/ 53062 w 59558"/>
              <a:gd name="connsiteY53" fmla="*/ 70921 h 125742"/>
              <a:gd name="connsiteX54" fmla="*/ 47868 w 59558"/>
              <a:gd name="connsiteY54" fmla="*/ 76159 h 125742"/>
              <a:gd name="connsiteX55" fmla="*/ 49426 w 59558"/>
              <a:gd name="connsiteY55" fmla="*/ 78123 h 125742"/>
              <a:gd name="connsiteX56" fmla="*/ 50984 w 59558"/>
              <a:gd name="connsiteY56" fmla="*/ 81070 h 125742"/>
              <a:gd name="connsiteX57" fmla="*/ 54101 w 59558"/>
              <a:gd name="connsiteY57" fmla="*/ 82707 h 125742"/>
              <a:gd name="connsiteX58" fmla="*/ 54620 w 59558"/>
              <a:gd name="connsiteY58" fmla="*/ 84999 h 125742"/>
              <a:gd name="connsiteX59" fmla="*/ 59295 w 59558"/>
              <a:gd name="connsiteY59" fmla="*/ 88927 h 125742"/>
              <a:gd name="connsiteX60" fmla="*/ 58256 w 59558"/>
              <a:gd name="connsiteY60" fmla="*/ 90237 h 125742"/>
              <a:gd name="connsiteX61" fmla="*/ 45270 w 59558"/>
              <a:gd name="connsiteY61" fmla="*/ 94820 h 125742"/>
              <a:gd name="connsiteX62" fmla="*/ 42154 w 59558"/>
              <a:gd name="connsiteY62" fmla="*/ 102677 h 125742"/>
              <a:gd name="connsiteX63" fmla="*/ 42154 w 59558"/>
              <a:gd name="connsiteY63" fmla="*/ 103660 h 125742"/>
              <a:gd name="connsiteX64" fmla="*/ 34882 w 59558"/>
              <a:gd name="connsiteY64" fmla="*/ 109225 h 125742"/>
              <a:gd name="connsiteX65" fmla="*/ 34882 w 59558"/>
              <a:gd name="connsiteY65" fmla="*/ 113154 h 125742"/>
              <a:gd name="connsiteX66" fmla="*/ 33323 w 59558"/>
              <a:gd name="connsiteY66" fmla="*/ 116427 h 125742"/>
              <a:gd name="connsiteX67" fmla="*/ 33842 w 59558"/>
              <a:gd name="connsiteY67" fmla="*/ 119047 h 125742"/>
              <a:gd name="connsiteX68" fmla="*/ 32804 w 59558"/>
              <a:gd name="connsiteY68" fmla="*/ 121993 h 125742"/>
              <a:gd name="connsiteX69" fmla="*/ 32804 w 59558"/>
              <a:gd name="connsiteY69" fmla="*/ 123957 h 125742"/>
              <a:gd name="connsiteX70" fmla="*/ 31245 w 59558"/>
              <a:gd name="connsiteY70" fmla="*/ 124939 h 125742"/>
              <a:gd name="connsiteX71" fmla="*/ 26570 w 59558"/>
              <a:gd name="connsiteY71" fmla="*/ 122975 h 125742"/>
              <a:gd name="connsiteX72" fmla="*/ 17220 w 59558"/>
              <a:gd name="connsiteY72" fmla="*/ 107915 h 125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59558" h="125742">
                <a:moveTo>
                  <a:pt x="17223" y="107914"/>
                </a:moveTo>
                <a:cubicBezTo>
                  <a:pt x="17396" y="107587"/>
                  <a:pt x="17529" y="107250"/>
                  <a:pt x="17742" y="106932"/>
                </a:cubicBezTo>
                <a:cubicBezTo>
                  <a:pt x="19623" y="104166"/>
                  <a:pt x="17639" y="102216"/>
                  <a:pt x="18781" y="100057"/>
                </a:cubicBezTo>
                <a:cubicBezTo>
                  <a:pt x="18986" y="99669"/>
                  <a:pt x="19615" y="99462"/>
                  <a:pt x="19820" y="99075"/>
                </a:cubicBezTo>
                <a:cubicBezTo>
                  <a:pt x="20055" y="98635"/>
                  <a:pt x="20555" y="93261"/>
                  <a:pt x="20338" y="92854"/>
                </a:cubicBezTo>
                <a:cubicBezTo>
                  <a:pt x="20133" y="92475"/>
                  <a:pt x="19582" y="92225"/>
                  <a:pt x="19300" y="91872"/>
                </a:cubicBezTo>
                <a:cubicBezTo>
                  <a:pt x="17815" y="90002"/>
                  <a:pt x="17747" y="86636"/>
                  <a:pt x="14625" y="85652"/>
                </a:cubicBezTo>
                <a:cubicBezTo>
                  <a:pt x="14147" y="85497"/>
                  <a:pt x="13574" y="85738"/>
                  <a:pt x="13066" y="85652"/>
                </a:cubicBezTo>
                <a:cubicBezTo>
                  <a:pt x="9720" y="85126"/>
                  <a:pt x="11425" y="84911"/>
                  <a:pt x="8391" y="84670"/>
                </a:cubicBezTo>
                <a:cubicBezTo>
                  <a:pt x="7014" y="84558"/>
                  <a:pt x="5536" y="85024"/>
                  <a:pt x="4236" y="84670"/>
                </a:cubicBezTo>
                <a:cubicBezTo>
                  <a:pt x="3594" y="84489"/>
                  <a:pt x="3307" y="83886"/>
                  <a:pt x="2677" y="83687"/>
                </a:cubicBezTo>
                <a:cubicBezTo>
                  <a:pt x="1382" y="83282"/>
                  <a:pt x="537" y="84429"/>
                  <a:pt x="81" y="82706"/>
                </a:cubicBezTo>
                <a:cubicBezTo>
                  <a:pt x="-91" y="82051"/>
                  <a:pt x="1362" y="81149"/>
                  <a:pt x="1639" y="80742"/>
                </a:cubicBezTo>
                <a:cubicBezTo>
                  <a:pt x="2853" y="78955"/>
                  <a:pt x="1748" y="80000"/>
                  <a:pt x="2158" y="78449"/>
                </a:cubicBezTo>
                <a:cubicBezTo>
                  <a:pt x="2685" y="76452"/>
                  <a:pt x="5272" y="74842"/>
                  <a:pt x="4236" y="72557"/>
                </a:cubicBezTo>
                <a:cubicBezTo>
                  <a:pt x="3556" y="71059"/>
                  <a:pt x="2587" y="69596"/>
                  <a:pt x="2158" y="67973"/>
                </a:cubicBezTo>
                <a:cubicBezTo>
                  <a:pt x="1671" y="66125"/>
                  <a:pt x="1767" y="57838"/>
                  <a:pt x="2158" y="55859"/>
                </a:cubicBezTo>
                <a:cubicBezTo>
                  <a:pt x="2719" y="53022"/>
                  <a:pt x="6149" y="50985"/>
                  <a:pt x="7352" y="48330"/>
                </a:cubicBezTo>
                <a:cubicBezTo>
                  <a:pt x="8075" y="46736"/>
                  <a:pt x="9523" y="45035"/>
                  <a:pt x="9949" y="43419"/>
                </a:cubicBezTo>
                <a:cubicBezTo>
                  <a:pt x="10444" y="41547"/>
                  <a:pt x="10993" y="39918"/>
                  <a:pt x="12027" y="38181"/>
                </a:cubicBezTo>
                <a:cubicBezTo>
                  <a:pt x="13443" y="35801"/>
                  <a:pt x="11489" y="32987"/>
                  <a:pt x="12547" y="30651"/>
                </a:cubicBezTo>
                <a:cubicBezTo>
                  <a:pt x="13268" y="29060"/>
                  <a:pt x="13725" y="29798"/>
                  <a:pt x="14104" y="28359"/>
                </a:cubicBezTo>
                <a:cubicBezTo>
                  <a:pt x="14275" y="27713"/>
                  <a:pt x="13558" y="26913"/>
                  <a:pt x="14104" y="26395"/>
                </a:cubicBezTo>
                <a:cubicBezTo>
                  <a:pt x="15662" y="24922"/>
                  <a:pt x="19207" y="24578"/>
                  <a:pt x="20857" y="23122"/>
                </a:cubicBezTo>
                <a:cubicBezTo>
                  <a:pt x="21141" y="22871"/>
                  <a:pt x="20695" y="22440"/>
                  <a:pt x="20857" y="22139"/>
                </a:cubicBezTo>
                <a:cubicBezTo>
                  <a:pt x="21063" y="21751"/>
                  <a:pt x="21738" y="21562"/>
                  <a:pt x="21896" y="21157"/>
                </a:cubicBezTo>
                <a:cubicBezTo>
                  <a:pt x="22207" y="20364"/>
                  <a:pt x="22784" y="16870"/>
                  <a:pt x="22935" y="15918"/>
                </a:cubicBezTo>
                <a:cubicBezTo>
                  <a:pt x="23066" y="15091"/>
                  <a:pt x="22337" y="12745"/>
                  <a:pt x="22935" y="11990"/>
                </a:cubicBezTo>
                <a:cubicBezTo>
                  <a:pt x="23735" y="10982"/>
                  <a:pt x="25013" y="10692"/>
                  <a:pt x="25013" y="9043"/>
                </a:cubicBezTo>
                <a:cubicBezTo>
                  <a:pt x="25013" y="8242"/>
                  <a:pt x="24132" y="7548"/>
                  <a:pt x="23974" y="6752"/>
                </a:cubicBezTo>
                <a:cubicBezTo>
                  <a:pt x="23670" y="5226"/>
                  <a:pt x="25013" y="3925"/>
                  <a:pt x="25013" y="2496"/>
                </a:cubicBezTo>
                <a:cubicBezTo>
                  <a:pt x="25013" y="2005"/>
                  <a:pt x="24266" y="21"/>
                  <a:pt x="25013" y="-450"/>
                </a:cubicBezTo>
                <a:cubicBezTo>
                  <a:pt x="25405" y="-692"/>
                  <a:pt x="26052" y="-450"/>
                  <a:pt x="26571" y="-450"/>
                </a:cubicBezTo>
                <a:cubicBezTo>
                  <a:pt x="29950" y="-450"/>
                  <a:pt x="32234" y="869"/>
                  <a:pt x="33843" y="3150"/>
                </a:cubicBezTo>
                <a:cubicBezTo>
                  <a:pt x="34544" y="4146"/>
                  <a:pt x="34456" y="5349"/>
                  <a:pt x="34882" y="6425"/>
                </a:cubicBezTo>
                <a:cubicBezTo>
                  <a:pt x="35015" y="6761"/>
                  <a:pt x="35226" y="7089"/>
                  <a:pt x="35401" y="7407"/>
                </a:cubicBezTo>
                <a:cubicBezTo>
                  <a:pt x="35745" y="7735"/>
                  <a:pt x="36262" y="7993"/>
                  <a:pt x="36440" y="8389"/>
                </a:cubicBezTo>
                <a:cubicBezTo>
                  <a:pt x="37233" y="10135"/>
                  <a:pt x="35921" y="12247"/>
                  <a:pt x="35921" y="13955"/>
                </a:cubicBezTo>
                <a:cubicBezTo>
                  <a:pt x="35921" y="16216"/>
                  <a:pt x="38058" y="16800"/>
                  <a:pt x="38518" y="18538"/>
                </a:cubicBezTo>
                <a:cubicBezTo>
                  <a:pt x="38919" y="20054"/>
                  <a:pt x="39675" y="21601"/>
                  <a:pt x="40077" y="23122"/>
                </a:cubicBezTo>
                <a:cubicBezTo>
                  <a:pt x="40319" y="24039"/>
                  <a:pt x="39370" y="26307"/>
                  <a:pt x="40077" y="27051"/>
                </a:cubicBezTo>
                <a:cubicBezTo>
                  <a:pt x="40419" y="27413"/>
                  <a:pt x="41181" y="27421"/>
                  <a:pt x="41635" y="27706"/>
                </a:cubicBezTo>
                <a:cubicBezTo>
                  <a:pt x="43155" y="28664"/>
                  <a:pt x="42311" y="28559"/>
                  <a:pt x="43193" y="29670"/>
                </a:cubicBezTo>
                <a:cubicBezTo>
                  <a:pt x="44776" y="31664"/>
                  <a:pt x="48442" y="30959"/>
                  <a:pt x="50984" y="31962"/>
                </a:cubicBezTo>
                <a:cubicBezTo>
                  <a:pt x="55306" y="33664"/>
                  <a:pt x="49395" y="32281"/>
                  <a:pt x="54621" y="33926"/>
                </a:cubicBezTo>
                <a:cubicBezTo>
                  <a:pt x="55272" y="34133"/>
                  <a:pt x="56115" y="33926"/>
                  <a:pt x="56699" y="34254"/>
                </a:cubicBezTo>
                <a:cubicBezTo>
                  <a:pt x="57092" y="34452"/>
                  <a:pt x="57125" y="34891"/>
                  <a:pt x="57218" y="35236"/>
                </a:cubicBezTo>
                <a:cubicBezTo>
                  <a:pt x="57389" y="35874"/>
                  <a:pt x="56895" y="36590"/>
                  <a:pt x="57218" y="37200"/>
                </a:cubicBezTo>
                <a:cubicBezTo>
                  <a:pt x="57625" y="37976"/>
                  <a:pt x="58980" y="38369"/>
                  <a:pt x="59295" y="39165"/>
                </a:cubicBezTo>
                <a:cubicBezTo>
                  <a:pt x="60196" y="41435"/>
                  <a:pt x="59173" y="45499"/>
                  <a:pt x="57218" y="47349"/>
                </a:cubicBezTo>
                <a:cubicBezTo>
                  <a:pt x="55348" y="49117"/>
                  <a:pt x="50882" y="49899"/>
                  <a:pt x="49946" y="52260"/>
                </a:cubicBezTo>
                <a:cubicBezTo>
                  <a:pt x="49059" y="54495"/>
                  <a:pt x="50165" y="53326"/>
                  <a:pt x="50984" y="54879"/>
                </a:cubicBezTo>
                <a:cubicBezTo>
                  <a:pt x="51961" y="56726"/>
                  <a:pt x="50502" y="60606"/>
                  <a:pt x="50984" y="62736"/>
                </a:cubicBezTo>
                <a:cubicBezTo>
                  <a:pt x="51523" y="65114"/>
                  <a:pt x="53690" y="68546"/>
                  <a:pt x="53062" y="70921"/>
                </a:cubicBezTo>
                <a:cubicBezTo>
                  <a:pt x="52502" y="73041"/>
                  <a:pt x="47868" y="74201"/>
                  <a:pt x="47868" y="76159"/>
                </a:cubicBezTo>
                <a:cubicBezTo>
                  <a:pt x="47868" y="76970"/>
                  <a:pt x="48948" y="77521"/>
                  <a:pt x="49426" y="78123"/>
                </a:cubicBezTo>
                <a:cubicBezTo>
                  <a:pt x="50107" y="78977"/>
                  <a:pt x="50158" y="80288"/>
                  <a:pt x="50984" y="81070"/>
                </a:cubicBezTo>
                <a:cubicBezTo>
                  <a:pt x="51768" y="81812"/>
                  <a:pt x="53370" y="81939"/>
                  <a:pt x="54101" y="82707"/>
                </a:cubicBezTo>
                <a:cubicBezTo>
                  <a:pt x="54705" y="83345"/>
                  <a:pt x="54024" y="84354"/>
                  <a:pt x="54620" y="84999"/>
                </a:cubicBezTo>
                <a:cubicBezTo>
                  <a:pt x="55396" y="85852"/>
                  <a:pt x="59295" y="87680"/>
                  <a:pt x="59295" y="88927"/>
                </a:cubicBezTo>
                <a:cubicBezTo>
                  <a:pt x="59295" y="89427"/>
                  <a:pt x="58601" y="89801"/>
                  <a:pt x="58256" y="90237"/>
                </a:cubicBezTo>
                <a:cubicBezTo>
                  <a:pt x="54620" y="94820"/>
                  <a:pt x="48267" y="92931"/>
                  <a:pt x="45270" y="94820"/>
                </a:cubicBezTo>
                <a:cubicBezTo>
                  <a:pt x="45124" y="94906"/>
                  <a:pt x="42333" y="101997"/>
                  <a:pt x="42154" y="102677"/>
                </a:cubicBezTo>
                <a:cubicBezTo>
                  <a:pt x="42067" y="102996"/>
                  <a:pt x="42354" y="103367"/>
                  <a:pt x="42154" y="103660"/>
                </a:cubicBezTo>
                <a:cubicBezTo>
                  <a:pt x="40448" y="106167"/>
                  <a:pt x="36585" y="107079"/>
                  <a:pt x="34882" y="109225"/>
                </a:cubicBezTo>
                <a:cubicBezTo>
                  <a:pt x="34188" y="110100"/>
                  <a:pt x="35150" y="112140"/>
                  <a:pt x="34882" y="113154"/>
                </a:cubicBezTo>
                <a:cubicBezTo>
                  <a:pt x="34589" y="114258"/>
                  <a:pt x="33615" y="115323"/>
                  <a:pt x="33323" y="116427"/>
                </a:cubicBezTo>
                <a:cubicBezTo>
                  <a:pt x="33070" y="117383"/>
                  <a:pt x="33657" y="118096"/>
                  <a:pt x="33842" y="119047"/>
                </a:cubicBezTo>
                <a:cubicBezTo>
                  <a:pt x="34080" y="120241"/>
                  <a:pt x="33093" y="120895"/>
                  <a:pt x="32804" y="121993"/>
                </a:cubicBezTo>
                <a:cubicBezTo>
                  <a:pt x="32632" y="122631"/>
                  <a:pt x="33251" y="123392"/>
                  <a:pt x="32804" y="123957"/>
                </a:cubicBezTo>
                <a:cubicBezTo>
                  <a:pt x="32460" y="124388"/>
                  <a:pt x="31839" y="124690"/>
                  <a:pt x="31245" y="124939"/>
                </a:cubicBezTo>
                <a:cubicBezTo>
                  <a:pt x="28891" y="125929"/>
                  <a:pt x="28532" y="123654"/>
                  <a:pt x="26570" y="122975"/>
                </a:cubicBezTo>
                <a:cubicBezTo>
                  <a:pt x="21994" y="121394"/>
                  <a:pt x="17220" y="120137"/>
                  <a:pt x="17220" y="107915"/>
                </a:cubicBezTo>
                <a:close/>
              </a:path>
            </a:pathLst>
          </a:custGeom>
          <a:gradFill>
            <a:gsLst>
              <a:gs pos="0">
                <a:srgbClr val="71C837"/>
              </a:gs>
              <a:gs pos="50000">
                <a:srgbClr val="71C837">
                  <a:alpha val="49804"/>
                </a:srgbClr>
              </a:gs>
              <a:gs pos="100000">
                <a:srgbClr val="71C837">
                  <a:alpha val="0"/>
                </a:srgbClr>
              </a:gs>
            </a:gsLst>
            <a:lin ang="5205722" scaled="1"/>
          </a:gra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97" name="任意多边形: 形状 196">
            <a:extLst>
              <a:ext uri="{FF2B5EF4-FFF2-40B4-BE49-F238E27FC236}">
                <a16:creationId xmlns:a16="http://schemas.microsoft.com/office/drawing/2014/main" id="{523B840F-FB72-9D8A-C699-D5438A095E56}"/>
              </a:ext>
            </a:extLst>
          </p:cNvPr>
          <p:cNvSpPr/>
          <p:nvPr/>
        </p:nvSpPr>
        <p:spPr>
          <a:xfrm>
            <a:off x="6526113" y="4788046"/>
            <a:ext cx="106306" cy="230458"/>
          </a:xfrm>
          <a:custGeom>
            <a:avLst/>
            <a:gdLst>
              <a:gd name="connsiteX0" fmla="*/ 56026 w 106306"/>
              <a:gd name="connsiteY0" fmla="*/ 206686 h 230458"/>
              <a:gd name="connsiteX1" fmla="*/ 56662 w 106306"/>
              <a:gd name="connsiteY1" fmla="*/ 194663 h 230458"/>
              <a:gd name="connsiteX2" fmla="*/ 54754 w 106306"/>
              <a:gd name="connsiteY2" fmla="*/ 194111 h 230458"/>
              <a:gd name="connsiteX3" fmla="*/ 48395 w 106306"/>
              <a:gd name="connsiteY3" fmla="*/ 190286 h 230458"/>
              <a:gd name="connsiteX4" fmla="*/ 39493 w 106306"/>
              <a:gd name="connsiteY4" fmla="*/ 190286 h 230458"/>
              <a:gd name="connsiteX5" fmla="*/ 34406 w 106306"/>
              <a:gd name="connsiteY5" fmla="*/ 179355 h 230458"/>
              <a:gd name="connsiteX6" fmla="*/ 35041 w 106306"/>
              <a:gd name="connsiteY6" fmla="*/ 176076 h 230458"/>
              <a:gd name="connsiteX7" fmla="*/ 22323 w 106306"/>
              <a:gd name="connsiteY7" fmla="*/ 175524 h 230458"/>
              <a:gd name="connsiteX8" fmla="*/ 18508 w 106306"/>
              <a:gd name="connsiteY8" fmla="*/ 176076 h 230458"/>
              <a:gd name="connsiteX9" fmla="*/ 24231 w 106306"/>
              <a:gd name="connsiteY9" fmla="*/ 173344 h 230458"/>
              <a:gd name="connsiteX10" fmla="*/ 19143 w 106306"/>
              <a:gd name="connsiteY10" fmla="*/ 172251 h 230458"/>
              <a:gd name="connsiteX11" fmla="*/ 7061 w 106306"/>
              <a:gd name="connsiteY11" fmla="*/ 172251 h 230458"/>
              <a:gd name="connsiteX12" fmla="*/ 2610 w 106306"/>
              <a:gd name="connsiteY12" fmla="*/ 173344 h 230458"/>
              <a:gd name="connsiteX13" fmla="*/ 67 w 106306"/>
              <a:gd name="connsiteY13" fmla="*/ 171158 h 230458"/>
              <a:gd name="connsiteX14" fmla="*/ 5790 w 106306"/>
              <a:gd name="connsiteY14" fmla="*/ 160774 h 230458"/>
              <a:gd name="connsiteX15" fmla="*/ 10241 w 106306"/>
              <a:gd name="connsiteY15" fmla="*/ 156948 h 230458"/>
              <a:gd name="connsiteX16" fmla="*/ 11513 w 106306"/>
              <a:gd name="connsiteY16" fmla="*/ 147658 h 230458"/>
              <a:gd name="connsiteX17" fmla="*/ 15328 w 106306"/>
              <a:gd name="connsiteY17" fmla="*/ 125798 h 230458"/>
              <a:gd name="connsiteX18" fmla="*/ 26774 w 106306"/>
              <a:gd name="connsiteY18" fmla="*/ 104484 h 230458"/>
              <a:gd name="connsiteX19" fmla="*/ 26140 w 106306"/>
              <a:gd name="connsiteY19" fmla="*/ 102844 h 230458"/>
              <a:gd name="connsiteX20" fmla="*/ 26140 w 106306"/>
              <a:gd name="connsiteY20" fmla="*/ 95193 h 230458"/>
              <a:gd name="connsiteX21" fmla="*/ 26774 w 106306"/>
              <a:gd name="connsiteY21" fmla="*/ 79345 h 230458"/>
              <a:gd name="connsiteX22" fmla="*/ 21051 w 106306"/>
              <a:gd name="connsiteY22" fmla="*/ 72239 h 230458"/>
              <a:gd name="connsiteX23" fmla="*/ 21051 w 106306"/>
              <a:gd name="connsiteY23" fmla="*/ 68961 h 230458"/>
              <a:gd name="connsiteX24" fmla="*/ 26138 w 106306"/>
              <a:gd name="connsiteY24" fmla="*/ 50378 h 230458"/>
              <a:gd name="connsiteX25" fmla="*/ 32497 w 106306"/>
              <a:gd name="connsiteY25" fmla="*/ 49286 h 230458"/>
              <a:gd name="connsiteX26" fmla="*/ 36312 w 106306"/>
              <a:gd name="connsiteY26" fmla="*/ 41635 h 230458"/>
              <a:gd name="connsiteX27" fmla="*/ 41400 w 106306"/>
              <a:gd name="connsiteY27" fmla="*/ 33984 h 230458"/>
              <a:gd name="connsiteX28" fmla="*/ 42034 w 106306"/>
              <a:gd name="connsiteY28" fmla="*/ 30705 h 230458"/>
              <a:gd name="connsiteX29" fmla="*/ 45214 w 106306"/>
              <a:gd name="connsiteY29" fmla="*/ 23054 h 230458"/>
              <a:gd name="connsiteX30" fmla="*/ 45848 w 106306"/>
              <a:gd name="connsiteY30" fmla="*/ 19774 h 230458"/>
              <a:gd name="connsiteX31" fmla="*/ 50935 w 106306"/>
              <a:gd name="connsiteY31" fmla="*/ 14310 h 230458"/>
              <a:gd name="connsiteX32" fmla="*/ 51571 w 106306"/>
              <a:gd name="connsiteY32" fmla="*/ 8844 h 230458"/>
              <a:gd name="connsiteX33" fmla="*/ 53479 w 106306"/>
              <a:gd name="connsiteY33" fmla="*/ 2832 h 230458"/>
              <a:gd name="connsiteX34" fmla="*/ 53479 w 106306"/>
              <a:gd name="connsiteY34" fmla="*/ -447 h 230458"/>
              <a:gd name="connsiteX35" fmla="*/ 56022 w 106306"/>
              <a:gd name="connsiteY35" fmla="*/ 13763 h 230458"/>
              <a:gd name="connsiteX36" fmla="*/ 58566 w 106306"/>
              <a:gd name="connsiteY36" fmla="*/ 19774 h 230458"/>
              <a:gd name="connsiteX37" fmla="*/ 59200 w 106306"/>
              <a:gd name="connsiteY37" fmla="*/ 28519 h 230458"/>
              <a:gd name="connsiteX38" fmla="*/ 64923 w 106306"/>
              <a:gd name="connsiteY38" fmla="*/ 39996 h 230458"/>
              <a:gd name="connsiteX39" fmla="*/ 70010 w 106306"/>
              <a:gd name="connsiteY39" fmla="*/ 64042 h 230458"/>
              <a:gd name="connsiteX40" fmla="*/ 74461 w 106306"/>
              <a:gd name="connsiteY40" fmla="*/ 69507 h 230458"/>
              <a:gd name="connsiteX41" fmla="*/ 75733 w 106306"/>
              <a:gd name="connsiteY41" fmla="*/ 73879 h 230458"/>
              <a:gd name="connsiteX42" fmla="*/ 79549 w 106306"/>
              <a:gd name="connsiteY42" fmla="*/ 82076 h 230458"/>
              <a:gd name="connsiteX43" fmla="*/ 82092 w 106306"/>
              <a:gd name="connsiteY43" fmla="*/ 90275 h 230458"/>
              <a:gd name="connsiteX44" fmla="*/ 85908 w 106306"/>
              <a:gd name="connsiteY44" fmla="*/ 94647 h 230458"/>
              <a:gd name="connsiteX45" fmla="*/ 89087 w 106306"/>
              <a:gd name="connsiteY45" fmla="*/ 102297 h 230458"/>
              <a:gd name="connsiteX46" fmla="*/ 95446 w 106306"/>
              <a:gd name="connsiteY46" fmla="*/ 107216 h 230458"/>
              <a:gd name="connsiteX47" fmla="*/ 96718 w 106306"/>
              <a:gd name="connsiteY47" fmla="*/ 111588 h 230458"/>
              <a:gd name="connsiteX48" fmla="*/ 101805 w 106306"/>
              <a:gd name="connsiteY48" fmla="*/ 115413 h 230458"/>
              <a:gd name="connsiteX49" fmla="*/ 106256 w 106306"/>
              <a:gd name="connsiteY49" fmla="*/ 125798 h 230458"/>
              <a:gd name="connsiteX50" fmla="*/ 100533 w 106306"/>
              <a:gd name="connsiteY50" fmla="*/ 137274 h 230458"/>
              <a:gd name="connsiteX51" fmla="*/ 92267 w 106306"/>
              <a:gd name="connsiteY51" fmla="*/ 150390 h 230458"/>
              <a:gd name="connsiteX52" fmla="*/ 87815 w 106306"/>
              <a:gd name="connsiteY52" fmla="*/ 155309 h 230458"/>
              <a:gd name="connsiteX53" fmla="*/ 87815 w 106306"/>
              <a:gd name="connsiteY53" fmla="*/ 157495 h 230458"/>
              <a:gd name="connsiteX54" fmla="*/ 85908 w 106306"/>
              <a:gd name="connsiteY54" fmla="*/ 166785 h 230458"/>
              <a:gd name="connsiteX55" fmla="*/ 86543 w 106306"/>
              <a:gd name="connsiteY55" fmla="*/ 169519 h 230458"/>
              <a:gd name="connsiteX56" fmla="*/ 92266 w 106306"/>
              <a:gd name="connsiteY56" fmla="*/ 175529 h 230458"/>
              <a:gd name="connsiteX57" fmla="*/ 88451 w 106306"/>
              <a:gd name="connsiteY57" fmla="*/ 180448 h 230458"/>
              <a:gd name="connsiteX58" fmla="*/ 85271 w 106306"/>
              <a:gd name="connsiteY58" fmla="*/ 186460 h 230458"/>
              <a:gd name="connsiteX59" fmla="*/ 80820 w 106306"/>
              <a:gd name="connsiteY59" fmla="*/ 189739 h 230458"/>
              <a:gd name="connsiteX60" fmla="*/ 79548 w 106306"/>
              <a:gd name="connsiteY60" fmla="*/ 198483 h 230458"/>
              <a:gd name="connsiteX61" fmla="*/ 75732 w 106306"/>
              <a:gd name="connsiteY61" fmla="*/ 202309 h 230458"/>
              <a:gd name="connsiteX62" fmla="*/ 73189 w 106306"/>
              <a:gd name="connsiteY62" fmla="*/ 206135 h 230458"/>
              <a:gd name="connsiteX63" fmla="*/ 70010 w 106306"/>
              <a:gd name="connsiteY63" fmla="*/ 208867 h 230458"/>
              <a:gd name="connsiteX64" fmla="*/ 71281 w 106306"/>
              <a:gd name="connsiteY64" fmla="*/ 213239 h 230458"/>
              <a:gd name="connsiteX65" fmla="*/ 70647 w 106306"/>
              <a:gd name="connsiteY65" fmla="*/ 221983 h 230458"/>
              <a:gd name="connsiteX66" fmla="*/ 71918 w 106306"/>
              <a:gd name="connsiteY66" fmla="*/ 226901 h 230458"/>
              <a:gd name="connsiteX67" fmla="*/ 70647 w 106306"/>
              <a:gd name="connsiteY67" fmla="*/ 228541 h 230458"/>
              <a:gd name="connsiteX68" fmla="*/ 56022 w 106306"/>
              <a:gd name="connsiteY68" fmla="*/ 206681 h 230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106306" h="230458">
                <a:moveTo>
                  <a:pt x="56026" y="206686"/>
                </a:moveTo>
                <a:cubicBezTo>
                  <a:pt x="56913" y="203552"/>
                  <a:pt x="59423" y="197628"/>
                  <a:pt x="56662" y="194663"/>
                </a:cubicBezTo>
                <a:cubicBezTo>
                  <a:pt x="56213" y="194181"/>
                  <a:pt x="55328" y="194447"/>
                  <a:pt x="54754" y="194111"/>
                </a:cubicBezTo>
                <a:cubicBezTo>
                  <a:pt x="52511" y="192826"/>
                  <a:pt x="51134" y="190874"/>
                  <a:pt x="48395" y="190286"/>
                </a:cubicBezTo>
                <a:cubicBezTo>
                  <a:pt x="46267" y="189829"/>
                  <a:pt x="41227" y="191477"/>
                  <a:pt x="39493" y="190286"/>
                </a:cubicBezTo>
                <a:cubicBezTo>
                  <a:pt x="39037" y="189975"/>
                  <a:pt x="34406" y="180417"/>
                  <a:pt x="34406" y="179355"/>
                </a:cubicBezTo>
                <a:cubicBezTo>
                  <a:pt x="34406" y="178639"/>
                  <a:pt x="35819" y="176966"/>
                  <a:pt x="35041" y="176076"/>
                </a:cubicBezTo>
                <a:cubicBezTo>
                  <a:pt x="33366" y="174158"/>
                  <a:pt x="24879" y="175524"/>
                  <a:pt x="22323" y="175524"/>
                </a:cubicBezTo>
                <a:cubicBezTo>
                  <a:pt x="21039" y="175524"/>
                  <a:pt x="17327" y="176579"/>
                  <a:pt x="18508" y="176076"/>
                </a:cubicBezTo>
                <a:cubicBezTo>
                  <a:pt x="19164" y="175791"/>
                  <a:pt x="23875" y="174566"/>
                  <a:pt x="24231" y="173344"/>
                </a:cubicBezTo>
                <a:cubicBezTo>
                  <a:pt x="24265" y="173231"/>
                  <a:pt x="21336" y="172490"/>
                  <a:pt x="19143" y="172251"/>
                </a:cubicBezTo>
                <a:cubicBezTo>
                  <a:pt x="15485" y="171863"/>
                  <a:pt x="10733" y="171803"/>
                  <a:pt x="7061" y="172251"/>
                </a:cubicBezTo>
                <a:cubicBezTo>
                  <a:pt x="5545" y="172432"/>
                  <a:pt x="4138" y="173344"/>
                  <a:pt x="2610" y="173344"/>
                </a:cubicBezTo>
                <a:cubicBezTo>
                  <a:pt x="1127" y="173344"/>
                  <a:pt x="67" y="172783"/>
                  <a:pt x="67" y="171158"/>
                </a:cubicBezTo>
                <a:cubicBezTo>
                  <a:pt x="67" y="168231"/>
                  <a:pt x="3731" y="162543"/>
                  <a:pt x="5790" y="160774"/>
                </a:cubicBezTo>
                <a:cubicBezTo>
                  <a:pt x="8373" y="158553"/>
                  <a:pt x="8808" y="159412"/>
                  <a:pt x="10241" y="156948"/>
                </a:cubicBezTo>
                <a:cubicBezTo>
                  <a:pt x="11818" y="154238"/>
                  <a:pt x="11024" y="150605"/>
                  <a:pt x="11513" y="147658"/>
                </a:cubicBezTo>
                <a:cubicBezTo>
                  <a:pt x="12402" y="142304"/>
                  <a:pt x="13205" y="130360"/>
                  <a:pt x="15328" y="125798"/>
                </a:cubicBezTo>
                <a:cubicBezTo>
                  <a:pt x="18590" y="118790"/>
                  <a:pt x="26774" y="112840"/>
                  <a:pt x="26774" y="104484"/>
                </a:cubicBezTo>
                <a:cubicBezTo>
                  <a:pt x="26774" y="103897"/>
                  <a:pt x="26222" y="103424"/>
                  <a:pt x="26140" y="102844"/>
                </a:cubicBezTo>
                <a:cubicBezTo>
                  <a:pt x="25831" y="100713"/>
                  <a:pt x="25912" y="97336"/>
                  <a:pt x="26140" y="95193"/>
                </a:cubicBezTo>
                <a:cubicBezTo>
                  <a:pt x="26516" y="91635"/>
                  <a:pt x="28363" y="82526"/>
                  <a:pt x="26774" y="79345"/>
                </a:cubicBezTo>
                <a:cubicBezTo>
                  <a:pt x="25498" y="76784"/>
                  <a:pt x="22107" y="74962"/>
                  <a:pt x="21051" y="72239"/>
                </a:cubicBezTo>
                <a:cubicBezTo>
                  <a:pt x="20657" y="71220"/>
                  <a:pt x="21051" y="70054"/>
                  <a:pt x="21051" y="68961"/>
                </a:cubicBezTo>
                <a:cubicBezTo>
                  <a:pt x="21051" y="63143"/>
                  <a:pt x="20943" y="54206"/>
                  <a:pt x="26138" y="50378"/>
                </a:cubicBezTo>
                <a:cubicBezTo>
                  <a:pt x="28017" y="48995"/>
                  <a:pt x="30573" y="50611"/>
                  <a:pt x="32497" y="49286"/>
                </a:cubicBezTo>
                <a:cubicBezTo>
                  <a:pt x="35228" y="47408"/>
                  <a:pt x="35440" y="44260"/>
                  <a:pt x="36312" y="41635"/>
                </a:cubicBezTo>
                <a:cubicBezTo>
                  <a:pt x="37339" y="38548"/>
                  <a:pt x="40116" y="36742"/>
                  <a:pt x="41400" y="33984"/>
                </a:cubicBezTo>
                <a:cubicBezTo>
                  <a:pt x="41869" y="32974"/>
                  <a:pt x="41756" y="31783"/>
                  <a:pt x="42034" y="30705"/>
                </a:cubicBezTo>
                <a:cubicBezTo>
                  <a:pt x="42729" y="28021"/>
                  <a:pt x="44366" y="25603"/>
                  <a:pt x="45214" y="23054"/>
                </a:cubicBezTo>
                <a:cubicBezTo>
                  <a:pt x="45926" y="20912"/>
                  <a:pt x="44253" y="21834"/>
                  <a:pt x="45848" y="19774"/>
                </a:cubicBezTo>
                <a:cubicBezTo>
                  <a:pt x="47795" y="17265"/>
                  <a:pt x="49983" y="17583"/>
                  <a:pt x="50935" y="14310"/>
                </a:cubicBezTo>
                <a:cubicBezTo>
                  <a:pt x="51529" y="12262"/>
                  <a:pt x="51240" y="10844"/>
                  <a:pt x="51571" y="8844"/>
                </a:cubicBezTo>
                <a:cubicBezTo>
                  <a:pt x="52015" y="6171"/>
                  <a:pt x="53479" y="5597"/>
                  <a:pt x="53479" y="2832"/>
                </a:cubicBezTo>
                <a:cubicBezTo>
                  <a:pt x="53479" y="1740"/>
                  <a:pt x="52649" y="-1158"/>
                  <a:pt x="53479" y="-447"/>
                </a:cubicBezTo>
                <a:cubicBezTo>
                  <a:pt x="56875" y="2474"/>
                  <a:pt x="55644" y="9869"/>
                  <a:pt x="56022" y="13763"/>
                </a:cubicBezTo>
                <a:cubicBezTo>
                  <a:pt x="56257" y="16166"/>
                  <a:pt x="57937" y="17615"/>
                  <a:pt x="58566" y="19774"/>
                </a:cubicBezTo>
                <a:cubicBezTo>
                  <a:pt x="59398" y="22632"/>
                  <a:pt x="57932" y="25606"/>
                  <a:pt x="59200" y="28519"/>
                </a:cubicBezTo>
                <a:cubicBezTo>
                  <a:pt x="60634" y="31806"/>
                  <a:pt x="64476" y="36538"/>
                  <a:pt x="64923" y="39996"/>
                </a:cubicBezTo>
                <a:cubicBezTo>
                  <a:pt x="65507" y="44510"/>
                  <a:pt x="67989" y="60568"/>
                  <a:pt x="70010" y="64042"/>
                </a:cubicBezTo>
                <a:cubicBezTo>
                  <a:pt x="76366" y="74966"/>
                  <a:pt x="66976" y="57928"/>
                  <a:pt x="74461" y="69507"/>
                </a:cubicBezTo>
                <a:cubicBezTo>
                  <a:pt x="75286" y="70783"/>
                  <a:pt x="75125" y="72489"/>
                  <a:pt x="75733" y="73879"/>
                </a:cubicBezTo>
                <a:cubicBezTo>
                  <a:pt x="76901" y="76555"/>
                  <a:pt x="78977" y="79131"/>
                  <a:pt x="79549" y="82076"/>
                </a:cubicBezTo>
                <a:cubicBezTo>
                  <a:pt x="79980" y="84307"/>
                  <a:pt x="80786" y="88253"/>
                  <a:pt x="82092" y="90275"/>
                </a:cubicBezTo>
                <a:cubicBezTo>
                  <a:pt x="84247" y="93607"/>
                  <a:pt x="84351" y="91971"/>
                  <a:pt x="85908" y="94647"/>
                </a:cubicBezTo>
                <a:cubicBezTo>
                  <a:pt x="87244" y="96943"/>
                  <a:pt x="87348" y="100205"/>
                  <a:pt x="89087" y="102297"/>
                </a:cubicBezTo>
                <a:cubicBezTo>
                  <a:pt x="90861" y="104433"/>
                  <a:pt x="93842" y="105011"/>
                  <a:pt x="95446" y="107216"/>
                </a:cubicBezTo>
                <a:cubicBezTo>
                  <a:pt x="98351" y="107992"/>
                  <a:pt x="95955" y="110276"/>
                  <a:pt x="96718" y="111588"/>
                </a:cubicBezTo>
                <a:cubicBezTo>
                  <a:pt x="97295" y="112580"/>
                  <a:pt x="101472" y="115032"/>
                  <a:pt x="101805" y="115413"/>
                </a:cubicBezTo>
                <a:cubicBezTo>
                  <a:pt x="101958" y="115594"/>
                  <a:pt x="106214" y="125513"/>
                  <a:pt x="106256" y="125798"/>
                </a:cubicBezTo>
                <a:cubicBezTo>
                  <a:pt x="107107" y="131649"/>
                  <a:pt x="103139" y="133355"/>
                  <a:pt x="100533" y="137274"/>
                </a:cubicBezTo>
                <a:cubicBezTo>
                  <a:pt x="97791" y="141398"/>
                  <a:pt x="95848" y="146799"/>
                  <a:pt x="92267" y="150390"/>
                </a:cubicBezTo>
                <a:cubicBezTo>
                  <a:pt x="90599" y="152062"/>
                  <a:pt x="88639" y="152831"/>
                  <a:pt x="87815" y="155309"/>
                </a:cubicBezTo>
                <a:cubicBezTo>
                  <a:pt x="87585" y="155999"/>
                  <a:pt x="87936" y="156777"/>
                  <a:pt x="87815" y="157495"/>
                </a:cubicBezTo>
                <a:cubicBezTo>
                  <a:pt x="87051" y="162085"/>
                  <a:pt x="84520" y="161420"/>
                  <a:pt x="85908" y="166785"/>
                </a:cubicBezTo>
                <a:cubicBezTo>
                  <a:pt x="86142" y="167691"/>
                  <a:pt x="86027" y="168739"/>
                  <a:pt x="86543" y="169519"/>
                </a:cubicBezTo>
                <a:cubicBezTo>
                  <a:pt x="87669" y="171211"/>
                  <a:pt x="91766" y="172524"/>
                  <a:pt x="92266" y="175529"/>
                </a:cubicBezTo>
                <a:cubicBezTo>
                  <a:pt x="92605" y="177564"/>
                  <a:pt x="89364" y="179270"/>
                  <a:pt x="88451" y="180448"/>
                </a:cubicBezTo>
                <a:cubicBezTo>
                  <a:pt x="87182" y="182084"/>
                  <a:pt x="86624" y="184909"/>
                  <a:pt x="85271" y="186460"/>
                </a:cubicBezTo>
                <a:cubicBezTo>
                  <a:pt x="84059" y="187849"/>
                  <a:pt x="82103" y="188416"/>
                  <a:pt x="80820" y="189739"/>
                </a:cubicBezTo>
                <a:cubicBezTo>
                  <a:pt x="78261" y="192378"/>
                  <a:pt x="82992" y="194044"/>
                  <a:pt x="79548" y="198483"/>
                </a:cubicBezTo>
                <a:cubicBezTo>
                  <a:pt x="78444" y="199906"/>
                  <a:pt x="76884" y="200924"/>
                  <a:pt x="75732" y="202309"/>
                </a:cubicBezTo>
                <a:cubicBezTo>
                  <a:pt x="74754" y="203487"/>
                  <a:pt x="74255" y="205035"/>
                  <a:pt x="73189" y="206135"/>
                </a:cubicBezTo>
                <a:cubicBezTo>
                  <a:pt x="72180" y="207175"/>
                  <a:pt x="70317" y="207021"/>
                  <a:pt x="70010" y="208867"/>
                </a:cubicBezTo>
                <a:cubicBezTo>
                  <a:pt x="69760" y="210364"/>
                  <a:pt x="71033" y="211742"/>
                  <a:pt x="71281" y="213239"/>
                </a:cubicBezTo>
                <a:cubicBezTo>
                  <a:pt x="71780" y="216238"/>
                  <a:pt x="70067" y="218999"/>
                  <a:pt x="70647" y="221983"/>
                </a:cubicBezTo>
                <a:cubicBezTo>
                  <a:pt x="70950" y="223537"/>
                  <a:pt x="72581" y="225193"/>
                  <a:pt x="71918" y="226901"/>
                </a:cubicBezTo>
                <a:cubicBezTo>
                  <a:pt x="71667" y="227548"/>
                  <a:pt x="71171" y="228091"/>
                  <a:pt x="70647" y="228541"/>
                </a:cubicBezTo>
                <a:cubicBezTo>
                  <a:pt x="65165" y="233253"/>
                  <a:pt x="56415" y="225654"/>
                  <a:pt x="56022" y="206681"/>
                </a:cubicBezTo>
                <a:close/>
              </a:path>
            </a:pathLst>
          </a:custGeom>
          <a:gradFill>
            <a:gsLst>
              <a:gs pos="0">
                <a:srgbClr val="71C837"/>
              </a:gs>
              <a:gs pos="50000">
                <a:srgbClr val="71C837">
                  <a:alpha val="49804"/>
                </a:srgbClr>
              </a:gs>
              <a:gs pos="100000">
                <a:srgbClr val="71C837">
                  <a:alpha val="0"/>
                </a:srgbClr>
              </a:gs>
            </a:gsLst>
            <a:lin ang="5205722" scaled="1"/>
          </a:gra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98" name="任意多边形: 形状 197">
            <a:extLst>
              <a:ext uri="{FF2B5EF4-FFF2-40B4-BE49-F238E27FC236}">
                <a16:creationId xmlns:a16="http://schemas.microsoft.com/office/drawing/2014/main" id="{0F55A42B-97B3-9FB1-480D-0371566056AE}"/>
              </a:ext>
            </a:extLst>
          </p:cNvPr>
          <p:cNvSpPr/>
          <p:nvPr/>
        </p:nvSpPr>
        <p:spPr>
          <a:xfrm>
            <a:off x="6641194" y="4832792"/>
            <a:ext cx="67191" cy="161266"/>
          </a:xfrm>
          <a:custGeom>
            <a:avLst/>
            <a:gdLst>
              <a:gd name="connsiteX0" fmla="*/ 19419 w 67191"/>
              <a:gd name="connsiteY0" fmla="*/ 138562 h 161266"/>
              <a:gd name="connsiteX1" fmla="*/ 20005 w 67191"/>
              <a:gd name="connsiteY1" fmla="*/ 137303 h 161266"/>
              <a:gd name="connsiteX2" fmla="*/ 21177 w 67191"/>
              <a:gd name="connsiteY2" fmla="*/ 128485 h 161266"/>
              <a:gd name="connsiteX3" fmla="*/ 22349 w 67191"/>
              <a:gd name="connsiteY3" fmla="*/ 127226 h 161266"/>
              <a:gd name="connsiteX4" fmla="*/ 22936 w 67191"/>
              <a:gd name="connsiteY4" fmla="*/ 119247 h 161266"/>
              <a:gd name="connsiteX5" fmla="*/ 21764 w 67191"/>
              <a:gd name="connsiteY5" fmla="*/ 117989 h 161266"/>
              <a:gd name="connsiteX6" fmla="*/ 16490 w 67191"/>
              <a:gd name="connsiteY6" fmla="*/ 110010 h 161266"/>
              <a:gd name="connsiteX7" fmla="*/ 14732 w 67191"/>
              <a:gd name="connsiteY7" fmla="*/ 110010 h 161266"/>
              <a:gd name="connsiteX8" fmla="*/ 9459 w 67191"/>
              <a:gd name="connsiteY8" fmla="*/ 108750 h 161266"/>
              <a:gd name="connsiteX9" fmla="*/ 4771 w 67191"/>
              <a:gd name="connsiteY9" fmla="*/ 108750 h 161266"/>
              <a:gd name="connsiteX10" fmla="*/ 3012 w 67191"/>
              <a:gd name="connsiteY10" fmla="*/ 107491 h 161266"/>
              <a:gd name="connsiteX11" fmla="*/ 83 w 67191"/>
              <a:gd name="connsiteY11" fmla="*/ 106232 h 161266"/>
              <a:gd name="connsiteX12" fmla="*/ 1841 w 67191"/>
              <a:gd name="connsiteY12" fmla="*/ 103714 h 161266"/>
              <a:gd name="connsiteX13" fmla="*/ 2427 w 67191"/>
              <a:gd name="connsiteY13" fmla="*/ 100773 h 161266"/>
              <a:gd name="connsiteX14" fmla="*/ 4771 w 67191"/>
              <a:gd name="connsiteY14" fmla="*/ 93216 h 161266"/>
              <a:gd name="connsiteX15" fmla="*/ 2427 w 67191"/>
              <a:gd name="connsiteY15" fmla="*/ 87338 h 161266"/>
              <a:gd name="connsiteX16" fmla="*/ 2427 w 67191"/>
              <a:gd name="connsiteY16" fmla="*/ 71802 h 161266"/>
              <a:gd name="connsiteX17" fmla="*/ 8287 w 67191"/>
              <a:gd name="connsiteY17" fmla="*/ 62145 h 161266"/>
              <a:gd name="connsiteX18" fmla="*/ 11217 w 67191"/>
              <a:gd name="connsiteY18" fmla="*/ 55847 h 161266"/>
              <a:gd name="connsiteX19" fmla="*/ 13560 w 67191"/>
              <a:gd name="connsiteY19" fmla="*/ 49130 h 161266"/>
              <a:gd name="connsiteX20" fmla="*/ 14148 w 67191"/>
              <a:gd name="connsiteY20" fmla="*/ 39473 h 161266"/>
              <a:gd name="connsiteX21" fmla="*/ 15905 w 67191"/>
              <a:gd name="connsiteY21" fmla="*/ 36533 h 161266"/>
              <a:gd name="connsiteX22" fmla="*/ 15905 w 67191"/>
              <a:gd name="connsiteY22" fmla="*/ 34014 h 161266"/>
              <a:gd name="connsiteX23" fmla="*/ 23523 w 67191"/>
              <a:gd name="connsiteY23" fmla="*/ 29816 h 161266"/>
              <a:gd name="connsiteX24" fmla="*/ 23523 w 67191"/>
              <a:gd name="connsiteY24" fmla="*/ 28556 h 161266"/>
              <a:gd name="connsiteX25" fmla="*/ 24696 w 67191"/>
              <a:gd name="connsiteY25" fmla="*/ 27296 h 161266"/>
              <a:gd name="connsiteX26" fmla="*/ 25867 w 67191"/>
              <a:gd name="connsiteY26" fmla="*/ 20578 h 161266"/>
              <a:gd name="connsiteX27" fmla="*/ 25867 w 67191"/>
              <a:gd name="connsiteY27" fmla="*/ 15540 h 161266"/>
              <a:gd name="connsiteX28" fmla="*/ 28211 w 67191"/>
              <a:gd name="connsiteY28" fmla="*/ 11761 h 161266"/>
              <a:gd name="connsiteX29" fmla="*/ 27039 w 67191"/>
              <a:gd name="connsiteY29" fmla="*/ 8821 h 161266"/>
              <a:gd name="connsiteX30" fmla="*/ 28211 w 67191"/>
              <a:gd name="connsiteY30" fmla="*/ 3363 h 161266"/>
              <a:gd name="connsiteX31" fmla="*/ 28211 w 67191"/>
              <a:gd name="connsiteY31" fmla="*/ -416 h 161266"/>
              <a:gd name="connsiteX32" fmla="*/ 29969 w 67191"/>
              <a:gd name="connsiteY32" fmla="*/ -416 h 161266"/>
              <a:gd name="connsiteX33" fmla="*/ 38173 w 67191"/>
              <a:gd name="connsiteY33" fmla="*/ 4203 h 161266"/>
              <a:gd name="connsiteX34" fmla="*/ 39345 w 67191"/>
              <a:gd name="connsiteY34" fmla="*/ 8401 h 161266"/>
              <a:gd name="connsiteX35" fmla="*/ 39931 w 67191"/>
              <a:gd name="connsiteY35" fmla="*/ 9661 h 161266"/>
              <a:gd name="connsiteX36" fmla="*/ 41102 w 67191"/>
              <a:gd name="connsiteY36" fmla="*/ 10921 h 161266"/>
              <a:gd name="connsiteX37" fmla="*/ 40516 w 67191"/>
              <a:gd name="connsiteY37" fmla="*/ 18058 h 161266"/>
              <a:gd name="connsiteX38" fmla="*/ 43445 w 67191"/>
              <a:gd name="connsiteY38" fmla="*/ 23937 h 161266"/>
              <a:gd name="connsiteX39" fmla="*/ 45203 w 67191"/>
              <a:gd name="connsiteY39" fmla="*/ 29816 h 161266"/>
              <a:gd name="connsiteX40" fmla="*/ 45203 w 67191"/>
              <a:gd name="connsiteY40" fmla="*/ 34854 h 161266"/>
              <a:gd name="connsiteX41" fmla="*/ 46961 w 67191"/>
              <a:gd name="connsiteY41" fmla="*/ 35690 h 161266"/>
              <a:gd name="connsiteX42" fmla="*/ 48719 w 67191"/>
              <a:gd name="connsiteY42" fmla="*/ 38209 h 161266"/>
              <a:gd name="connsiteX43" fmla="*/ 57509 w 67191"/>
              <a:gd name="connsiteY43" fmla="*/ 41149 h 161266"/>
              <a:gd name="connsiteX44" fmla="*/ 61611 w 67191"/>
              <a:gd name="connsiteY44" fmla="*/ 43668 h 161266"/>
              <a:gd name="connsiteX45" fmla="*/ 63955 w 67191"/>
              <a:gd name="connsiteY45" fmla="*/ 44090 h 161266"/>
              <a:gd name="connsiteX46" fmla="*/ 64542 w 67191"/>
              <a:gd name="connsiteY46" fmla="*/ 45350 h 161266"/>
              <a:gd name="connsiteX47" fmla="*/ 64542 w 67191"/>
              <a:gd name="connsiteY47" fmla="*/ 47868 h 161266"/>
              <a:gd name="connsiteX48" fmla="*/ 66885 w 67191"/>
              <a:gd name="connsiteY48" fmla="*/ 50388 h 161266"/>
              <a:gd name="connsiteX49" fmla="*/ 64542 w 67191"/>
              <a:gd name="connsiteY49" fmla="*/ 60884 h 161266"/>
              <a:gd name="connsiteX50" fmla="*/ 56338 w 67191"/>
              <a:gd name="connsiteY50" fmla="*/ 67183 h 161266"/>
              <a:gd name="connsiteX51" fmla="*/ 57510 w 67191"/>
              <a:gd name="connsiteY51" fmla="*/ 70541 h 161266"/>
              <a:gd name="connsiteX52" fmla="*/ 57510 w 67191"/>
              <a:gd name="connsiteY52" fmla="*/ 80619 h 161266"/>
              <a:gd name="connsiteX53" fmla="*/ 59854 w 67191"/>
              <a:gd name="connsiteY53" fmla="*/ 91116 h 161266"/>
              <a:gd name="connsiteX54" fmla="*/ 53994 w 67191"/>
              <a:gd name="connsiteY54" fmla="*/ 97834 h 161266"/>
              <a:gd name="connsiteX55" fmla="*/ 55752 w 67191"/>
              <a:gd name="connsiteY55" fmla="*/ 100352 h 161266"/>
              <a:gd name="connsiteX56" fmla="*/ 57510 w 67191"/>
              <a:gd name="connsiteY56" fmla="*/ 104131 h 161266"/>
              <a:gd name="connsiteX57" fmla="*/ 61026 w 67191"/>
              <a:gd name="connsiteY57" fmla="*/ 106231 h 161266"/>
              <a:gd name="connsiteX58" fmla="*/ 61613 w 67191"/>
              <a:gd name="connsiteY58" fmla="*/ 109170 h 161266"/>
              <a:gd name="connsiteX59" fmla="*/ 66887 w 67191"/>
              <a:gd name="connsiteY59" fmla="*/ 114208 h 161266"/>
              <a:gd name="connsiteX60" fmla="*/ 65715 w 67191"/>
              <a:gd name="connsiteY60" fmla="*/ 115888 h 161266"/>
              <a:gd name="connsiteX61" fmla="*/ 51066 w 67191"/>
              <a:gd name="connsiteY61" fmla="*/ 121766 h 161266"/>
              <a:gd name="connsiteX62" fmla="*/ 47550 w 67191"/>
              <a:gd name="connsiteY62" fmla="*/ 131843 h 161266"/>
              <a:gd name="connsiteX63" fmla="*/ 47550 w 67191"/>
              <a:gd name="connsiteY63" fmla="*/ 133103 h 161266"/>
              <a:gd name="connsiteX64" fmla="*/ 39346 w 67191"/>
              <a:gd name="connsiteY64" fmla="*/ 140241 h 161266"/>
              <a:gd name="connsiteX65" fmla="*/ 39346 w 67191"/>
              <a:gd name="connsiteY65" fmla="*/ 145279 h 161266"/>
              <a:gd name="connsiteX66" fmla="*/ 37588 w 67191"/>
              <a:gd name="connsiteY66" fmla="*/ 149478 h 161266"/>
              <a:gd name="connsiteX67" fmla="*/ 38175 w 67191"/>
              <a:gd name="connsiteY67" fmla="*/ 152837 h 161266"/>
              <a:gd name="connsiteX68" fmla="*/ 37003 w 67191"/>
              <a:gd name="connsiteY68" fmla="*/ 156615 h 161266"/>
              <a:gd name="connsiteX69" fmla="*/ 37003 w 67191"/>
              <a:gd name="connsiteY69" fmla="*/ 159135 h 161266"/>
              <a:gd name="connsiteX70" fmla="*/ 35245 w 67191"/>
              <a:gd name="connsiteY70" fmla="*/ 160394 h 161266"/>
              <a:gd name="connsiteX71" fmla="*/ 29971 w 67191"/>
              <a:gd name="connsiteY71" fmla="*/ 157875 h 161266"/>
              <a:gd name="connsiteX72" fmla="*/ 19423 w 67191"/>
              <a:gd name="connsiteY72" fmla="*/ 138561 h 161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7191" h="161266">
                <a:moveTo>
                  <a:pt x="19419" y="138562"/>
                </a:moveTo>
                <a:cubicBezTo>
                  <a:pt x="19616" y="138140"/>
                  <a:pt x="19764" y="137709"/>
                  <a:pt x="20005" y="137303"/>
                </a:cubicBezTo>
                <a:cubicBezTo>
                  <a:pt x="22126" y="133756"/>
                  <a:pt x="19888" y="131254"/>
                  <a:pt x="21177" y="128485"/>
                </a:cubicBezTo>
                <a:cubicBezTo>
                  <a:pt x="21408" y="127986"/>
                  <a:pt x="22118" y="127718"/>
                  <a:pt x="22349" y="127226"/>
                </a:cubicBezTo>
                <a:cubicBezTo>
                  <a:pt x="22616" y="126657"/>
                  <a:pt x="23177" y="119768"/>
                  <a:pt x="22936" y="119247"/>
                </a:cubicBezTo>
                <a:cubicBezTo>
                  <a:pt x="22695" y="118727"/>
                  <a:pt x="22085" y="118445"/>
                  <a:pt x="21764" y="117989"/>
                </a:cubicBezTo>
                <a:cubicBezTo>
                  <a:pt x="20090" y="115589"/>
                  <a:pt x="20013" y="111273"/>
                  <a:pt x="16490" y="110010"/>
                </a:cubicBezTo>
                <a:cubicBezTo>
                  <a:pt x="15952" y="109820"/>
                  <a:pt x="15305" y="110122"/>
                  <a:pt x="14732" y="110010"/>
                </a:cubicBezTo>
                <a:cubicBezTo>
                  <a:pt x="10958" y="109338"/>
                  <a:pt x="12881" y="109058"/>
                  <a:pt x="9459" y="108750"/>
                </a:cubicBezTo>
                <a:cubicBezTo>
                  <a:pt x="7905" y="108613"/>
                  <a:pt x="6237" y="109199"/>
                  <a:pt x="4771" y="108750"/>
                </a:cubicBezTo>
                <a:cubicBezTo>
                  <a:pt x="4045" y="108526"/>
                  <a:pt x="3722" y="107746"/>
                  <a:pt x="3012" y="107491"/>
                </a:cubicBezTo>
                <a:cubicBezTo>
                  <a:pt x="1551" y="106974"/>
                  <a:pt x="598" y="108447"/>
                  <a:pt x="83" y="106232"/>
                </a:cubicBezTo>
                <a:cubicBezTo>
                  <a:pt x="-111" y="105404"/>
                  <a:pt x="1528" y="104234"/>
                  <a:pt x="1841" y="103714"/>
                </a:cubicBezTo>
                <a:cubicBezTo>
                  <a:pt x="3211" y="101422"/>
                  <a:pt x="1965" y="102766"/>
                  <a:pt x="2427" y="100773"/>
                </a:cubicBezTo>
                <a:cubicBezTo>
                  <a:pt x="3021" y="98211"/>
                  <a:pt x="5940" y="96147"/>
                  <a:pt x="4771" y="93216"/>
                </a:cubicBezTo>
                <a:cubicBezTo>
                  <a:pt x="4004" y="91295"/>
                  <a:pt x="2911" y="89419"/>
                  <a:pt x="2427" y="87338"/>
                </a:cubicBezTo>
                <a:cubicBezTo>
                  <a:pt x="1875" y="84969"/>
                  <a:pt x="1985" y="74339"/>
                  <a:pt x="2427" y="71802"/>
                </a:cubicBezTo>
                <a:cubicBezTo>
                  <a:pt x="3061" y="68163"/>
                  <a:pt x="6929" y="65551"/>
                  <a:pt x="8287" y="62145"/>
                </a:cubicBezTo>
                <a:cubicBezTo>
                  <a:pt x="9103" y="60100"/>
                  <a:pt x="10735" y="57918"/>
                  <a:pt x="11217" y="55847"/>
                </a:cubicBezTo>
                <a:cubicBezTo>
                  <a:pt x="11775" y="53445"/>
                  <a:pt x="12394" y="51357"/>
                  <a:pt x="13560" y="49130"/>
                </a:cubicBezTo>
                <a:cubicBezTo>
                  <a:pt x="15158" y="46078"/>
                  <a:pt x="12952" y="42467"/>
                  <a:pt x="14148" y="39473"/>
                </a:cubicBezTo>
                <a:cubicBezTo>
                  <a:pt x="14962" y="37432"/>
                  <a:pt x="15476" y="38377"/>
                  <a:pt x="15905" y="36533"/>
                </a:cubicBezTo>
                <a:cubicBezTo>
                  <a:pt x="16100" y="35706"/>
                  <a:pt x="15288" y="34678"/>
                  <a:pt x="15905" y="34014"/>
                </a:cubicBezTo>
                <a:cubicBezTo>
                  <a:pt x="17663" y="32126"/>
                  <a:pt x="21661" y="31682"/>
                  <a:pt x="23523" y="29816"/>
                </a:cubicBezTo>
                <a:cubicBezTo>
                  <a:pt x="23847" y="29496"/>
                  <a:pt x="23340" y="28946"/>
                  <a:pt x="23523" y="28556"/>
                </a:cubicBezTo>
                <a:cubicBezTo>
                  <a:pt x="23755" y="28056"/>
                  <a:pt x="24517" y="27806"/>
                  <a:pt x="24696" y="27296"/>
                </a:cubicBezTo>
                <a:cubicBezTo>
                  <a:pt x="25047" y="26283"/>
                  <a:pt x="25697" y="21799"/>
                  <a:pt x="25867" y="20578"/>
                </a:cubicBezTo>
                <a:cubicBezTo>
                  <a:pt x="26016" y="19519"/>
                  <a:pt x="25191" y="16508"/>
                  <a:pt x="25867" y="15540"/>
                </a:cubicBezTo>
                <a:cubicBezTo>
                  <a:pt x="26770" y="14245"/>
                  <a:pt x="28211" y="13875"/>
                  <a:pt x="28211" y="11761"/>
                </a:cubicBezTo>
                <a:cubicBezTo>
                  <a:pt x="28211" y="10728"/>
                  <a:pt x="27217" y="9843"/>
                  <a:pt x="27039" y="8821"/>
                </a:cubicBezTo>
                <a:cubicBezTo>
                  <a:pt x="26699" y="6865"/>
                  <a:pt x="28211" y="5196"/>
                  <a:pt x="28211" y="3363"/>
                </a:cubicBezTo>
                <a:cubicBezTo>
                  <a:pt x="28211" y="2734"/>
                  <a:pt x="27368" y="188"/>
                  <a:pt x="28211" y="-416"/>
                </a:cubicBezTo>
                <a:cubicBezTo>
                  <a:pt x="28655" y="-735"/>
                  <a:pt x="29383" y="-416"/>
                  <a:pt x="29969" y="-416"/>
                </a:cubicBezTo>
                <a:cubicBezTo>
                  <a:pt x="33782" y="-416"/>
                  <a:pt x="36358" y="1276"/>
                  <a:pt x="38173" y="4203"/>
                </a:cubicBezTo>
                <a:cubicBezTo>
                  <a:pt x="38965" y="5479"/>
                  <a:pt x="38864" y="7022"/>
                  <a:pt x="39345" y="8401"/>
                </a:cubicBezTo>
                <a:cubicBezTo>
                  <a:pt x="39496" y="8833"/>
                  <a:pt x="39734" y="9246"/>
                  <a:pt x="39931" y="9661"/>
                </a:cubicBezTo>
                <a:cubicBezTo>
                  <a:pt x="40320" y="10083"/>
                  <a:pt x="40902" y="10420"/>
                  <a:pt x="41102" y="10921"/>
                </a:cubicBezTo>
                <a:cubicBezTo>
                  <a:pt x="41996" y="13161"/>
                  <a:pt x="40516" y="15868"/>
                  <a:pt x="40516" y="18058"/>
                </a:cubicBezTo>
                <a:cubicBezTo>
                  <a:pt x="40516" y="20959"/>
                  <a:pt x="42927" y="21708"/>
                  <a:pt x="43445" y="23937"/>
                </a:cubicBezTo>
                <a:cubicBezTo>
                  <a:pt x="43896" y="25882"/>
                  <a:pt x="44750" y="27867"/>
                  <a:pt x="45203" y="29816"/>
                </a:cubicBezTo>
                <a:cubicBezTo>
                  <a:pt x="45477" y="30991"/>
                  <a:pt x="44406" y="33901"/>
                  <a:pt x="45203" y="34854"/>
                </a:cubicBezTo>
                <a:cubicBezTo>
                  <a:pt x="45588" y="35311"/>
                  <a:pt x="46449" y="35328"/>
                  <a:pt x="46961" y="35690"/>
                </a:cubicBezTo>
                <a:cubicBezTo>
                  <a:pt x="48676" y="36919"/>
                  <a:pt x="47724" y="36781"/>
                  <a:pt x="48719" y="38209"/>
                </a:cubicBezTo>
                <a:cubicBezTo>
                  <a:pt x="50504" y="40768"/>
                  <a:pt x="54640" y="39863"/>
                  <a:pt x="57509" y="41149"/>
                </a:cubicBezTo>
                <a:cubicBezTo>
                  <a:pt x="62384" y="43331"/>
                  <a:pt x="55715" y="41554"/>
                  <a:pt x="61611" y="43668"/>
                </a:cubicBezTo>
                <a:cubicBezTo>
                  <a:pt x="62345" y="43926"/>
                  <a:pt x="63296" y="43753"/>
                  <a:pt x="63955" y="44090"/>
                </a:cubicBezTo>
                <a:cubicBezTo>
                  <a:pt x="64400" y="44340"/>
                  <a:pt x="64438" y="44909"/>
                  <a:pt x="64542" y="45350"/>
                </a:cubicBezTo>
                <a:cubicBezTo>
                  <a:pt x="64736" y="46177"/>
                  <a:pt x="64178" y="47085"/>
                  <a:pt x="64542" y="47868"/>
                </a:cubicBezTo>
                <a:cubicBezTo>
                  <a:pt x="65002" y="48860"/>
                  <a:pt x="66530" y="49368"/>
                  <a:pt x="66885" y="50388"/>
                </a:cubicBezTo>
                <a:cubicBezTo>
                  <a:pt x="67902" y="53298"/>
                  <a:pt x="66749" y="58512"/>
                  <a:pt x="64542" y="60884"/>
                </a:cubicBezTo>
                <a:cubicBezTo>
                  <a:pt x="62433" y="63151"/>
                  <a:pt x="57394" y="64155"/>
                  <a:pt x="56338" y="67183"/>
                </a:cubicBezTo>
                <a:cubicBezTo>
                  <a:pt x="55337" y="70050"/>
                  <a:pt x="56584" y="68550"/>
                  <a:pt x="57510" y="70541"/>
                </a:cubicBezTo>
                <a:cubicBezTo>
                  <a:pt x="58612" y="72911"/>
                  <a:pt x="56966" y="77887"/>
                  <a:pt x="57510" y="80619"/>
                </a:cubicBezTo>
                <a:cubicBezTo>
                  <a:pt x="58118" y="83668"/>
                  <a:pt x="60562" y="88071"/>
                  <a:pt x="59854" y="91116"/>
                </a:cubicBezTo>
                <a:cubicBezTo>
                  <a:pt x="59221" y="93836"/>
                  <a:pt x="53994" y="95323"/>
                  <a:pt x="53994" y="97834"/>
                </a:cubicBezTo>
                <a:cubicBezTo>
                  <a:pt x="53994" y="98876"/>
                  <a:pt x="55212" y="99580"/>
                  <a:pt x="55752" y="100352"/>
                </a:cubicBezTo>
                <a:cubicBezTo>
                  <a:pt x="56520" y="101453"/>
                  <a:pt x="56578" y="103130"/>
                  <a:pt x="57510" y="104131"/>
                </a:cubicBezTo>
                <a:cubicBezTo>
                  <a:pt x="58393" y="105081"/>
                  <a:pt x="60201" y="105246"/>
                  <a:pt x="61026" y="106231"/>
                </a:cubicBezTo>
                <a:cubicBezTo>
                  <a:pt x="61709" y="107042"/>
                  <a:pt x="60940" y="108343"/>
                  <a:pt x="61613" y="109170"/>
                </a:cubicBezTo>
                <a:cubicBezTo>
                  <a:pt x="62488" y="110267"/>
                  <a:pt x="66887" y="112608"/>
                  <a:pt x="66887" y="114208"/>
                </a:cubicBezTo>
                <a:cubicBezTo>
                  <a:pt x="66887" y="114864"/>
                  <a:pt x="66105" y="115329"/>
                  <a:pt x="65715" y="115888"/>
                </a:cubicBezTo>
                <a:cubicBezTo>
                  <a:pt x="61613" y="121766"/>
                  <a:pt x="54446" y="119344"/>
                  <a:pt x="51066" y="121766"/>
                </a:cubicBezTo>
                <a:cubicBezTo>
                  <a:pt x="50902" y="121878"/>
                  <a:pt x="47752" y="130971"/>
                  <a:pt x="47550" y="131843"/>
                </a:cubicBezTo>
                <a:cubicBezTo>
                  <a:pt x="47455" y="132257"/>
                  <a:pt x="47777" y="132727"/>
                  <a:pt x="47550" y="133103"/>
                </a:cubicBezTo>
                <a:cubicBezTo>
                  <a:pt x="45626" y="136319"/>
                  <a:pt x="41267" y="137487"/>
                  <a:pt x="39346" y="140241"/>
                </a:cubicBezTo>
                <a:cubicBezTo>
                  <a:pt x="38562" y="141362"/>
                  <a:pt x="39649" y="143980"/>
                  <a:pt x="39346" y="145279"/>
                </a:cubicBezTo>
                <a:cubicBezTo>
                  <a:pt x="39018" y="146695"/>
                  <a:pt x="37918" y="148063"/>
                  <a:pt x="37588" y="149478"/>
                </a:cubicBezTo>
                <a:cubicBezTo>
                  <a:pt x="37305" y="150703"/>
                  <a:pt x="37961" y="151619"/>
                  <a:pt x="38175" y="152837"/>
                </a:cubicBezTo>
                <a:cubicBezTo>
                  <a:pt x="38444" y="154368"/>
                  <a:pt x="37331" y="155208"/>
                  <a:pt x="37003" y="156615"/>
                </a:cubicBezTo>
                <a:cubicBezTo>
                  <a:pt x="36809" y="157443"/>
                  <a:pt x="37510" y="158410"/>
                  <a:pt x="37003" y="159135"/>
                </a:cubicBezTo>
                <a:cubicBezTo>
                  <a:pt x="36617" y="159696"/>
                  <a:pt x="35916" y="160074"/>
                  <a:pt x="35245" y="160394"/>
                </a:cubicBezTo>
                <a:cubicBezTo>
                  <a:pt x="32589" y="161663"/>
                  <a:pt x="32184" y="158745"/>
                  <a:pt x="29971" y="157875"/>
                </a:cubicBezTo>
                <a:cubicBezTo>
                  <a:pt x="24808" y="155847"/>
                  <a:pt x="19423" y="154237"/>
                  <a:pt x="19423" y="138561"/>
                </a:cubicBezTo>
                <a:close/>
              </a:path>
            </a:pathLst>
          </a:custGeom>
          <a:gradFill>
            <a:gsLst>
              <a:gs pos="0">
                <a:srgbClr val="71C837"/>
              </a:gs>
              <a:gs pos="50000">
                <a:srgbClr val="71C837">
                  <a:alpha val="49804"/>
                </a:srgbClr>
              </a:gs>
              <a:gs pos="100000">
                <a:srgbClr val="71C837">
                  <a:alpha val="0"/>
                </a:srgbClr>
              </a:gs>
            </a:gsLst>
            <a:lin ang="5205722" scaled="1"/>
          </a:gra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01" name="任意多边形: 形状 200">
            <a:extLst>
              <a:ext uri="{FF2B5EF4-FFF2-40B4-BE49-F238E27FC236}">
                <a16:creationId xmlns:a16="http://schemas.microsoft.com/office/drawing/2014/main" id="{DC4F6A5A-23BD-E499-0683-EE2F407CF778}"/>
              </a:ext>
            </a:extLst>
          </p:cNvPr>
          <p:cNvSpPr/>
          <p:nvPr/>
        </p:nvSpPr>
        <p:spPr>
          <a:xfrm rot="118952">
            <a:off x="6007443" y="4250528"/>
            <a:ext cx="5775391" cy="2325697"/>
          </a:xfrm>
          <a:custGeom>
            <a:avLst/>
            <a:gdLst>
              <a:gd name="connsiteX0" fmla="*/ 102 w 5775391"/>
              <a:gd name="connsiteY0" fmla="*/ 1263922 h 2325697"/>
              <a:gd name="connsiteX1" fmla="*/ 2793747 w 5775391"/>
              <a:gd name="connsiteY1" fmla="*/ 256615 h 2325697"/>
              <a:gd name="connsiteX2" fmla="*/ 5748632 w 5775391"/>
              <a:gd name="connsiteY2" fmla="*/ 14858 h 2325697"/>
              <a:gd name="connsiteX3" fmla="*/ 5762063 w 5775391"/>
              <a:gd name="connsiteY3" fmla="*/ 2324969 h 2325697"/>
              <a:gd name="connsiteX4" fmla="*/ 5775493 w 5775391"/>
              <a:gd name="connsiteY4" fmla="*/ 2311539 h 2325697"/>
              <a:gd name="connsiteX5" fmla="*/ 2780369 w 5775391"/>
              <a:gd name="connsiteY5" fmla="*/ 1841450 h 2325697"/>
              <a:gd name="connsiteX6" fmla="*/ 1793182 w 5775391"/>
              <a:gd name="connsiteY6" fmla="*/ 1787725 h 2325697"/>
              <a:gd name="connsiteX7" fmla="*/ 168 w 5775391"/>
              <a:gd name="connsiteY7" fmla="*/ 1263915 h 2325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75391" h="2325697">
                <a:moveTo>
                  <a:pt x="102" y="1263922"/>
                </a:moveTo>
                <a:cubicBezTo>
                  <a:pt x="102" y="1263922"/>
                  <a:pt x="1289462" y="605798"/>
                  <a:pt x="2793747" y="256615"/>
                </a:cubicBezTo>
                <a:cubicBezTo>
                  <a:pt x="4298031" y="-92567"/>
                  <a:pt x="5748632" y="14858"/>
                  <a:pt x="5748632" y="14858"/>
                </a:cubicBezTo>
                <a:lnTo>
                  <a:pt x="5762063" y="2324969"/>
                </a:lnTo>
                <a:lnTo>
                  <a:pt x="5775493" y="2311539"/>
                </a:lnTo>
                <a:lnTo>
                  <a:pt x="2780369" y="1841450"/>
                </a:lnTo>
                <a:cubicBezTo>
                  <a:pt x="2780369" y="1841450"/>
                  <a:pt x="2411010" y="1854881"/>
                  <a:pt x="1793182" y="1787725"/>
                </a:cubicBezTo>
                <a:cubicBezTo>
                  <a:pt x="1376814" y="1572829"/>
                  <a:pt x="168" y="1263915"/>
                  <a:pt x="168" y="1263915"/>
                </a:cubicBezTo>
                <a:close/>
              </a:path>
            </a:pathLst>
          </a:custGeom>
          <a:gradFill flip="none" rotWithShape="1">
            <a:gsLst>
              <a:gs pos="0">
                <a:srgbClr val="2E8F5C"/>
              </a:gs>
              <a:gs pos="100000">
                <a:srgbClr val="61AE6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8C43DBC3-40E2-D60F-0EBE-939650984188}"/>
              </a:ext>
            </a:extLst>
          </p:cNvPr>
          <p:cNvSpPr/>
          <p:nvPr/>
        </p:nvSpPr>
        <p:spPr>
          <a:xfrm rot="118952">
            <a:off x="1091252" y="5006287"/>
            <a:ext cx="5674716" cy="840241"/>
          </a:xfrm>
          <a:custGeom>
            <a:avLst/>
            <a:gdLst>
              <a:gd name="connsiteX0" fmla="*/ 87 w 5674716"/>
              <a:gd name="connsiteY0" fmla="*/ 181357 h 840241"/>
              <a:gd name="connsiteX1" fmla="*/ 5634479 w 5674716"/>
              <a:gd name="connsiteY1" fmla="*/ 476846 h 840241"/>
              <a:gd name="connsiteX2" fmla="*/ 5674772 w 5674716"/>
              <a:gd name="connsiteY2" fmla="*/ 496992 h 840241"/>
              <a:gd name="connsiteX3" fmla="*/ 4909195 w 5674716"/>
              <a:gd name="connsiteY3" fmla="*/ 839489 h 840241"/>
              <a:gd name="connsiteX4" fmla="*/ 2800470 w 5674716"/>
              <a:gd name="connsiteY4" fmla="*/ 611158 h 840241"/>
              <a:gd name="connsiteX5" fmla="*/ 56 w 5674716"/>
              <a:gd name="connsiteY5" fmla="*/ 181365 h 84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74716" h="840241">
                <a:moveTo>
                  <a:pt x="87" y="181357"/>
                </a:moveTo>
                <a:cubicBezTo>
                  <a:pt x="87" y="181357"/>
                  <a:pt x="3913389" y="-383689"/>
                  <a:pt x="5634479" y="476846"/>
                </a:cubicBezTo>
                <a:lnTo>
                  <a:pt x="5674772" y="496992"/>
                </a:lnTo>
                <a:lnTo>
                  <a:pt x="4909195" y="839489"/>
                </a:lnTo>
                <a:cubicBezTo>
                  <a:pt x="4909195" y="839489"/>
                  <a:pt x="4049599" y="664889"/>
                  <a:pt x="2800470" y="611158"/>
                </a:cubicBezTo>
                <a:cubicBezTo>
                  <a:pt x="1333134" y="134356"/>
                  <a:pt x="56" y="181365"/>
                  <a:pt x="56" y="181365"/>
                </a:cubicBezTo>
                <a:close/>
              </a:path>
            </a:pathLst>
          </a:custGeom>
          <a:gradFill flip="none" rotWithShape="1">
            <a:gsLst>
              <a:gs pos="0">
                <a:srgbClr val="2E8F5C"/>
              </a:gs>
              <a:gs pos="100000">
                <a:srgbClr val="61AE6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4" name="任意多边形: 形状 203">
            <a:extLst>
              <a:ext uri="{FF2B5EF4-FFF2-40B4-BE49-F238E27FC236}">
                <a16:creationId xmlns:a16="http://schemas.microsoft.com/office/drawing/2014/main" id="{ADD47A90-7469-1A7C-15E7-6B2E0559C924}"/>
              </a:ext>
            </a:extLst>
          </p:cNvPr>
          <p:cNvSpPr/>
          <p:nvPr/>
        </p:nvSpPr>
        <p:spPr>
          <a:xfrm rot="118952">
            <a:off x="5529896" y="4976013"/>
            <a:ext cx="2471351" cy="632803"/>
          </a:xfrm>
          <a:custGeom>
            <a:avLst/>
            <a:gdLst>
              <a:gd name="connsiteX0" fmla="*/ 84 w 2471351"/>
              <a:gd name="connsiteY0" fmla="*/ 252635 h 632803"/>
              <a:gd name="connsiteX1" fmla="*/ 2471435 w 2471351"/>
              <a:gd name="connsiteY1" fmla="*/ 178764 h 632803"/>
              <a:gd name="connsiteX2" fmla="*/ 1249204 w 2471351"/>
              <a:gd name="connsiteY2" fmla="*/ 632061 h 632803"/>
              <a:gd name="connsiteX3" fmla="*/ 84 w 2471351"/>
              <a:gd name="connsiteY3" fmla="*/ 252633 h 632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1351" h="632803">
                <a:moveTo>
                  <a:pt x="84" y="252635"/>
                </a:moveTo>
                <a:cubicBezTo>
                  <a:pt x="84" y="252635"/>
                  <a:pt x="1141742" y="-264463"/>
                  <a:pt x="2471435" y="178764"/>
                </a:cubicBezTo>
                <a:cubicBezTo>
                  <a:pt x="1853607" y="366799"/>
                  <a:pt x="1249204" y="632061"/>
                  <a:pt x="1249204" y="632061"/>
                </a:cubicBezTo>
                <a:cubicBezTo>
                  <a:pt x="1249204" y="632061"/>
                  <a:pt x="607871" y="350008"/>
                  <a:pt x="84" y="252633"/>
                </a:cubicBezTo>
                <a:close/>
              </a:path>
            </a:pathLst>
          </a:custGeom>
          <a:gradFill flip="none" rotWithShape="1">
            <a:gsLst>
              <a:gs pos="0">
                <a:srgbClr val="2E8F5C"/>
              </a:gs>
              <a:gs pos="100000">
                <a:srgbClr val="61AE6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D41E1C8F-8E67-792F-8B88-6EF860E844A3}"/>
              </a:ext>
            </a:extLst>
          </p:cNvPr>
          <p:cNvSpPr/>
          <p:nvPr/>
        </p:nvSpPr>
        <p:spPr>
          <a:xfrm rot="118952">
            <a:off x="6001365" y="4234258"/>
            <a:ext cx="6232457" cy="2723241"/>
          </a:xfrm>
          <a:custGeom>
            <a:avLst/>
            <a:gdLst>
              <a:gd name="connsiteX0" fmla="*/ 6145343 w 6232457"/>
              <a:gd name="connsiteY0" fmla="*/ 0 h 2723241"/>
              <a:gd name="connsiteX1" fmla="*/ 6232457 w 6232457"/>
              <a:gd name="connsiteY1" fmla="*/ 2516629 h 2723241"/>
              <a:gd name="connsiteX2" fmla="*/ 263695 w 6232457"/>
              <a:gd name="connsiteY2" fmla="*/ 2723241 h 2723241"/>
              <a:gd name="connsiteX3" fmla="*/ 205631 w 6232457"/>
              <a:gd name="connsiteY3" fmla="*/ 2445726 h 2723241"/>
              <a:gd name="connsiteX4" fmla="*/ 66 w 6232457"/>
              <a:gd name="connsiteY4" fmla="*/ 1287993 h 2723241"/>
              <a:gd name="connsiteX5" fmla="*/ 0 w 6232457"/>
              <a:gd name="connsiteY5" fmla="*/ 1288000 h 2723241"/>
              <a:gd name="connsiteX6" fmla="*/ 2793645 w 6232457"/>
              <a:gd name="connsiteY6" fmla="*/ 280693 h 2723241"/>
              <a:gd name="connsiteX7" fmla="*/ 6059187 w 6232457"/>
              <a:gd name="connsiteY7" fmla="*/ 3324 h 2723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32457" h="2723241">
                <a:moveTo>
                  <a:pt x="6145343" y="0"/>
                </a:moveTo>
                <a:lnTo>
                  <a:pt x="6232457" y="2516629"/>
                </a:lnTo>
                <a:lnTo>
                  <a:pt x="263695" y="2723241"/>
                </a:lnTo>
                <a:lnTo>
                  <a:pt x="205631" y="2445726"/>
                </a:lnTo>
                <a:cubicBezTo>
                  <a:pt x="80666" y="1820867"/>
                  <a:pt x="66" y="1287993"/>
                  <a:pt x="66" y="1287993"/>
                </a:cubicBezTo>
                <a:cubicBezTo>
                  <a:pt x="44" y="1287995"/>
                  <a:pt x="22" y="1287998"/>
                  <a:pt x="0" y="1288000"/>
                </a:cubicBezTo>
                <a:cubicBezTo>
                  <a:pt x="0" y="1288000"/>
                  <a:pt x="1713010" y="497348"/>
                  <a:pt x="2793645" y="280693"/>
                </a:cubicBezTo>
                <a:cubicBezTo>
                  <a:pt x="3604121" y="118202"/>
                  <a:pt x="5274602" y="34846"/>
                  <a:pt x="6059187" y="3324"/>
                </a:cubicBezTo>
                <a:close/>
              </a:path>
            </a:pathLst>
          </a:custGeom>
          <a:gradFill flip="none" rotWithShape="1">
            <a:gsLst>
              <a:gs pos="0">
                <a:srgbClr val="2E8F5C"/>
              </a:gs>
              <a:gs pos="100000">
                <a:srgbClr val="61AE6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8" name="任意多边形: 形状 207">
            <a:extLst>
              <a:ext uri="{FF2B5EF4-FFF2-40B4-BE49-F238E27FC236}">
                <a16:creationId xmlns:a16="http://schemas.microsoft.com/office/drawing/2014/main" id="{E5E9187F-26EF-773C-59AC-6879B3BB53EE}"/>
              </a:ext>
            </a:extLst>
          </p:cNvPr>
          <p:cNvSpPr/>
          <p:nvPr/>
        </p:nvSpPr>
        <p:spPr>
          <a:xfrm rot="118952">
            <a:off x="1091252" y="5006287"/>
            <a:ext cx="5674716" cy="840241"/>
          </a:xfrm>
          <a:custGeom>
            <a:avLst/>
            <a:gdLst>
              <a:gd name="connsiteX0" fmla="*/ 87 w 5674716"/>
              <a:gd name="connsiteY0" fmla="*/ 181357 h 840241"/>
              <a:gd name="connsiteX1" fmla="*/ 5634479 w 5674716"/>
              <a:gd name="connsiteY1" fmla="*/ 476846 h 840241"/>
              <a:gd name="connsiteX2" fmla="*/ 5674772 w 5674716"/>
              <a:gd name="connsiteY2" fmla="*/ 496992 h 840241"/>
              <a:gd name="connsiteX3" fmla="*/ 4909195 w 5674716"/>
              <a:gd name="connsiteY3" fmla="*/ 839489 h 840241"/>
              <a:gd name="connsiteX4" fmla="*/ 2800470 w 5674716"/>
              <a:gd name="connsiteY4" fmla="*/ 611158 h 840241"/>
              <a:gd name="connsiteX5" fmla="*/ 56 w 5674716"/>
              <a:gd name="connsiteY5" fmla="*/ 181365 h 84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74716" h="840241">
                <a:moveTo>
                  <a:pt x="87" y="181357"/>
                </a:moveTo>
                <a:cubicBezTo>
                  <a:pt x="87" y="181357"/>
                  <a:pt x="3913389" y="-383689"/>
                  <a:pt x="5634479" y="476846"/>
                </a:cubicBezTo>
                <a:lnTo>
                  <a:pt x="5674772" y="496992"/>
                </a:lnTo>
                <a:lnTo>
                  <a:pt x="4909195" y="839489"/>
                </a:lnTo>
                <a:cubicBezTo>
                  <a:pt x="4909195" y="839489"/>
                  <a:pt x="4049599" y="664889"/>
                  <a:pt x="2800470" y="611158"/>
                </a:cubicBezTo>
                <a:cubicBezTo>
                  <a:pt x="1333134" y="134356"/>
                  <a:pt x="56" y="181365"/>
                  <a:pt x="56" y="181365"/>
                </a:cubicBezTo>
                <a:close/>
              </a:path>
            </a:pathLst>
          </a:custGeom>
          <a:gradFill flip="none" rotWithShape="1">
            <a:gsLst>
              <a:gs pos="0">
                <a:srgbClr val="2E8F5C"/>
              </a:gs>
              <a:gs pos="100000">
                <a:srgbClr val="61AE6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9" name="任意多边形: 形状 208">
            <a:extLst>
              <a:ext uri="{FF2B5EF4-FFF2-40B4-BE49-F238E27FC236}">
                <a16:creationId xmlns:a16="http://schemas.microsoft.com/office/drawing/2014/main" id="{2930716F-0E7A-4411-8256-5170305599BE}"/>
              </a:ext>
            </a:extLst>
          </p:cNvPr>
          <p:cNvSpPr/>
          <p:nvPr/>
        </p:nvSpPr>
        <p:spPr>
          <a:xfrm rot="118952">
            <a:off x="5529896" y="4976013"/>
            <a:ext cx="2471351" cy="632803"/>
          </a:xfrm>
          <a:custGeom>
            <a:avLst/>
            <a:gdLst>
              <a:gd name="connsiteX0" fmla="*/ 84 w 2471351"/>
              <a:gd name="connsiteY0" fmla="*/ 252635 h 632803"/>
              <a:gd name="connsiteX1" fmla="*/ 2471435 w 2471351"/>
              <a:gd name="connsiteY1" fmla="*/ 178764 h 632803"/>
              <a:gd name="connsiteX2" fmla="*/ 1249204 w 2471351"/>
              <a:gd name="connsiteY2" fmla="*/ 632061 h 632803"/>
              <a:gd name="connsiteX3" fmla="*/ 84 w 2471351"/>
              <a:gd name="connsiteY3" fmla="*/ 252633 h 632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71351" h="632803">
                <a:moveTo>
                  <a:pt x="84" y="252635"/>
                </a:moveTo>
                <a:cubicBezTo>
                  <a:pt x="84" y="252635"/>
                  <a:pt x="1141742" y="-264463"/>
                  <a:pt x="2471435" y="178764"/>
                </a:cubicBezTo>
                <a:cubicBezTo>
                  <a:pt x="1853607" y="366799"/>
                  <a:pt x="1249204" y="632061"/>
                  <a:pt x="1249204" y="632061"/>
                </a:cubicBezTo>
                <a:cubicBezTo>
                  <a:pt x="1249204" y="632061"/>
                  <a:pt x="607871" y="350008"/>
                  <a:pt x="84" y="252633"/>
                </a:cubicBezTo>
                <a:close/>
              </a:path>
            </a:pathLst>
          </a:custGeom>
          <a:gradFill flip="none" rotWithShape="1">
            <a:gsLst>
              <a:gs pos="0">
                <a:srgbClr val="2E8F5C"/>
              </a:gs>
              <a:gs pos="100000">
                <a:srgbClr val="61AE6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15" name="任意多边形: 形状 214">
            <a:extLst>
              <a:ext uri="{FF2B5EF4-FFF2-40B4-BE49-F238E27FC236}">
                <a16:creationId xmlns:a16="http://schemas.microsoft.com/office/drawing/2014/main" id="{FB1BB47D-FB46-935E-C119-94CFE945AD9F}"/>
              </a:ext>
            </a:extLst>
          </p:cNvPr>
          <p:cNvSpPr/>
          <p:nvPr/>
        </p:nvSpPr>
        <p:spPr>
          <a:xfrm>
            <a:off x="6200722" y="4637701"/>
            <a:ext cx="184710" cy="375058"/>
          </a:xfrm>
          <a:custGeom>
            <a:avLst/>
            <a:gdLst>
              <a:gd name="connsiteX0" fmla="*/ 86807 w 184710"/>
              <a:gd name="connsiteY0" fmla="*/ 369195 h 375058"/>
              <a:gd name="connsiteX1" fmla="*/ 94996 w 184710"/>
              <a:gd name="connsiteY1" fmla="*/ 328262 h 375058"/>
              <a:gd name="connsiteX2" fmla="*/ 101977 w 184710"/>
              <a:gd name="connsiteY2" fmla="*/ 338913 h 375058"/>
              <a:gd name="connsiteX3" fmla="*/ 94173 w 184710"/>
              <a:gd name="connsiteY3" fmla="*/ 296643 h 375058"/>
              <a:gd name="connsiteX4" fmla="*/ 67891 w 184710"/>
              <a:gd name="connsiteY4" fmla="*/ 281419 h 375058"/>
              <a:gd name="connsiteX5" fmla="*/ 29944 w 184710"/>
              <a:gd name="connsiteY5" fmla="*/ 289837 h 375058"/>
              <a:gd name="connsiteX6" fmla="*/ 8295 w 184710"/>
              <a:gd name="connsiteY6" fmla="*/ 269547 h 375058"/>
              <a:gd name="connsiteX7" fmla="*/ 67 w 184710"/>
              <a:gd name="connsiteY7" fmla="*/ 238482 h 375058"/>
              <a:gd name="connsiteX8" fmla="*/ 10925 w 184710"/>
              <a:gd name="connsiteY8" fmla="*/ 178586 h 375058"/>
              <a:gd name="connsiteX9" fmla="*/ 20965 w 184710"/>
              <a:gd name="connsiteY9" fmla="*/ 125518 h 375058"/>
              <a:gd name="connsiteX10" fmla="*/ 24834 w 184710"/>
              <a:gd name="connsiteY10" fmla="*/ 81997 h 375058"/>
              <a:gd name="connsiteX11" fmla="*/ 30620 w 184710"/>
              <a:gd name="connsiteY11" fmla="*/ 53793 h 375058"/>
              <a:gd name="connsiteX12" fmla="*/ 45042 w 184710"/>
              <a:gd name="connsiteY12" fmla="*/ 17908 h 375058"/>
              <a:gd name="connsiteX13" fmla="*/ 54616 w 184710"/>
              <a:gd name="connsiteY13" fmla="*/ 6525 h 375058"/>
              <a:gd name="connsiteX14" fmla="*/ 70286 w 184710"/>
              <a:gd name="connsiteY14" fmla="*/ 3931 h 375058"/>
              <a:gd name="connsiteX15" fmla="*/ 98125 w 184710"/>
              <a:gd name="connsiteY15" fmla="*/ 25403 h 375058"/>
              <a:gd name="connsiteX16" fmla="*/ 117435 w 184710"/>
              <a:gd name="connsiteY16" fmla="*/ 45352 h 375058"/>
              <a:gd name="connsiteX17" fmla="*/ 143736 w 184710"/>
              <a:gd name="connsiteY17" fmla="*/ 73864 h 375058"/>
              <a:gd name="connsiteX18" fmla="*/ 160210 w 184710"/>
              <a:gd name="connsiteY18" fmla="*/ 101514 h 375058"/>
              <a:gd name="connsiteX19" fmla="*/ 171256 w 184710"/>
              <a:gd name="connsiteY19" fmla="*/ 146590 h 375058"/>
              <a:gd name="connsiteX20" fmla="*/ 176088 w 184710"/>
              <a:gd name="connsiteY20" fmla="*/ 203569 h 375058"/>
              <a:gd name="connsiteX21" fmla="*/ 175095 w 184710"/>
              <a:gd name="connsiteY21" fmla="*/ 262756 h 375058"/>
              <a:gd name="connsiteX22" fmla="*/ 126679 w 184710"/>
              <a:gd name="connsiteY22" fmla="*/ 275804 h 375058"/>
              <a:gd name="connsiteX23" fmla="*/ 137290 w 184710"/>
              <a:gd name="connsiteY23" fmla="*/ 280806 h 375058"/>
              <a:gd name="connsiteX24" fmla="*/ 171569 w 184710"/>
              <a:gd name="connsiteY24" fmla="*/ 282353 h 375058"/>
              <a:gd name="connsiteX25" fmla="*/ 127894 w 184710"/>
              <a:gd name="connsiteY25" fmla="*/ 286404 h 375058"/>
              <a:gd name="connsiteX26" fmla="*/ 111253 w 184710"/>
              <a:gd name="connsiteY26" fmla="*/ 282274 h 375058"/>
              <a:gd name="connsiteX27" fmla="*/ 121206 w 184710"/>
              <a:gd name="connsiteY27" fmla="*/ 319340 h 375058"/>
              <a:gd name="connsiteX28" fmla="*/ 120797 w 184710"/>
              <a:gd name="connsiteY28" fmla="*/ 354455 h 375058"/>
              <a:gd name="connsiteX29" fmla="*/ 126569 w 184710"/>
              <a:gd name="connsiteY29" fmla="*/ 372061 h 375058"/>
              <a:gd name="connsiteX30" fmla="*/ 100887 w 184710"/>
              <a:gd name="connsiteY30" fmla="*/ 368293 h 375058"/>
              <a:gd name="connsiteX31" fmla="*/ 86810 w 184710"/>
              <a:gd name="connsiteY31" fmla="*/ 369195 h 375058"/>
              <a:gd name="connsiteX32" fmla="*/ 86810 w 184710"/>
              <a:gd name="connsiteY32" fmla="*/ 369195 h 375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84710" h="375058">
                <a:moveTo>
                  <a:pt x="86807" y="369195"/>
                </a:moveTo>
                <a:cubicBezTo>
                  <a:pt x="96275" y="356702"/>
                  <a:pt x="92476" y="343339"/>
                  <a:pt x="94996" y="328262"/>
                </a:cubicBezTo>
                <a:cubicBezTo>
                  <a:pt x="93929" y="311519"/>
                  <a:pt x="100283" y="355716"/>
                  <a:pt x="101977" y="338913"/>
                </a:cubicBezTo>
                <a:cubicBezTo>
                  <a:pt x="101496" y="324350"/>
                  <a:pt x="95027" y="311109"/>
                  <a:pt x="94173" y="296643"/>
                </a:cubicBezTo>
                <a:cubicBezTo>
                  <a:pt x="96312" y="278225"/>
                  <a:pt x="80403" y="283648"/>
                  <a:pt x="67891" y="281419"/>
                </a:cubicBezTo>
                <a:cubicBezTo>
                  <a:pt x="61821" y="281074"/>
                  <a:pt x="39142" y="278869"/>
                  <a:pt x="29944" y="289837"/>
                </a:cubicBezTo>
                <a:cubicBezTo>
                  <a:pt x="15683" y="295008"/>
                  <a:pt x="19998" y="270584"/>
                  <a:pt x="8295" y="269547"/>
                </a:cubicBezTo>
                <a:cubicBezTo>
                  <a:pt x="4110" y="259439"/>
                  <a:pt x="9432" y="246884"/>
                  <a:pt x="67" y="238482"/>
                </a:cubicBezTo>
                <a:cubicBezTo>
                  <a:pt x="6084" y="226771"/>
                  <a:pt x="16131" y="189200"/>
                  <a:pt x="10925" y="178586"/>
                </a:cubicBezTo>
                <a:cubicBezTo>
                  <a:pt x="15873" y="130061"/>
                  <a:pt x="20929" y="169412"/>
                  <a:pt x="20965" y="125518"/>
                </a:cubicBezTo>
                <a:cubicBezTo>
                  <a:pt x="30126" y="117439"/>
                  <a:pt x="39605" y="92064"/>
                  <a:pt x="24834" y="81997"/>
                </a:cubicBezTo>
                <a:cubicBezTo>
                  <a:pt x="19307" y="72544"/>
                  <a:pt x="30755" y="66107"/>
                  <a:pt x="30620" y="53793"/>
                </a:cubicBezTo>
                <a:cubicBezTo>
                  <a:pt x="34777" y="42419"/>
                  <a:pt x="36185" y="23757"/>
                  <a:pt x="45042" y="17908"/>
                </a:cubicBezTo>
                <a:cubicBezTo>
                  <a:pt x="56582" y="12258"/>
                  <a:pt x="43389" y="11701"/>
                  <a:pt x="54616" y="6525"/>
                </a:cubicBezTo>
                <a:cubicBezTo>
                  <a:pt x="59828" y="3287"/>
                  <a:pt x="66477" y="-6062"/>
                  <a:pt x="70286" y="3931"/>
                </a:cubicBezTo>
                <a:cubicBezTo>
                  <a:pt x="80119" y="11309"/>
                  <a:pt x="90976" y="16368"/>
                  <a:pt x="98125" y="25403"/>
                </a:cubicBezTo>
                <a:cubicBezTo>
                  <a:pt x="107102" y="31340"/>
                  <a:pt x="106636" y="51765"/>
                  <a:pt x="117435" y="45352"/>
                </a:cubicBezTo>
                <a:cubicBezTo>
                  <a:pt x="134271" y="38695"/>
                  <a:pt x="145257" y="59066"/>
                  <a:pt x="143736" y="73864"/>
                </a:cubicBezTo>
                <a:cubicBezTo>
                  <a:pt x="145071" y="87958"/>
                  <a:pt x="151712" y="88623"/>
                  <a:pt x="160210" y="101514"/>
                </a:cubicBezTo>
                <a:cubicBezTo>
                  <a:pt x="164054" y="115118"/>
                  <a:pt x="170253" y="132272"/>
                  <a:pt x="171256" y="146590"/>
                </a:cubicBezTo>
                <a:cubicBezTo>
                  <a:pt x="176272" y="158663"/>
                  <a:pt x="161552" y="187929"/>
                  <a:pt x="176088" y="203569"/>
                </a:cubicBezTo>
                <a:cubicBezTo>
                  <a:pt x="181789" y="256004"/>
                  <a:pt x="192895" y="271742"/>
                  <a:pt x="175095" y="262756"/>
                </a:cubicBezTo>
                <a:cubicBezTo>
                  <a:pt x="161165" y="254919"/>
                  <a:pt x="137580" y="273935"/>
                  <a:pt x="126679" y="275804"/>
                </a:cubicBezTo>
                <a:cubicBezTo>
                  <a:pt x="116406" y="278260"/>
                  <a:pt x="134885" y="279463"/>
                  <a:pt x="137290" y="280806"/>
                </a:cubicBezTo>
                <a:cubicBezTo>
                  <a:pt x="144246" y="284482"/>
                  <a:pt x="182070" y="282621"/>
                  <a:pt x="171569" y="282353"/>
                </a:cubicBezTo>
                <a:cubicBezTo>
                  <a:pt x="164708" y="295536"/>
                  <a:pt x="141935" y="284930"/>
                  <a:pt x="127894" y="286404"/>
                </a:cubicBezTo>
                <a:cubicBezTo>
                  <a:pt x="116573" y="295045"/>
                  <a:pt x="115223" y="268871"/>
                  <a:pt x="111253" y="282274"/>
                </a:cubicBezTo>
                <a:cubicBezTo>
                  <a:pt x="110544" y="295777"/>
                  <a:pt x="117767" y="306289"/>
                  <a:pt x="121206" y="319340"/>
                </a:cubicBezTo>
                <a:cubicBezTo>
                  <a:pt x="123291" y="330147"/>
                  <a:pt x="112793" y="342882"/>
                  <a:pt x="120797" y="354455"/>
                </a:cubicBezTo>
                <a:cubicBezTo>
                  <a:pt x="122986" y="359860"/>
                  <a:pt x="141206" y="366539"/>
                  <a:pt x="126569" y="372061"/>
                </a:cubicBezTo>
                <a:cubicBezTo>
                  <a:pt x="112168" y="376968"/>
                  <a:pt x="115773" y="368065"/>
                  <a:pt x="100887" y="368293"/>
                </a:cubicBezTo>
                <a:cubicBezTo>
                  <a:pt x="95407" y="366914"/>
                  <a:pt x="86307" y="382258"/>
                  <a:pt x="86810" y="369195"/>
                </a:cubicBezTo>
                <a:lnTo>
                  <a:pt x="86810" y="369195"/>
                </a:ln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16" name="任意多边形: 形状 215">
            <a:extLst>
              <a:ext uri="{FF2B5EF4-FFF2-40B4-BE49-F238E27FC236}">
                <a16:creationId xmlns:a16="http://schemas.microsoft.com/office/drawing/2014/main" id="{53FE545A-A1DE-0FA9-801F-C6DF2780B13D}"/>
              </a:ext>
            </a:extLst>
          </p:cNvPr>
          <p:cNvSpPr/>
          <p:nvPr/>
        </p:nvSpPr>
        <p:spPr>
          <a:xfrm>
            <a:off x="6024129" y="4840177"/>
            <a:ext cx="203170" cy="198324"/>
          </a:xfrm>
          <a:custGeom>
            <a:avLst/>
            <a:gdLst>
              <a:gd name="connsiteX0" fmla="*/ 35418 w 203170"/>
              <a:gd name="connsiteY0" fmla="*/ 29138 h 198324"/>
              <a:gd name="connsiteX1" fmla="*/ 33876 w 203170"/>
              <a:gd name="connsiteY1" fmla="*/ 36375 h 198324"/>
              <a:gd name="connsiteX2" fmla="*/ 32505 w 203170"/>
              <a:gd name="connsiteY2" fmla="*/ 39753 h 198324"/>
              <a:gd name="connsiteX3" fmla="*/ 31455 w 203170"/>
              <a:gd name="connsiteY3" fmla="*/ 46159 h 198324"/>
              <a:gd name="connsiteX4" fmla="*/ 30394 w 203170"/>
              <a:gd name="connsiteY4" fmla="*/ 47676 h 198324"/>
              <a:gd name="connsiteX5" fmla="*/ 27348 w 203170"/>
              <a:gd name="connsiteY5" fmla="*/ 58740 h 198324"/>
              <a:gd name="connsiteX6" fmla="*/ 28676 w 203170"/>
              <a:gd name="connsiteY6" fmla="*/ 60845 h 198324"/>
              <a:gd name="connsiteX7" fmla="*/ 33644 w 203170"/>
              <a:gd name="connsiteY7" fmla="*/ 70016 h 198324"/>
              <a:gd name="connsiteX8" fmla="*/ 38222 w 203170"/>
              <a:gd name="connsiteY8" fmla="*/ 85426 h 198324"/>
              <a:gd name="connsiteX9" fmla="*/ 35080 w 203170"/>
              <a:gd name="connsiteY9" fmla="*/ 89010 h 198324"/>
              <a:gd name="connsiteX10" fmla="*/ 32981 w 203170"/>
              <a:gd name="connsiteY10" fmla="*/ 88260 h 198324"/>
              <a:gd name="connsiteX11" fmla="*/ 31871 w 203170"/>
              <a:gd name="connsiteY11" fmla="*/ 88260 h 198324"/>
              <a:gd name="connsiteX12" fmla="*/ 29141 w 203170"/>
              <a:gd name="connsiteY12" fmla="*/ 86349 h 198324"/>
              <a:gd name="connsiteX13" fmla="*/ 21619 w 203170"/>
              <a:gd name="connsiteY13" fmla="*/ 87410 h 198324"/>
              <a:gd name="connsiteX14" fmla="*/ 17300 w 203170"/>
              <a:gd name="connsiteY14" fmla="*/ 86737 h 198324"/>
              <a:gd name="connsiteX15" fmla="*/ 17404 w 203170"/>
              <a:gd name="connsiteY15" fmla="*/ 87623 h 198324"/>
              <a:gd name="connsiteX16" fmla="*/ 16427 w 203170"/>
              <a:gd name="connsiteY16" fmla="*/ 91729 h 198324"/>
              <a:gd name="connsiteX17" fmla="*/ 12926 w 203170"/>
              <a:gd name="connsiteY17" fmla="*/ 95697 h 198324"/>
              <a:gd name="connsiteX18" fmla="*/ 9590 w 203170"/>
              <a:gd name="connsiteY18" fmla="*/ 97880 h 198324"/>
              <a:gd name="connsiteX19" fmla="*/ 9772 w 203170"/>
              <a:gd name="connsiteY19" fmla="*/ 98912 h 198324"/>
              <a:gd name="connsiteX20" fmla="*/ 9859 w 203170"/>
              <a:gd name="connsiteY20" fmla="*/ 103575 h 198324"/>
              <a:gd name="connsiteX21" fmla="*/ 6157 w 203170"/>
              <a:gd name="connsiteY21" fmla="*/ 112735 h 198324"/>
              <a:gd name="connsiteX22" fmla="*/ 8031 w 203170"/>
              <a:gd name="connsiteY22" fmla="*/ 117935 h 198324"/>
              <a:gd name="connsiteX23" fmla="*/ 7632 w 203170"/>
              <a:gd name="connsiteY23" fmla="*/ 119280 h 198324"/>
              <a:gd name="connsiteX24" fmla="*/ 7262 w 203170"/>
              <a:gd name="connsiteY24" fmla="*/ 123812 h 198324"/>
              <a:gd name="connsiteX25" fmla="*/ 7451 w 203170"/>
              <a:gd name="connsiteY25" fmla="*/ 127288 h 198324"/>
              <a:gd name="connsiteX26" fmla="*/ 92 w 203170"/>
              <a:gd name="connsiteY26" fmla="*/ 140123 h 198324"/>
              <a:gd name="connsiteX27" fmla="*/ 9876 w 203170"/>
              <a:gd name="connsiteY27" fmla="*/ 151583 h 198324"/>
              <a:gd name="connsiteX28" fmla="*/ 13721 w 203170"/>
              <a:gd name="connsiteY28" fmla="*/ 155902 h 198324"/>
              <a:gd name="connsiteX29" fmla="*/ 14328 w 203170"/>
              <a:gd name="connsiteY29" fmla="*/ 156325 h 198324"/>
              <a:gd name="connsiteX30" fmla="*/ 14414 w 203170"/>
              <a:gd name="connsiteY30" fmla="*/ 156471 h 198324"/>
              <a:gd name="connsiteX31" fmla="*/ 15244 w 203170"/>
              <a:gd name="connsiteY31" fmla="*/ 156962 h 198324"/>
              <a:gd name="connsiteX32" fmla="*/ 20533 w 203170"/>
              <a:gd name="connsiteY32" fmla="*/ 164643 h 198324"/>
              <a:gd name="connsiteX33" fmla="*/ 23275 w 203170"/>
              <a:gd name="connsiteY33" fmla="*/ 166924 h 198324"/>
              <a:gd name="connsiteX34" fmla="*/ 23748 w 203170"/>
              <a:gd name="connsiteY34" fmla="*/ 167797 h 198324"/>
              <a:gd name="connsiteX35" fmla="*/ 27078 w 203170"/>
              <a:gd name="connsiteY35" fmla="*/ 172208 h 198324"/>
              <a:gd name="connsiteX36" fmla="*/ 31051 w 203170"/>
              <a:gd name="connsiteY36" fmla="*/ 173634 h 198324"/>
              <a:gd name="connsiteX37" fmla="*/ 34072 w 203170"/>
              <a:gd name="connsiteY37" fmla="*/ 175387 h 198324"/>
              <a:gd name="connsiteX38" fmla="*/ 40915 w 203170"/>
              <a:gd name="connsiteY38" fmla="*/ 171682 h 198324"/>
              <a:gd name="connsiteX39" fmla="*/ 49741 w 203170"/>
              <a:gd name="connsiteY39" fmla="*/ 171984 h 198324"/>
              <a:gd name="connsiteX40" fmla="*/ 50427 w 203170"/>
              <a:gd name="connsiteY40" fmla="*/ 172562 h 198324"/>
              <a:gd name="connsiteX41" fmla="*/ 51550 w 203170"/>
              <a:gd name="connsiteY41" fmla="*/ 172898 h 198324"/>
              <a:gd name="connsiteX42" fmla="*/ 51361 w 203170"/>
              <a:gd name="connsiteY42" fmla="*/ 173941 h 198324"/>
              <a:gd name="connsiteX43" fmla="*/ 51688 w 203170"/>
              <a:gd name="connsiteY43" fmla="*/ 174893 h 198324"/>
              <a:gd name="connsiteX44" fmla="*/ 55788 w 203170"/>
              <a:gd name="connsiteY44" fmla="*/ 177944 h 198324"/>
              <a:gd name="connsiteX45" fmla="*/ 57784 w 203170"/>
              <a:gd name="connsiteY45" fmla="*/ 177806 h 198324"/>
              <a:gd name="connsiteX46" fmla="*/ 62577 w 203170"/>
              <a:gd name="connsiteY46" fmla="*/ 174834 h 198324"/>
              <a:gd name="connsiteX47" fmla="*/ 63578 w 203170"/>
              <a:gd name="connsiteY47" fmla="*/ 171467 h 198324"/>
              <a:gd name="connsiteX48" fmla="*/ 67339 w 203170"/>
              <a:gd name="connsiteY48" fmla="*/ 168678 h 198324"/>
              <a:gd name="connsiteX49" fmla="*/ 76073 w 203170"/>
              <a:gd name="connsiteY49" fmla="*/ 172985 h 198324"/>
              <a:gd name="connsiteX50" fmla="*/ 83019 w 203170"/>
              <a:gd name="connsiteY50" fmla="*/ 170165 h 198324"/>
              <a:gd name="connsiteX51" fmla="*/ 87866 w 203170"/>
              <a:gd name="connsiteY51" fmla="*/ 171118 h 198324"/>
              <a:gd name="connsiteX52" fmla="*/ 89201 w 203170"/>
              <a:gd name="connsiteY52" fmla="*/ 171118 h 198324"/>
              <a:gd name="connsiteX53" fmla="*/ 93914 w 203170"/>
              <a:gd name="connsiteY53" fmla="*/ 172519 h 198324"/>
              <a:gd name="connsiteX54" fmla="*/ 97438 w 203170"/>
              <a:gd name="connsiteY54" fmla="*/ 173811 h 198324"/>
              <a:gd name="connsiteX55" fmla="*/ 105560 w 203170"/>
              <a:gd name="connsiteY55" fmla="*/ 175250 h 198324"/>
              <a:gd name="connsiteX56" fmla="*/ 106247 w 203170"/>
              <a:gd name="connsiteY56" fmla="*/ 175819 h 198324"/>
              <a:gd name="connsiteX57" fmla="*/ 109457 w 203170"/>
              <a:gd name="connsiteY57" fmla="*/ 176526 h 198324"/>
              <a:gd name="connsiteX58" fmla="*/ 113830 w 203170"/>
              <a:gd name="connsiteY58" fmla="*/ 176612 h 198324"/>
              <a:gd name="connsiteX59" fmla="*/ 118914 w 203170"/>
              <a:gd name="connsiteY59" fmla="*/ 178002 h 198324"/>
              <a:gd name="connsiteX60" fmla="*/ 129135 w 203170"/>
              <a:gd name="connsiteY60" fmla="*/ 180187 h 198324"/>
              <a:gd name="connsiteX61" fmla="*/ 133120 w 203170"/>
              <a:gd name="connsiteY61" fmla="*/ 181983 h 198324"/>
              <a:gd name="connsiteX62" fmla="*/ 134006 w 203170"/>
              <a:gd name="connsiteY62" fmla="*/ 181880 h 198324"/>
              <a:gd name="connsiteX63" fmla="*/ 139246 w 203170"/>
              <a:gd name="connsiteY63" fmla="*/ 188079 h 198324"/>
              <a:gd name="connsiteX64" fmla="*/ 139736 w 203170"/>
              <a:gd name="connsiteY64" fmla="*/ 191767 h 198324"/>
              <a:gd name="connsiteX65" fmla="*/ 146936 w 203170"/>
              <a:gd name="connsiteY65" fmla="*/ 196718 h 198324"/>
              <a:gd name="connsiteX66" fmla="*/ 149369 w 203170"/>
              <a:gd name="connsiteY66" fmla="*/ 196347 h 198324"/>
              <a:gd name="connsiteX67" fmla="*/ 149702 w 203170"/>
              <a:gd name="connsiteY67" fmla="*/ 195225 h 198324"/>
              <a:gd name="connsiteX68" fmla="*/ 152662 w 203170"/>
              <a:gd name="connsiteY68" fmla="*/ 190609 h 198324"/>
              <a:gd name="connsiteX69" fmla="*/ 153766 w 203170"/>
              <a:gd name="connsiteY69" fmla="*/ 188127 h 198324"/>
              <a:gd name="connsiteX70" fmla="*/ 156060 w 203170"/>
              <a:gd name="connsiteY70" fmla="*/ 185756 h 198324"/>
              <a:gd name="connsiteX71" fmla="*/ 157164 w 203170"/>
              <a:gd name="connsiteY71" fmla="*/ 183275 h 198324"/>
              <a:gd name="connsiteX72" fmla="*/ 160798 w 203170"/>
              <a:gd name="connsiteY72" fmla="*/ 178859 h 198324"/>
              <a:gd name="connsiteX73" fmla="*/ 155005 w 203170"/>
              <a:gd name="connsiteY73" fmla="*/ 167122 h 198324"/>
              <a:gd name="connsiteX74" fmla="*/ 156455 w 203170"/>
              <a:gd name="connsiteY74" fmla="*/ 163888 h 198324"/>
              <a:gd name="connsiteX75" fmla="*/ 159167 w 203170"/>
              <a:gd name="connsiteY75" fmla="*/ 162985 h 198324"/>
              <a:gd name="connsiteX76" fmla="*/ 161491 w 203170"/>
              <a:gd name="connsiteY76" fmla="*/ 159278 h 198324"/>
              <a:gd name="connsiteX77" fmla="*/ 161145 w 203170"/>
              <a:gd name="connsiteY77" fmla="*/ 155511 h 198324"/>
              <a:gd name="connsiteX78" fmla="*/ 157675 w 203170"/>
              <a:gd name="connsiteY78" fmla="*/ 149105 h 198324"/>
              <a:gd name="connsiteX79" fmla="*/ 156940 w 203170"/>
              <a:gd name="connsiteY79" fmla="*/ 147054 h 198324"/>
              <a:gd name="connsiteX80" fmla="*/ 155442 w 203170"/>
              <a:gd name="connsiteY80" fmla="*/ 144288 h 198324"/>
              <a:gd name="connsiteX81" fmla="*/ 155765 w 203170"/>
              <a:gd name="connsiteY81" fmla="*/ 138277 h 198324"/>
              <a:gd name="connsiteX82" fmla="*/ 157028 w 203170"/>
              <a:gd name="connsiteY82" fmla="*/ 127049 h 198324"/>
              <a:gd name="connsiteX83" fmla="*/ 162852 w 203170"/>
              <a:gd name="connsiteY83" fmla="*/ 119376 h 198324"/>
              <a:gd name="connsiteX84" fmla="*/ 168518 w 203170"/>
              <a:gd name="connsiteY84" fmla="*/ 115931 h 198324"/>
              <a:gd name="connsiteX85" fmla="*/ 173304 w 203170"/>
              <a:gd name="connsiteY85" fmla="*/ 110514 h 198324"/>
              <a:gd name="connsiteX86" fmla="*/ 176047 w 203170"/>
              <a:gd name="connsiteY86" fmla="*/ 108275 h 198324"/>
              <a:gd name="connsiteX87" fmla="*/ 180384 w 203170"/>
              <a:gd name="connsiteY87" fmla="*/ 102725 h 198324"/>
              <a:gd name="connsiteX88" fmla="*/ 184024 w 203170"/>
              <a:gd name="connsiteY88" fmla="*/ 100755 h 198324"/>
              <a:gd name="connsiteX89" fmla="*/ 188501 w 203170"/>
              <a:gd name="connsiteY89" fmla="*/ 97200 h 198324"/>
              <a:gd name="connsiteX90" fmla="*/ 203188 w 203170"/>
              <a:gd name="connsiteY90" fmla="*/ 86422 h 198324"/>
              <a:gd name="connsiteX91" fmla="*/ 201399 w 203170"/>
              <a:gd name="connsiteY91" fmla="*/ 79293 h 198324"/>
              <a:gd name="connsiteX92" fmla="*/ 197456 w 203170"/>
              <a:gd name="connsiteY92" fmla="*/ 76533 h 198324"/>
              <a:gd name="connsiteX93" fmla="*/ 191118 w 203170"/>
              <a:gd name="connsiteY93" fmla="*/ 66221 h 198324"/>
              <a:gd name="connsiteX94" fmla="*/ 190826 w 203170"/>
              <a:gd name="connsiteY94" fmla="*/ 57339 h 198324"/>
              <a:gd name="connsiteX95" fmla="*/ 190626 w 203170"/>
              <a:gd name="connsiteY95" fmla="*/ 53494 h 198324"/>
              <a:gd name="connsiteX96" fmla="*/ 191203 w 203170"/>
              <a:gd name="connsiteY96" fmla="*/ 50735 h 198324"/>
              <a:gd name="connsiteX97" fmla="*/ 190810 w 203170"/>
              <a:gd name="connsiteY97" fmla="*/ 50010 h 198324"/>
              <a:gd name="connsiteX98" fmla="*/ 189664 w 203170"/>
              <a:gd name="connsiteY98" fmla="*/ 44417 h 198324"/>
              <a:gd name="connsiteX99" fmla="*/ 188402 w 203170"/>
              <a:gd name="connsiteY99" fmla="*/ 42087 h 198324"/>
              <a:gd name="connsiteX100" fmla="*/ 188105 w 203170"/>
              <a:gd name="connsiteY100" fmla="*/ 39800 h 198324"/>
              <a:gd name="connsiteX101" fmla="*/ 184903 w 203170"/>
              <a:gd name="connsiteY101" fmla="*/ 32497 h 198324"/>
              <a:gd name="connsiteX102" fmla="*/ 176356 w 203170"/>
              <a:gd name="connsiteY102" fmla="*/ 36184 h 198324"/>
              <a:gd name="connsiteX103" fmla="*/ 175088 w 203170"/>
              <a:gd name="connsiteY103" fmla="*/ 35934 h 198324"/>
              <a:gd name="connsiteX104" fmla="*/ 171345 w 203170"/>
              <a:gd name="connsiteY104" fmla="*/ 37020 h 198324"/>
              <a:gd name="connsiteX105" fmla="*/ 167699 w 203170"/>
              <a:gd name="connsiteY105" fmla="*/ 36545 h 198324"/>
              <a:gd name="connsiteX106" fmla="*/ 162113 w 203170"/>
              <a:gd name="connsiteY106" fmla="*/ 35617 h 198324"/>
              <a:gd name="connsiteX107" fmla="*/ 161820 w 203170"/>
              <a:gd name="connsiteY107" fmla="*/ 31256 h 198324"/>
              <a:gd name="connsiteX108" fmla="*/ 162071 w 203170"/>
              <a:gd name="connsiteY108" fmla="*/ 27543 h 198324"/>
              <a:gd name="connsiteX109" fmla="*/ 160682 w 203170"/>
              <a:gd name="connsiteY109" fmla="*/ 23588 h 198324"/>
              <a:gd name="connsiteX110" fmla="*/ 161227 w 203170"/>
              <a:gd name="connsiteY110" fmla="*/ 22163 h 198324"/>
              <a:gd name="connsiteX111" fmla="*/ 161544 w 203170"/>
              <a:gd name="connsiteY111" fmla="*/ 13706 h 198324"/>
              <a:gd name="connsiteX112" fmla="*/ 157267 w 203170"/>
              <a:gd name="connsiteY112" fmla="*/ 7549 h 198324"/>
              <a:gd name="connsiteX113" fmla="*/ 154447 w 203170"/>
              <a:gd name="connsiteY113" fmla="*/ 5121 h 198324"/>
              <a:gd name="connsiteX114" fmla="*/ 152979 w 203170"/>
              <a:gd name="connsiteY114" fmla="*/ 5544 h 198324"/>
              <a:gd name="connsiteX115" fmla="*/ 150480 w 203170"/>
              <a:gd name="connsiteY115" fmla="*/ 6139 h 198324"/>
              <a:gd name="connsiteX116" fmla="*/ 144365 w 203170"/>
              <a:gd name="connsiteY116" fmla="*/ 9451 h 198324"/>
              <a:gd name="connsiteX117" fmla="*/ 129927 w 203170"/>
              <a:gd name="connsiteY117" fmla="*/ 16517 h 198324"/>
              <a:gd name="connsiteX118" fmla="*/ 122374 w 203170"/>
              <a:gd name="connsiteY118" fmla="*/ 18912 h 198324"/>
              <a:gd name="connsiteX119" fmla="*/ 120949 w 203170"/>
              <a:gd name="connsiteY119" fmla="*/ 18369 h 198324"/>
              <a:gd name="connsiteX120" fmla="*/ 117977 w 203170"/>
              <a:gd name="connsiteY120" fmla="*/ 18093 h 198324"/>
              <a:gd name="connsiteX121" fmla="*/ 115509 w 203170"/>
              <a:gd name="connsiteY121" fmla="*/ 12840 h 198324"/>
              <a:gd name="connsiteX122" fmla="*/ 109722 w 203170"/>
              <a:gd name="connsiteY122" fmla="*/ 3547 h 198324"/>
              <a:gd name="connsiteX123" fmla="*/ 107138 w 203170"/>
              <a:gd name="connsiteY123" fmla="*/ 1557 h 198324"/>
              <a:gd name="connsiteX124" fmla="*/ 105440 w 203170"/>
              <a:gd name="connsiteY124" fmla="*/ -536 h 198324"/>
              <a:gd name="connsiteX125" fmla="*/ 103201 w 203170"/>
              <a:gd name="connsiteY125" fmla="*/ 1240 h 198324"/>
              <a:gd name="connsiteX126" fmla="*/ 98779 w 203170"/>
              <a:gd name="connsiteY126" fmla="*/ 4199 h 198324"/>
              <a:gd name="connsiteX127" fmla="*/ 98300 w 203170"/>
              <a:gd name="connsiteY127" fmla="*/ 5401 h 198324"/>
              <a:gd name="connsiteX128" fmla="*/ 95091 w 203170"/>
              <a:gd name="connsiteY128" fmla="*/ 9210 h 198324"/>
              <a:gd name="connsiteX129" fmla="*/ 89746 w 203170"/>
              <a:gd name="connsiteY129" fmla="*/ 11163 h 198324"/>
              <a:gd name="connsiteX130" fmla="*/ 87320 w 203170"/>
              <a:gd name="connsiteY130" fmla="*/ 9464 h 198324"/>
              <a:gd name="connsiteX131" fmla="*/ 86751 w 203170"/>
              <a:gd name="connsiteY131" fmla="*/ 10154 h 198324"/>
              <a:gd name="connsiteX132" fmla="*/ 83166 w 203170"/>
              <a:gd name="connsiteY132" fmla="*/ 11531 h 198324"/>
              <a:gd name="connsiteX133" fmla="*/ 81455 w 203170"/>
              <a:gd name="connsiteY133" fmla="*/ 13588 h 198324"/>
              <a:gd name="connsiteX134" fmla="*/ 79508 w 203170"/>
              <a:gd name="connsiteY134" fmla="*/ 15207 h 198324"/>
              <a:gd name="connsiteX135" fmla="*/ 78318 w 203170"/>
              <a:gd name="connsiteY135" fmla="*/ 19616 h 198324"/>
              <a:gd name="connsiteX136" fmla="*/ 77244 w 203170"/>
              <a:gd name="connsiteY136" fmla="*/ 20763 h 198324"/>
              <a:gd name="connsiteX137" fmla="*/ 73398 w 203170"/>
              <a:gd name="connsiteY137" fmla="*/ 25482 h 198324"/>
              <a:gd name="connsiteX138" fmla="*/ 65694 w 203170"/>
              <a:gd name="connsiteY138" fmla="*/ 30030 h 198324"/>
              <a:gd name="connsiteX139" fmla="*/ 54083 w 203170"/>
              <a:gd name="connsiteY139" fmla="*/ 32929 h 198324"/>
              <a:gd name="connsiteX140" fmla="*/ 52209 w 203170"/>
              <a:gd name="connsiteY140" fmla="*/ 32248 h 198324"/>
              <a:gd name="connsiteX141" fmla="*/ 45239 w 203170"/>
              <a:gd name="connsiteY141" fmla="*/ 29810 h 198324"/>
              <a:gd name="connsiteX142" fmla="*/ 37923 w 203170"/>
              <a:gd name="connsiteY142" fmla="*/ 28122 h 198324"/>
              <a:gd name="connsiteX143" fmla="*/ 35437 w 203170"/>
              <a:gd name="connsiteY143" fmla="*/ 29092 h 198324"/>
              <a:gd name="connsiteX144" fmla="*/ 106227 w 203170"/>
              <a:gd name="connsiteY144" fmla="*/ 105648 h 198324"/>
              <a:gd name="connsiteX145" fmla="*/ 107829 w 203170"/>
              <a:gd name="connsiteY145" fmla="*/ 104782 h 198324"/>
              <a:gd name="connsiteX146" fmla="*/ 109375 w 203170"/>
              <a:gd name="connsiteY146" fmla="*/ 104506 h 198324"/>
              <a:gd name="connsiteX147" fmla="*/ 109768 w 203170"/>
              <a:gd name="connsiteY147" fmla="*/ 105230 h 198324"/>
              <a:gd name="connsiteX148" fmla="*/ 110374 w 203170"/>
              <a:gd name="connsiteY148" fmla="*/ 105662 h 198324"/>
              <a:gd name="connsiteX149" fmla="*/ 110737 w 203170"/>
              <a:gd name="connsiteY149" fmla="*/ 107723 h 198324"/>
              <a:gd name="connsiteX150" fmla="*/ 112878 w 203170"/>
              <a:gd name="connsiteY150" fmla="*/ 112025 h 198324"/>
              <a:gd name="connsiteX151" fmla="*/ 112053 w 203170"/>
              <a:gd name="connsiteY151" fmla="*/ 113978 h 198324"/>
              <a:gd name="connsiteX152" fmla="*/ 112841 w 203170"/>
              <a:gd name="connsiteY152" fmla="*/ 115434 h 198324"/>
              <a:gd name="connsiteX153" fmla="*/ 113368 w 203170"/>
              <a:gd name="connsiteY153" fmla="*/ 120232 h 198324"/>
              <a:gd name="connsiteX154" fmla="*/ 112409 w 203170"/>
              <a:gd name="connsiteY154" fmla="*/ 127154 h 198324"/>
              <a:gd name="connsiteX155" fmla="*/ 113392 w 203170"/>
              <a:gd name="connsiteY155" fmla="*/ 130010 h 198324"/>
              <a:gd name="connsiteX156" fmla="*/ 114496 w 203170"/>
              <a:gd name="connsiteY156" fmla="*/ 132049 h 198324"/>
              <a:gd name="connsiteX157" fmla="*/ 113622 w 203170"/>
              <a:gd name="connsiteY157" fmla="*/ 132523 h 198324"/>
              <a:gd name="connsiteX158" fmla="*/ 112573 w 203170"/>
              <a:gd name="connsiteY158" fmla="*/ 134409 h 198324"/>
              <a:gd name="connsiteX159" fmla="*/ 112676 w 203170"/>
              <a:gd name="connsiteY159" fmla="*/ 135296 h 198324"/>
              <a:gd name="connsiteX160" fmla="*/ 111785 w 203170"/>
              <a:gd name="connsiteY160" fmla="*/ 137473 h 198324"/>
              <a:gd name="connsiteX161" fmla="*/ 113883 w 203170"/>
              <a:gd name="connsiteY161" fmla="*/ 142737 h 198324"/>
              <a:gd name="connsiteX162" fmla="*/ 118117 w 203170"/>
              <a:gd name="connsiteY162" fmla="*/ 149861 h 198324"/>
              <a:gd name="connsiteX163" fmla="*/ 121871 w 203170"/>
              <a:gd name="connsiteY163" fmla="*/ 153664 h 198324"/>
              <a:gd name="connsiteX164" fmla="*/ 124267 w 203170"/>
              <a:gd name="connsiteY164" fmla="*/ 156697 h 198324"/>
              <a:gd name="connsiteX165" fmla="*/ 126317 w 203170"/>
              <a:gd name="connsiteY165" fmla="*/ 160482 h 198324"/>
              <a:gd name="connsiteX166" fmla="*/ 127609 w 203170"/>
              <a:gd name="connsiteY166" fmla="*/ 161477 h 198324"/>
              <a:gd name="connsiteX167" fmla="*/ 131236 w 203170"/>
              <a:gd name="connsiteY167" fmla="*/ 168174 h 198324"/>
              <a:gd name="connsiteX168" fmla="*/ 134111 w 203170"/>
              <a:gd name="connsiteY168" fmla="*/ 174526 h 198324"/>
              <a:gd name="connsiteX169" fmla="*/ 135379 w 203170"/>
              <a:gd name="connsiteY169" fmla="*/ 174776 h 198324"/>
              <a:gd name="connsiteX170" fmla="*/ 138114 w 203170"/>
              <a:gd name="connsiteY170" fmla="*/ 183650 h 198324"/>
              <a:gd name="connsiteX171" fmla="*/ 134111 w 203170"/>
              <a:gd name="connsiteY171" fmla="*/ 174520 h 198324"/>
              <a:gd name="connsiteX172" fmla="*/ 128221 w 203170"/>
              <a:gd name="connsiteY172" fmla="*/ 177899 h 198324"/>
              <a:gd name="connsiteX173" fmla="*/ 127390 w 203170"/>
              <a:gd name="connsiteY173" fmla="*/ 177408 h 198324"/>
              <a:gd name="connsiteX174" fmla="*/ 125988 w 203170"/>
              <a:gd name="connsiteY174" fmla="*/ 177597 h 198324"/>
              <a:gd name="connsiteX175" fmla="*/ 125515 w 203170"/>
              <a:gd name="connsiteY175" fmla="*/ 176724 h 198324"/>
              <a:gd name="connsiteX176" fmla="*/ 123125 w 203170"/>
              <a:gd name="connsiteY176" fmla="*/ 176138 h 198324"/>
              <a:gd name="connsiteX177" fmla="*/ 119286 w 203170"/>
              <a:gd name="connsiteY177" fmla="*/ 174263 h 198324"/>
              <a:gd name="connsiteX178" fmla="*/ 116671 w 203170"/>
              <a:gd name="connsiteY178" fmla="*/ 173599 h 198324"/>
              <a:gd name="connsiteX179" fmla="*/ 113996 w 203170"/>
              <a:gd name="connsiteY179" fmla="*/ 171094 h 198324"/>
              <a:gd name="connsiteX180" fmla="*/ 112570 w 203170"/>
              <a:gd name="connsiteY180" fmla="*/ 170551 h 198324"/>
              <a:gd name="connsiteX181" fmla="*/ 111569 w 203170"/>
              <a:gd name="connsiteY181" fmla="*/ 169398 h 198324"/>
              <a:gd name="connsiteX182" fmla="*/ 107863 w 203170"/>
              <a:gd name="connsiteY182" fmla="*/ 167074 h 198324"/>
              <a:gd name="connsiteX183" fmla="*/ 106704 w 203170"/>
              <a:gd name="connsiteY183" fmla="*/ 165631 h 198324"/>
              <a:gd name="connsiteX184" fmla="*/ 104740 w 203170"/>
              <a:gd name="connsiteY184" fmla="*/ 164435 h 198324"/>
              <a:gd name="connsiteX185" fmla="*/ 102792 w 203170"/>
              <a:gd name="connsiteY185" fmla="*/ 161536 h 198324"/>
              <a:gd name="connsiteX186" fmla="*/ 100717 w 203170"/>
              <a:gd name="connsiteY186" fmla="*/ 161530 h 198324"/>
              <a:gd name="connsiteX187" fmla="*/ 99110 w 203170"/>
              <a:gd name="connsiteY187" fmla="*/ 159952 h 198324"/>
              <a:gd name="connsiteX188" fmla="*/ 96247 w 203170"/>
              <a:gd name="connsiteY188" fmla="*/ 158491 h 198324"/>
              <a:gd name="connsiteX189" fmla="*/ 89975 w 203170"/>
              <a:gd name="connsiteY189" fmla="*/ 156991 h 198324"/>
              <a:gd name="connsiteX190" fmla="*/ 88616 w 203170"/>
              <a:gd name="connsiteY190" fmla="*/ 156224 h 198324"/>
              <a:gd name="connsiteX191" fmla="*/ 86080 w 203170"/>
              <a:gd name="connsiteY191" fmla="*/ 155706 h 198324"/>
              <a:gd name="connsiteX192" fmla="*/ 82138 w 203170"/>
              <a:gd name="connsiteY192" fmla="*/ 152947 h 198324"/>
              <a:gd name="connsiteX193" fmla="*/ 77831 w 203170"/>
              <a:gd name="connsiteY193" fmla="*/ 152636 h 198324"/>
              <a:gd name="connsiteX194" fmla="*/ 76987 w 203170"/>
              <a:gd name="connsiteY194" fmla="*/ 151773 h 198324"/>
              <a:gd name="connsiteX195" fmla="*/ 75932 w 203170"/>
              <a:gd name="connsiteY195" fmla="*/ 151213 h 198324"/>
              <a:gd name="connsiteX196" fmla="*/ 81198 w 203170"/>
              <a:gd name="connsiteY196" fmla="*/ 144595 h 198324"/>
              <a:gd name="connsiteX197" fmla="*/ 83042 w 203170"/>
              <a:gd name="connsiteY197" fmla="*/ 142090 h 198324"/>
              <a:gd name="connsiteX198" fmla="*/ 86967 w 203170"/>
              <a:gd name="connsiteY198" fmla="*/ 137516 h 198324"/>
              <a:gd name="connsiteX199" fmla="*/ 88229 w 203170"/>
              <a:gd name="connsiteY199" fmla="*/ 135327 h 198324"/>
              <a:gd name="connsiteX200" fmla="*/ 89885 w 203170"/>
              <a:gd name="connsiteY200" fmla="*/ 133865 h 198324"/>
              <a:gd name="connsiteX201" fmla="*/ 91281 w 203170"/>
              <a:gd name="connsiteY201" fmla="*/ 131226 h 198324"/>
              <a:gd name="connsiteX202" fmla="*/ 92791 w 203170"/>
              <a:gd name="connsiteY202" fmla="*/ 129843 h 198324"/>
              <a:gd name="connsiteX203" fmla="*/ 93817 w 203170"/>
              <a:gd name="connsiteY203" fmla="*/ 127216 h 198324"/>
              <a:gd name="connsiteX204" fmla="*/ 95953 w 203170"/>
              <a:gd name="connsiteY204" fmla="*/ 124554 h 198324"/>
              <a:gd name="connsiteX205" fmla="*/ 96893 w 203170"/>
              <a:gd name="connsiteY205" fmla="*/ 119337 h 198324"/>
              <a:gd name="connsiteX206" fmla="*/ 98367 w 203170"/>
              <a:gd name="connsiteY206" fmla="*/ 116845 h 198324"/>
              <a:gd name="connsiteX207" fmla="*/ 102487 w 203170"/>
              <a:gd name="connsiteY207" fmla="*/ 109153 h 198324"/>
              <a:gd name="connsiteX208" fmla="*/ 106224 w 203170"/>
              <a:gd name="connsiteY208" fmla="*/ 105623 h 198324"/>
              <a:gd name="connsiteX209" fmla="*/ 122606 w 203170"/>
              <a:gd name="connsiteY209" fmla="*/ 103557 h 198324"/>
              <a:gd name="connsiteX210" fmla="*/ 123335 w 203170"/>
              <a:gd name="connsiteY210" fmla="*/ 103161 h 198324"/>
              <a:gd name="connsiteX211" fmla="*/ 124803 w 203170"/>
              <a:gd name="connsiteY211" fmla="*/ 102739 h 198324"/>
              <a:gd name="connsiteX212" fmla="*/ 127351 w 203170"/>
              <a:gd name="connsiteY212" fmla="*/ 103618 h 198324"/>
              <a:gd name="connsiteX213" fmla="*/ 131724 w 203170"/>
              <a:gd name="connsiteY213" fmla="*/ 103704 h 198324"/>
              <a:gd name="connsiteX214" fmla="*/ 142304 w 203170"/>
              <a:gd name="connsiteY214" fmla="*/ 100987 h 198324"/>
              <a:gd name="connsiteX215" fmla="*/ 148807 w 203170"/>
              <a:gd name="connsiteY215" fmla="*/ 95959 h 198324"/>
              <a:gd name="connsiteX216" fmla="*/ 150931 w 203170"/>
              <a:gd name="connsiteY216" fmla="*/ 97445 h 198324"/>
              <a:gd name="connsiteX217" fmla="*/ 152926 w 203170"/>
              <a:gd name="connsiteY217" fmla="*/ 97307 h 198324"/>
              <a:gd name="connsiteX218" fmla="*/ 154188 w 203170"/>
              <a:gd name="connsiteY218" fmla="*/ 99637 h 198324"/>
              <a:gd name="connsiteX219" fmla="*/ 161291 w 203170"/>
              <a:gd name="connsiteY219" fmla="*/ 106147 h 198324"/>
              <a:gd name="connsiteX220" fmla="*/ 166525 w 203170"/>
              <a:gd name="connsiteY220" fmla="*/ 105379 h 198324"/>
              <a:gd name="connsiteX221" fmla="*/ 158530 w 203170"/>
              <a:gd name="connsiteY221" fmla="*/ 110085 h 198324"/>
              <a:gd name="connsiteX222" fmla="*/ 156449 w 203170"/>
              <a:gd name="connsiteY222" fmla="*/ 112153 h 198324"/>
              <a:gd name="connsiteX223" fmla="*/ 153288 w 203170"/>
              <a:gd name="connsiteY223" fmla="*/ 117443 h 198324"/>
              <a:gd name="connsiteX224" fmla="*/ 147628 w 203170"/>
              <a:gd name="connsiteY224" fmla="*/ 123333 h 198324"/>
              <a:gd name="connsiteX225" fmla="*/ 145335 w 203170"/>
              <a:gd name="connsiteY225" fmla="*/ 125704 h 198324"/>
              <a:gd name="connsiteX226" fmla="*/ 143696 w 203170"/>
              <a:gd name="connsiteY226" fmla="*/ 129981 h 198324"/>
              <a:gd name="connsiteX227" fmla="*/ 144340 w 203170"/>
              <a:gd name="connsiteY227" fmla="*/ 131515 h 198324"/>
              <a:gd name="connsiteX228" fmla="*/ 144199 w 203170"/>
              <a:gd name="connsiteY228" fmla="*/ 134039 h 198324"/>
              <a:gd name="connsiteX229" fmla="*/ 144484 w 203170"/>
              <a:gd name="connsiteY229" fmla="*/ 135956 h 198324"/>
              <a:gd name="connsiteX230" fmla="*/ 142403 w 203170"/>
              <a:gd name="connsiteY230" fmla="*/ 142543 h 198324"/>
              <a:gd name="connsiteX231" fmla="*/ 142747 w 203170"/>
              <a:gd name="connsiteY231" fmla="*/ 146310 h 198324"/>
              <a:gd name="connsiteX232" fmla="*/ 145257 w 203170"/>
              <a:gd name="connsiteY232" fmla="*/ 155119 h 198324"/>
              <a:gd name="connsiteX233" fmla="*/ 138554 w 203170"/>
              <a:gd name="connsiteY233" fmla="*/ 156300 h 198324"/>
              <a:gd name="connsiteX234" fmla="*/ 137371 w 203170"/>
              <a:gd name="connsiteY234" fmla="*/ 154117 h 198324"/>
              <a:gd name="connsiteX235" fmla="*/ 134666 w 203170"/>
              <a:gd name="connsiteY235" fmla="*/ 152947 h 198324"/>
              <a:gd name="connsiteX236" fmla="*/ 132276 w 203170"/>
              <a:gd name="connsiteY236" fmla="*/ 147839 h 198324"/>
              <a:gd name="connsiteX237" fmla="*/ 131093 w 203170"/>
              <a:gd name="connsiteY237" fmla="*/ 145655 h 198324"/>
              <a:gd name="connsiteX238" fmla="*/ 130984 w 203170"/>
              <a:gd name="connsiteY238" fmla="*/ 142324 h 198324"/>
              <a:gd name="connsiteX239" fmla="*/ 129571 w 203170"/>
              <a:gd name="connsiteY239" fmla="*/ 137630 h 198324"/>
              <a:gd name="connsiteX240" fmla="*/ 129571 w 203170"/>
              <a:gd name="connsiteY240" fmla="*/ 133110 h 198324"/>
              <a:gd name="connsiteX241" fmla="*/ 129172 w 203170"/>
              <a:gd name="connsiteY241" fmla="*/ 129938 h 198324"/>
              <a:gd name="connsiteX242" fmla="*/ 128286 w 203170"/>
              <a:gd name="connsiteY242" fmla="*/ 125521 h 198324"/>
              <a:gd name="connsiteX243" fmla="*/ 129264 w 203170"/>
              <a:gd name="connsiteY243" fmla="*/ 121414 h 198324"/>
              <a:gd name="connsiteX244" fmla="*/ 127213 w 203170"/>
              <a:gd name="connsiteY244" fmla="*/ 117629 h 198324"/>
              <a:gd name="connsiteX245" fmla="*/ 126243 w 203170"/>
              <a:gd name="connsiteY245" fmla="*/ 115143 h 198324"/>
              <a:gd name="connsiteX246" fmla="*/ 122774 w 203170"/>
              <a:gd name="connsiteY246" fmla="*/ 108736 h 198324"/>
              <a:gd name="connsiteX247" fmla="*/ 122532 w 203170"/>
              <a:gd name="connsiteY247" fmla="*/ 105855 h 198324"/>
              <a:gd name="connsiteX248" fmla="*/ 122325 w 203170"/>
              <a:gd name="connsiteY248" fmla="*/ 104083 h 198324"/>
              <a:gd name="connsiteX249" fmla="*/ 122602 w 203170"/>
              <a:gd name="connsiteY249" fmla="*/ 103557 h 19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203170" h="198324">
                <a:moveTo>
                  <a:pt x="35418" y="29138"/>
                </a:moveTo>
                <a:cubicBezTo>
                  <a:pt x="33760" y="31023"/>
                  <a:pt x="34054" y="34091"/>
                  <a:pt x="33876" y="36375"/>
                </a:cubicBezTo>
                <a:cubicBezTo>
                  <a:pt x="33772" y="37719"/>
                  <a:pt x="32838" y="38567"/>
                  <a:pt x="32505" y="39753"/>
                </a:cubicBezTo>
                <a:cubicBezTo>
                  <a:pt x="31947" y="41751"/>
                  <a:pt x="32209" y="44180"/>
                  <a:pt x="31455" y="46159"/>
                </a:cubicBezTo>
                <a:cubicBezTo>
                  <a:pt x="31246" y="46702"/>
                  <a:pt x="30654" y="47153"/>
                  <a:pt x="30394" y="47676"/>
                </a:cubicBezTo>
                <a:cubicBezTo>
                  <a:pt x="29481" y="49510"/>
                  <a:pt x="26757" y="57026"/>
                  <a:pt x="27348" y="58740"/>
                </a:cubicBezTo>
                <a:cubicBezTo>
                  <a:pt x="27619" y="59525"/>
                  <a:pt x="28223" y="60185"/>
                  <a:pt x="28676" y="60845"/>
                </a:cubicBezTo>
                <a:cubicBezTo>
                  <a:pt x="30626" y="63684"/>
                  <a:pt x="31586" y="67258"/>
                  <a:pt x="33644" y="70016"/>
                </a:cubicBezTo>
                <a:cubicBezTo>
                  <a:pt x="36611" y="73996"/>
                  <a:pt x="41244" y="80542"/>
                  <a:pt x="38222" y="85426"/>
                </a:cubicBezTo>
                <a:cubicBezTo>
                  <a:pt x="37929" y="85900"/>
                  <a:pt x="35562" y="88904"/>
                  <a:pt x="35080" y="89010"/>
                </a:cubicBezTo>
                <a:cubicBezTo>
                  <a:pt x="34350" y="89174"/>
                  <a:pt x="33721" y="88355"/>
                  <a:pt x="32981" y="88260"/>
                </a:cubicBezTo>
                <a:cubicBezTo>
                  <a:pt x="32626" y="88174"/>
                  <a:pt x="32204" y="88432"/>
                  <a:pt x="31871" y="88260"/>
                </a:cubicBezTo>
                <a:cubicBezTo>
                  <a:pt x="30935" y="87889"/>
                  <a:pt x="30249" y="86410"/>
                  <a:pt x="29141" y="86349"/>
                </a:cubicBezTo>
                <a:cubicBezTo>
                  <a:pt x="26626" y="86211"/>
                  <a:pt x="24097" y="87755"/>
                  <a:pt x="21619" y="87410"/>
                </a:cubicBezTo>
                <a:cubicBezTo>
                  <a:pt x="20780" y="87297"/>
                  <a:pt x="17975" y="85882"/>
                  <a:pt x="17300" y="86737"/>
                </a:cubicBezTo>
                <a:cubicBezTo>
                  <a:pt x="17122" y="86961"/>
                  <a:pt x="17429" y="87341"/>
                  <a:pt x="17404" y="87623"/>
                </a:cubicBezTo>
                <a:cubicBezTo>
                  <a:pt x="17283" y="88934"/>
                  <a:pt x="17047" y="90555"/>
                  <a:pt x="16427" y="91729"/>
                </a:cubicBezTo>
                <a:cubicBezTo>
                  <a:pt x="15567" y="93360"/>
                  <a:pt x="14449" y="94673"/>
                  <a:pt x="12926" y="95697"/>
                </a:cubicBezTo>
                <a:cubicBezTo>
                  <a:pt x="11905" y="96386"/>
                  <a:pt x="9963" y="96550"/>
                  <a:pt x="9590" y="97880"/>
                </a:cubicBezTo>
                <a:cubicBezTo>
                  <a:pt x="9490" y="98242"/>
                  <a:pt x="9760" y="98544"/>
                  <a:pt x="9772" y="98912"/>
                </a:cubicBezTo>
                <a:cubicBezTo>
                  <a:pt x="9824" y="100333"/>
                  <a:pt x="10053" y="102145"/>
                  <a:pt x="9859" y="103575"/>
                </a:cubicBezTo>
                <a:cubicBezTo>
                  <a:pt x="9389" y="106889"/>
                  <a:pt x="6757" y="109735"/>
                  <a:pt x="6157" y="112735"/>
                </a:cubicBezTo>
                <a:cubicBezTo>
                  <a:pt x="5886" y="114106"/>
                  <a:pt x="7917" y="116591"/>
                  <a:pt x="8031" y="117935"/>
                </a:cubicBezTo>
                <a:cubicBezTo>
                  <a:pt x="8074" y="118409"/>
                  <a:pt x="7668" y="118809"/>
                  <a:pt x="7632" y="119280"/>
                </a:cubicBezTo>
                <a:cubicBezTo>
                  <a:pt x="7521" y="120702"/>
                  <a:pt x="7304" y="122402"/>
                  <a:pt x="7262" y="123812"/>
                </a:cubicBezTo>
                <a:cubicBezTo>
                  <a:pt x="7228" y="124876"/>
                  <a:pt x="7745" y="126236"/>
                  <a:pt x="7451" y="127288"/>
                </a:cubicBezTo>
                <a:cubicBezTo>
                  <a:pt x="6607" y="130298"/>
                  <a:pt x="-406" y="137823"/>
                  <a:pt x="92" y="140123"/>
                </a:cubicBezTo>
                <a:cubicBezTo>
                  <a:pt x="795" y="143371"/>
                  <a:pt x="7449" y="148974"/>
                  <a:pt x="9876" y="151583"/>
                </a:cubicBezTo>
                <a:cubicBezTo>
                  <a:pt x="11179" y="152984"/>
                  <a:pt x="12372" y="154538"/>
                  <a:pt x="13721" y="155902"/>
                </a:cubicBezTo>
                <a:cubicBezTo>
                  <a:pt x="14452" y="156644"/>
                  <a:pt x="14399" y="156463"/>
                  <a:pt x="14328" y="156325"/>
                </a:cubicBezTo>
                <a:cubicBezTo>
                  <a:pt x="14213" y="156325"/>
                  <a:pt x="14353" y="156411"/>
                  <a:pt x="14414" y="156471"/>
                </a:cubicBezTo>
                <a:cubicBezTo>
                  <a:pt x="14549" y="156557"/>
                  <a:pt x="14768" y="156592"/>
                  <a:pt x="15244" y="156962"/>
                </a:cubicBezTo>
                <a:cubicBezTo>
                  <a:pt x="17713" y="158891"/>
                  <a:pt x="18781" y="162148"/>
                  <a:pt x="20533" y="164643"/>
                </a:cubicBezTo>
                <a:cubicBezTo>
                  <a:pt x="21172" y="165553"/>
                  <a:pt x="22590" y="166045"/>
                  <a:pt x="23275" y="166924"/>
                </a:cubicBezTo>
                <a:cubicBezTo>
                  <a:pt x="23498" y="167208"/>
                  <a:pt x="23528" y="167510"/>
                  <a:pt x="23748" y="167797"/>
                </a:cubicBezTo>
                <a:cubicBezTo>
                  <a:pt x="24520" y="168787"/>
                  <a:pt x="26059" y="171668"/>
                  <a:pt x="27078" y="172208"/>
                </a:cubicBezTo>
                <a:cubicBezTo>
                  <a:pt x="28406" y="172915"/>
                  <a:pt x="29735" y="172828"/>
                  <a:pt x="31051" y="173634"/>
                </a:cubicBezTo>
                <a:cubicBezTo>
                  <a:pt x="32064" y="174255"/>
                  <a:pt x="32691" y="175513"/>
                  <a:pt x="34072" y="175387"/>
                </a:cubicBezTo>
                <a:cubicBezTo>
                  <a:pt x="35353" y="175275"/>
                  <a:pt x="39396" y="172325"/>
                  <a:pt x="40915" y="171682"/>
                </a:cubicBezTo>
                <a:cubicBezTo>
                  <a:pt x="42216" y="171130"/>
                  <a:pt x="48224" y="171510"/>
                  <a:pt x="49741" y="171984"/>
                </a:cubicBezTo>
                <a:cubicBezTo>
                  <a:pt x="50016" y="172070"/>
                  <a:pt x="50163" y="172440"/>
                  <a:pt x="50427" y="172562"/>
                </a:cubicBezTo>
                <a:cubicBezTo>
                  <a:pt x="50802" y="172734"/>
                  <a:pt x="51289" y="172562"/>
                  <a:pt x="51550" y="172898"/>
                </a:cubicBezTo>
                <a:cubicBezTo>
                  <a:pt x="51769" y="173156"/>
                  <a:pt x="51350" y="173596"/>
                  <a:pt x="51361" y="173941"/>
                </a:cubicBezTo>
                <a:cubicBezTo>
                  <a:pt x="51372" y="174286"/>
                  <a:pt x="51569" y="174545"/>
                  <a:pt x="51688" y="174893"/>
                </a:cubicBezTo>
                <a:cubicBezTo>
                  <a:pt x="52424" y="177035"/>
                  <a:pt x="53395" y="178040"/>
                  <a:pt x="55788" y="177944"/>
                </a:cubicBezTo>
                <a:cubicBezTo>
                  <a:pt x="56810" y="177944"/>
                  <a:pt x="56826" y="178160"/>
                  <a:pt x="57784" y="177806"/>
                </a:cubicBezTo>
                <a:cubicBezTo>
                  <a:pt x="59214" y="177281"/>
                  <a:pt x="61628" y="176035"/>
                  <a:pt x="62577" y="174834"/>
                </a:cubicBezTo>
                <a:cubicBezTo>
                  <a:pt x="63441" y="173740"/>
                  <a:pt x="62996" y="172660"/>
                  <a:pt x="63578" y="171467"/>
                </a:cubicBezTo>
                <a:cubicBezTo>
                  <a:pt x="64160" y="170274"/>
                  <a:pt x="66036" y="169018"/>
                  <a:pt x="67339" y="168678"/>
                </a:cubicBezTo>
                <a:cubicBezTo>
                  <a:pt x="71138" y="167685"/>
                  <a:pt x="74194" y="173155"/>
                  <a:pt x="76073" y="172985"/>
                </a:cubicBezTo>
                <a:cubicBezTo>
                  <a:pt x="77255" y="172873"/>
                  <a:pt x="80693" y="170376"/>
                  <a:pt x="83019" y="170165"/>
                </a:cubicBezTo>
                <a:cubicBezTo>
                  <a:pt x="84982" y="169993"/>
                  <a:pt x="86063" y="170872"/>
                  <a:pt x="87866" y="171118"/>
                </a:cubicBezTo>
                <a:cubicBezTo>
                  <a:pt x="88314" y="171204"/>
                  <a:pt x="88753" y="171118"/>
                  <a:pt x="89201" y="171118"/>
                </a:cubicBezTo>
                <a:cubicBezTo>
                  <a:pt x="90586" y="171307"/>
                  <a:pt x="92585" y="172052"/>
                  <a:pt x="93914" y="172519"/>
                </a:cubicBezTo>
                <a:cubicBezTo>
                  <a:pt x="95243" y="172986"/>
                  <a:pt x="96012" y="173613"/>
                  <a:pt x="97438" y="173811"/>
                </a:cubicBezTo>
                <a:cubicBezTo>
                  <a:pt x="99014" y="174036"/>
                  <a:pt x="104240" y="174665"/>
                  <a:pt x="105560" y="175250"/>
                </a:cubicBezTo>
                <a:cubicBezTo>
                  <a:pt x="105825" y="175362"/>
                  <a:pt x="105973" y="175733"/>
                  <a:pt x="106247" y="175819"/>
                </a:cubicBezTo>
                <a:cubicBezTo>
                  <a:pt x="106554" y="175922"/>
                  <a:pt x="109115" y="176483"/>
                  <a:pt x="109457" y="176526"/>
                </a:cubicBezTo>
                <a:cubicBezTo>
                  <a:pt x="110849" y="176699"/>
                  <a:pt x="112462" y="176310"/>
                  <a:pt x="113830" y="176612"/>
                </a:cubicBezTo>
                <a:cubicBezTo>
                  <a:pt x="115530" y="176983"/>
                  <a:pt x="117198" y="177629"/>
                  <a:pt x="118914" y="178002"/>
                </a:cubicBezTo>
                <a:cubicBezTo>
                  <a:pt x="122316" y="178744"/>
                  <a:pt x="125765" y="179217"/>
                  <a:pt x="129135" y="180187"/>
                </a:cubicBezTo>
                <a:cubicBezTo>
                  <a:pt x="130258" y="180514"/>
                  <a:pt x="132197" y="181884"/>
                  <a:pt x="133120" y="181983"/>
                </a:cubicBezTo>
                <a:cubicBezTo>
                  <a:pt x="133442" y="181983"/>
                  <a:pt x="133687" y="181802"/>
                  <a:pt x="134006" y="181880"/>
                </a:cubicBezTo>
                <a:cubicBezTo>
                  <a:pt x="134483" y="181983"/>
                  <a:pt x="139175" y="187520"/>
                  <a:pt x="139246" y="188079"/>
                </a:cubicBezTo>
                <a:cubicBezTo>
                  <a:pt x="139410" y="189350"/>
                  <a:pt x="138537" y="190651"/>
                  <a:pt x="139736" y="191767"/>
                </a:cubicBezTo>
                <a:cubicBezTo>
                  <a:pt x="141966" y="199592"/>
                  <a:pt x="144309" y="197963"/>
                  <a:pt x="146936" y="196718"/>
                </a:cubicBezTo>
                <a:cubicBezTo>
                  <a:pt x="148146" y="196140"/>
                  <a:pt x="148478" y="197468"/>
                  <a:pt x="149369" y="196347"/>
                </a:cubicBezTo>
                <a:cubicBezTo>
                  <a:pt x="149623" y="196028"/>
                  <a:pt x="149524" y="195597"/>
                  <a:pt x="149702" y="195225"/>
                </a:cubicBezTo>
                <a:cubicBezTo>
                  <a:pt x="150484" y="193619"/>
                  <a:pt x="151880" y="192214"/>
                  <a:pt x="152662" y="190609"/>
                </a:cubicBezTo>
                <a:cubicBezTo>
                  <a:pt x="153329" y="189237"/>
                  <a:pt x="152792" y="189497"/>
                  <a:pt x="153766" y="188127"/>
                </a:cubicBezTo>
                <a:cubicBezTo>
                  <a:pt x="154414" y="187218"/>
                  <a:pt x="155500" y="186775"/>
                  <a:pt x="156060" y="185756"/>
                </a:cubicBezTo>
                <a:cubicBezTo>
                  <a:pt x="156464" y="185015"/>
                  <a:pt x="156509" y="183914"/>
                  <a:pt x="157164" y="183275"/>
                </a:cubicBezTo>
                <a:cubicBezTo>
                  <a:pt x="158432" y="182032"/>
                  <a:pt x="160399" y="180858"/>
                  <a:pt x="160798" y="178859"/>
                </a:cubicBezTo>
                <a:cubicBezTo>
                  <a:pt x="161329" y="176198"/>
                  <a:pt x="153607" y="170787"/>
                  <a:pt x="155005" y="167122"/>
                </a:cubicBezTo>
                <a:cubicBezTo>
                  <a:pt x="155251" y="166483"/>
                  <a:pt x="156005" y="164330"/>
                  <a:pt x="156455" y="163888"/>
                </a:cubicBezTo>
                <a:cubicBezTo>
                  <a:pt x="156956" y="163397"/>
                  <a:pt x="158594" y="163414"/>
                  <a:pt x="159167" y="162985"/>
                </a:cubicBezTo>
                <a:cubicBezTo>
                  <a:pt x="159740" y="162555"/>
                  <a:pt x="161294" y="160040"/>
                  <a:pt x="161491" y="159278"/>
                </a:cubicBezTo>
                <a:cubicBezTo>
                  <a:pt x="161588" y="158907"/>
                  <a:pt x="161258" y="155872"/>
                  <a:pt x="161145" y="155511"/>
                </a:cubicBezTo>
                <a:cubicBezTo>
                  <a:pt x="160437" y="153259"/>
                  <a:pt x="158526" y="151311"/>
                  <a:pt x="157675" y="149105"/>
                </a:cubicBezTo>
                <a:cubicBezTo>
                  <a:pt x="156632" y="146396"/>
                  <a:pt x="157900" y="148821"/>
                  <a:pt x="156940" y="147054"/>
                </a:cubicBezTo>
                <a:cubicBezTo>
                  <a:pt x="156462" y="146173"/>
                  <a:pt x="155742" y="145243"/>
                  <a:pt x="155442" y="144288"/>
                </a:cubicBezTo>
                <a:cubicBezTo>
                  <a:pt x="154838" y="142365"/>
                  <a:pt x="155826" y="140202"/>
                  <a:pt x="155765" y="138277"/>
                </a:cubicBezTo>
                <a:cubicBezTo>
                  <a:pt x="155650" y="134875"/>
                  <a:pt x="155555" y="130177"/>
                  <a:pt x="157028" y="127049"/>
                </a:cubicBezTo>
                <a:cubicBezTo>
                  <a:pt x="158563" y="123786"/>
                  <a:pt x="160185" y="121796"/>
                  <a:pt x="162852" y="119376"/>
                </a:cubicBezTo>
                <a:cubicBezTo>
                  <a:pt x="164442" y="117932"/>
                  <a:pt x="166895" y="117438"/>
                  <a:pt x="168518" y="115931"/>
                </a:cubicBezTo>
                <a:cubicBezTo>
                  <a:pt x="170290" y="114283"/>
                  <a:pt x="171638" y="112258"/>
                  <a:pt x="173304" y="110514"/>
                </a:cubicBezTo>
                <a:cubicBezTo>
                  <a:pt x="174117" y="109661"/>
                  <a:pt x="175238" y="109122"/>
                  <a:pt x="176047" y="108275"/>
                </a:cubicBezTo>
                <a:cubicBezTo>
                  <a:pt x="177514" y="106740"/>
                  <a:pt x="178741" y="103945"/>
                  <a:pt x="180384" y="102725"/>
                </a:cubicBezTo>
                <a:cubicBezTo>
                  <a:pt x="181457" y="101932"/>
                  <a:pt x="182924" y="101511"/>
                  <a:pt x="184024" y="100755"/>
                </a:cubicBezTo>
                <a:cubicBezTo>
                  <a:pt x="185582" y="99680"/>
                  <a:pt x="186976" y="98332"/>
                  <a:pt x="188501" y="97200"/>
                </a:cubicBezTo>
                <a:cubicBezTo>
                  <a:pt x="192395" y="94310"/>
                  <a:pt x="202300" y="91808"/>
                  <a:pt x="203188" y="86422"/>
                </a:cubicBezTo>
                <a:cubicBezTo>
                  <a:pt x="203439" y="84905"/>
                  <a:pt x="202730" y="80332"/>
                  <a:pt x="201399" y="79293"/>
                </a:cubicBezTo>
                <a:cubicBezTo>
                  <a:pt x="200068" y="78255"/>
                  <a:pt x="198591" y="77754"/>
                  <a:pt x="197456" y="76533"/>
                </a:cubicBezTo>
                <a:cubicBezTo>
                  <a:pt x="194832" y="73713"/>
                  <a:pt x="192373" y="69865"/>
                  <a:pt x="191118" y="66221"/>
                </a:cubicBezTo>
                <a:cubicBezTo>
                  <a:pt x="190175" y="63482"/>
                  <a:pt x="190882" y="60192"/>
                  <a:pt x="190826" y="57339"/>
                </a:cubicBezTo>
                <a:cubicBezTo>
                  <a:pt x="190800" y="56042"/>
                  <a:pt x="190454" y="54788"/>
                  <a:pt x="190626" y="53494"/>
                </a:cubicBezTo>
                <a:cubicBezTo>
                  <a:pt x="190752" y="52554"/>
                  <a:pt x="191234" y="51681"/>
                  <a:pt x="191203" y="50735"/>
                </a:cubicBezTo>
                <a:cubicBezTo>
                  <a:pt x="191196" y="50467"/>
                  <a:pt x="190897" y="50260"/>
                  <a:pt x="190810" y="50010"/>
                </a:cubicBezTo>
                <a:cubicBezTo>
                  <a:pt x="190201" y="48242"/>
                  <a:pt x="190276" y="46191"/>
                  <a:pt x="189664" y="44417"/>
                </a:cubicBezTo>
                <a:cubicBezTo>
                  <a:pt x="189383" y="43606"/>
                  <a:pt x="188609" y="42921"/>
                  <a:pt x="188402" y="42087"/>
                </a:cubicBezTo>
                <a:cubicBezTo>
                  <a:pt x="188342" y="41854"/>
                  <a:pt x="188244" y="40249"/>
                  <a:pt x="188105" y="39800"/>
                </a:cubicBezTo>
                <a:cubicBezTo>
                  <a:pt x="187788" y="38795"/>
                  <a:pt x="185814" y="33051"/>
                  <a:pt x="184903" y="32497"/>
                </a:cubicBezTo>
                <a:cubicBezTo>
                  <a:pt x="182132" y="30807"/>
                  <a:pt x="178927" y="35951"/>
                  <a:pt x="176356" y="36184"/>
                </a:cubicBezTo>
                <a:cubicBezTo>
                  <a:pt x="175947" y="36184"/>
                  <a:pt x="175498" y="35908"/>
                  <a:pt x="175088" y="35934"/>
                </a:cubicBezTo>
                <a:cubicBezTo>
                  <a:pt x="173888" y="36020"/>
                  <a:pt x="172529" y="36799"/>
                  <a:pt x="171345" y="37020"/>
                </a:cubicBezTo>
                <a:cubicBezTo>
                  <a:pt x="169887" y="37296"/>
                  <a:pt x="169090" y="36580"/>
                  <a:pt x="167699" y="36545"/>
                </a:cubicBezTo>
                <a:cubicBezTo>
                  <a:pt x="166389" y="36545"/>
                  <a:pt x="162960" y="37175"/>
                  <a:pt x="162113" y="35617"/>
                </a:cubicBezTo>
                <a:cubicBezTo>
                  <a:pt x="161601" y="34672"/>
                  <a:pt x="161914" y="32350"/>
                  <a:pt x="161820" y="31256"/>
                </a:cubicBezTo>
                <a:cubicBezTo>
                  <a:pt x="161703" y="29888"/>
                  <a:pt x="162408" y="28903"/>
                  <a:pt x="162071" y="27543"/>
                </a:cubicBezTo>
                <a:cubicBezTo>
                  <a:pt x="161813" y="26510"/>
                  <a:pt x="160467" y="24668"/>
                  <a:pt x="160682" y="23588"/>
                </a:cubicBezTo>
                <a:cubicBezTo>
                  <a:pt x="160790" y="23053"/>
                  <a:pt x="161120" y="22700"/>
                  <a:pt x="161227" y="22163"/>
                </a:cubicBezTo>
                <a:cubicBezTo>
                  <a:pt x="161508" y="20745"/>
                  <a:pt x="161911" y="14872"/>
                  <a:pt x="161544" y="13706"/>
                </a:cubicBezTo>
                <a:cubicBezTo>
                  <a:pt x="160572" y="10616"/>
                  <a:pt x="159052" y="9843"/>
                  <a:pt x="157267" y="7549"/>
                </a:cubicBezTo>
                <a:cubicBezTo>
                  <a:pt x="156436" y="6481"/>
                  <a:pt x="156256" y="4958"/>
                  <a:pt x="154447" y="5121"/>
                </a:cubicBezTo>
                <a:cubicBezTo>
                  <a:pt x="153923" y="5208"/>
                  <a:pt x="153490" y="5415"/>
                  <a:pt x="152979" y="5544"/>
                </a:cubicBezTo>
                <a:cubicBezTo>
                  <a:pt x="152132" y="5751"/>
                  <a:pt x="151287" y="5811"/>
                  <a:pt x="150480" y="6139"/>
                </a:cubicBezTo>
                <a:cubicBezTo>
                  <a:pt x="148424" y="6984"/>
                  <a:pt x="146318" y="8393"/>
                  <a:pt x="144365" y="9451"/>
                </a:cubicBezTo>
                <a:cubicBezTo>
                  <a:pt x="139599" y="12032"/>
                  <a:pt x="134985" y="14646"/>
                  <a:pt x="129927" y="16517"/>
                </a:cubicBezTo>
                <a:cubicBezTo>
                  <a:pt x="127709" y="17336"/>
                  <a:pt x="124883" y="19264"/>
                  <a:pt x="122374" y="18912"/>
                </a:cubicBezTo>
                <a:cubicBezTo>
                  <a:pt x="121906" y="18825"/>
                  <a:pt x="121417" y="18438"/>
                  <a:pt x="120949" y="18369"/>
                </a:cubicBezTo>
                <a:cubicBezTo>
                  <a:pt x="120143" y="18248"/>
                  <a:pt x="118798" y="18602"/>
                  <a:pt x="117977" y="18093"/>
                </a:cubicBezTo>
                <a:cubicBezTo>
                  <a:pt x="117192" y="17610"/>
                  <a:pt x="115822" y="13694"/>
                  <a:pt x="115509" y="12840"/>
                </a:cubicBezTo>
                <a:cubicBezTo>
                  <a:pt x="114447" y="9949"/>
                  <a:pt x="111880" y="5729"/>
                  <a:pt x="109722" y="3547"/>
                </a:cubicBezTo>
                <a:cubicBezTo>
                  <a:pt x="108971" y="2788"/>
                  <a:pt x="107918" y="2288"/>
                  <a:pt x="107138" y="1557"/>
                </a:cubicBezTo>
                <a:cubicBezTo>
                  <a:pt x="106469" y="928"/>
                  <a:pt x="106280" y="-169"/>
                  <a:pt x="105440" y="-536"/>
                </a:cubicBezTo>
                <a:cubicBezTo>
                  <a:pt x="104924" y="-770"/>
                  <a:pt x="103499" y="971"/>
                  <a:pt x="103201" y="1240"/>
                </a:cubicBezTo>
                <a:cubicBezTo>
                  <a:pt x="102077" y="2261"/>
                  <a:pt x="99609" y="3255"/>
                  <a:pt x="98779" y="4199"/>
                </a:cubicBezTo>
                <a:cubicBezTo>
                  <a:pt x="98508" y="4510"/>
                  <a:pt x="98538" y="5066"/>
                  <a:pt x="98300" y="5401"/>
                </a:cubicBezTo>
                <a:lnTo>
                  <a:pt x="95091" y="9210"/>
                </a:lnTo>
                <a:cubicBezTo>
                  <a:pt x="94663" y="9658"/>
                  <a:pt x="90286" y="11220"/>
                  <a:pt x="89746" y="11163"/>
                </a:cubicBezTo>
                <a:cubicBezTo>
                  <a:pt x="88837" y="11068"/>
                  <a:pt x="87984" y="9405"/>
                  <a:pt x="87320" y="9464"/>
                </a:cubicBezTo>
                <a:cubicBezTo>
                  <a:pt x="86998" y="9464"/>
                  <a:pt x="87034" y="9999"/>
                  <a:pt x="86751" y="10154"/>
                </a:cubicBezTo>
                <a:cubicBezTo>
                  <a:pt x="85609" y="10775"/>
                  <a:pt x="84186" y="10654"/>
                  <a:pt x="83166" y="11531"/>
                </a:cubicBezTo>
                <a:cubicBezTo>
                  <a:pt x="82479" y="12118"/>
                  <a:pt x="82101" y="12955"/>
                  <a:pt x="81455" y="13588"/>
                </a:cubicBezTo>
                <a:cubicBezTo>
                  <a:pt x="81421" y="13588"/>
                  <a:pt x="79674" y="14866"/>
                  <a:pt x="79508" y="15207"/>
                </a:cubicBezTo>
                <a:cubicBezTo>
                  <a:pt x="78895" y="16465"/>
                  <a:pt x="78989" y="18394"/>
                  <a:pt x="78318" y="19616"/>
                </a:cubicBezTo>
                <a:cubicBezTo>
                  <a:pt x="78054" y="20099"/>
                  <a:pt x="77598" y="20341"/>
                  <a:pt x="77244" y="20763"/>
                </a:cubicBezTo>
                <a:cubicBezTo>
                  <a:pt x="75979" y="22258"/>
                  <a:pt x="74780" y="24127"/>
                  <a:pt x="73398" y="25482"/>
                </a:cubicBezTo>
                <a:cubicBezTo>
                  <a:pt x="71791" y="27057"/>
                  <a:pt x="67874" y="29225"/>
                  <a:pt x="65694" y="30030"/>
                </a:cubicBezTo>
                <a:cubicBezTo>
                  <a:pt x="62123" y="31351"/>
                  <a:pt x="58026" y="33785"/>
                  <a:pt x="54083" y="32929"/>
                </a:cubicBezTo>
                <a:cubicBezTo>
                  <a:pt x="53421" y="32783"/>
                  <a:pt x="52858" y="32446"/>
                  <a:pt x="52209" y="32248"/>
                </a:cubicBezTo>
                <a:cubicBezTo>
                  <a:pt x="49968" y="31576"/>
                  <a:pt x="47238" y="31123"/>
                  <a:pt x="45239" y="29810"/>
                </a:cubicBezTo>
                <a:cubicBezTo>
                  <a:pt x="40991" y="27016"/>
                  <a:pt x="43189" y="26449"/>
                  <a:pt x="37923" y="28122"/>
                </a:cubicBezTo>
                <a:cubicBezTo>
                  <a:pt x="37029" y="28407"/>
                  <a:pt x="36057" y="28390"/>
                  <a:pt x="35437" y="29092"/>
                </a:cubicBezTo>
                <a:close/>
                <a:moveTo>
                  <a:pt x="106227" y="105648"/>
                </a:moveTo>
                <a:cubicBezTo>
                  <a:pt x="106779" y="105269"/>
                  <a:pt x="107322" y="105019"/>
                  <a:pt x="107829" y="104782"/>
                </a:cubicBezTo>
                <a:cubicBezTo>
                  <a:pt x="108503" y="104463"/>
                  <a:pt x="108974" y="104360"/>
                  <a:pt x="109375" y="104506"/>
                </a:cubicBezTo>
                <a:cubicBezTo>
                  <a:pt x="109624" y="104592"/>
                  <a:pt x="109600" y="105023"/>
                  <a:pt x="109768" y="105230"/>
                </a:cubicBezTo>
                <a:cubicBezTo>
                  <a:pt x="109950" y="105455"/>
                  <a:pt x="110236" y="105403"/>
                  <a:pt x="110374" y="105662"/>
                </a:cubicBezTo>
                <a:cubicBezTo>
                  <a:pt x="110688" y="106239"/>
                  <a:pt x="110525" y="107100"/>
                  <a:pt x="110737" y="107723"/>
                </a:cubicBezTo>
                <a:cubicBezTo>
                  <a:pt x="111255" y="109236"/>
                  <a:pt x="112822" y="110364"/>
                  <a:pt x="112878" y="112025"/>
                </a:cubicBezTo>
                <a:cubicBezTo>
                  <a:pt x="113046" y="116998"/>
                  <a:pt x="112873" y="110331"/>
                  <a:pt x="112053" y="113978"/>
                </a:cubicBezTo>
                <a:cubicBezTo>
                  <a:pt x="111935" y="114495"/>
                  <a:pt x="112680" y="114923"/>
                  <a:pt x="112841" y="115434"/>
                </a:cubicBezTo>
                <a:cubicBezTo>
                  <a:pt x="112987" y="115891"/>
                  <a:pt x="113388" y="119657"/>
                  <a:pt x="113368" y="120232"/>
                </a:cubicBezTo>
                <a:cubicBezTo>
                  <a:pt x="113291" y="122408"/>
                  <a:pt x="111737" y="125018"/>
                  <a:pt x="112409" y="127154"/>
                </a:cubicBezTo>
                <a:cubicBezTo>
                  <a:pt x="112701" y="128077"/>
                  <a:pt x="113074" y="129083"/>
                  <a:pt x="113392" y="130010"/>
                </a:cubicBezTo>
                <a:cubicBezTo>
                  <a:pt x="113508" y="130347"/>
                  <a:pt x="114611" y="131746"/>
                  <a:pt x="114496" y="132049"/>
                </a:cubicBezTo>
                <a:cubicBezTo>
                  <a:pt x="114383" y="132342"/>
                  <a:pt x="113843" y="132298"/>
                  <a:pt x="113622" y="132523"/>
                </a:cubicBezTo>
                <a:cubicBezTo>
                  <a:pt x="113109" y="133023"/>
                  <a:pt x="112753" y="133714"/>
                  <a:pt x="112573" y="134409"/>
                </a:cubicBezTo>
                <a:cubicBezTo>
                  <a:pt x="112495" y="134685"/>
                  <a:pt x="112724" y="135013"/>
                  <a:pt x="112676" y="135296"/>
                </a:cubicBezTo>
                <a:cubicBezTo>
                  <a:pt x="112566" y="135959"/>
                  <a:pt x="111893" y="136808"/>
                  <a:pt x="111785" y="137473"/>
                </a:cubicBezTo>
                <a:cubicBezTo>
                  <a:pt x="111488" y="139272"/>
                  <a:pt x="113074" y="141243"/>
                  <a:pt x="113883" y="142737"/>
                </a:cubicBezTo>
                <a:cubicBezTo>
                  <a:pt x="115194" y="145159"/>
                  <a:pt x="116360" y="147723"/>
                  <a:pt x="118117" y="149861"/>
                </a:cubicBezTo>
                <a:cubicBezTo>
                  <a:pt x="119230" y="151214"/>
                  <a:pt x="120748" y="152296"/>
                  <a:pt x="121871" y="153664"/>
                </a:cubicBezTo>
                <a:cubicBezTo>
                  <a:pt x="122664" y="154627"/>
                  <a:pt x="123508" y="155721"/>
                  <a:pt x="124267" y="156697"/>
                </a:cubicBezTo>
                <a:cubicBezTo>
                  <a:pt x="125121" y="157795"/>
                  <a:pt x="125396" y="159442"/>
                  <a:pt x="126317" y="160482"/>
                </a:cubicBezTo>
                <a:cubicBezTo>
                  <a:pt x="126696" y="160913"/>
                  <a:pt x="127218" y="161060"/>
                  <a:pt x="127609" y="161477"/>
                </a:cubicBezTo>
                <a:cubicBezTo>
                  <a:pt x="129256" y="163248"/>
                  <a:pt x="129704" y="166296"/>
                  <a:pt x="131236" y="168174"/>
                </a:cubicBezTo>
                <a:lnTo>
                  <a:pt x="134111" y="174526"/>
                </a:lnTo>
                <a:cubicBezTo>
                  <a:pt x="134523" y="174439"/>
                  <a:pt x="134964" y="174612"/>
                  <a:pt x="135379" y="174776"/>
                </a:cubicBezTo>
                <a:cubicBezTo>
                  <a:pt x="136271" y="175207"/>
                  <a:pt x="137529" y="180949"/>
                  <a:pt x="138114" y="183650"/>
                </a:cubicBezTo>
                <a:lnTo>
                  <a:pt x="134111" y="174520"/>
                </a:lnTo>
                <a:cubicBezTo>
                  <a:pt x="132187" y="174762"/>
                  <a:pt x="130241" y="177188"/>
                  <a:pt x="128221" y="177899"/>
                </a:cubicBezTo>
                <a:cubicBezTo>
                  <a:pt x="127902" y="178012"/>
                  <a:pt x="127726" y="177451"/>
                  <a:pt x="127390" y="177408"/>
                </a:cubicBezTo>
                <a:cubicBezTo>
                  <a:pt x="126942" y="177322"/>
                  <a:pt x="126402" y="177779"/>
                  <a:pt x="125988" y="177597"/>
                </a:cubicBezTo>
                <a:cubicBezTo>
                  <a:pt x="125661" y="177451"/>
                  <a:pt x="125807" y="176934"/>
                  <a:pt x="125515" y="176724"/>
                </a:cubicBezTo>
                <a:cubicBezTo>
                  <a:pt x="124842" y="176250"/>
                  <a:pt x="123908" y="176379"/>
                  <a:pt x="123125" y="176138"/>
                </a:cubicBezTo>
                <a:cubicBezTo>
                  <a:pt x="121753" y="175715"/>
                  <a:pt x="120591" y="174787"/>
                  <a:pt x="119286" y="174263"/>
                </a:cubicBezTo>
                <a:cubicBezTo>
                  <a:pt x="117297" y="173470"/>
                  <a:pt x="118759" y="174755"/>
                  <a:pt x="116671" y="173599"/>
                </a:cubicBezTo>
                <a:cubicBezTo>
                  <a:pt x="115479" y="172944"/>
                  <a:pt x="115051" y="171812"/>
                  <a:pt x="113996" y="171094"/>
                </a:cubicBezTo>
                <a:cubicBezTo>
                  <a:pt x="113606" y="170826"/>
                  <a:pt x="112958" y="170818"/>
                  <a:pt x="112570" y="170551"/>
                </a:cubicBezTo>
                <a:cubicBezTo>
                  <a:pt x="112125" y="170240"/>
                  <a:pt x="112350" y="169437"/>
                  <a:pt x="111569" y="169398"/>
                </a:cubicBezTo>
                <a:cubicBezTo>
                  <a:pt x="110414" y="168691"/>
                  <a:pt x="108863" y="168012"/>
                  <a:pt x="107863" y="167074"/>
                </a:cubicBezTo>
                <a:cubicBezTo>
                  <a:pt x="107401" y="166643"/>
                  <a:pt x="107542" y="165781"/>
                  <a:pt x="106704" y="165631"/>
                </a:cubicBezTo>
                <a:cubicBezTo>
                  <a:pt x="105125" y="164397"/>
                  <a:pt x="106238" y="165346"/>
                  <a:pt x="104740" y="164435"/>
                </a:cubicBezTo>
                <a:cubicBezTo>
                  <a:pt x="103730" y="163823"/>
                  <a:pt x="103669" y="161976"/>
                  <a:pt x="102792" y="161536"/>
                </a:cubicBezTo>
                <a:cubicBezTo>
                  <a:pt x="102150" y="161217"/>
                  <a:pt x="101434" y="163644"/>
                  <a:pt x="100717" y="161530"/>
                </a:cubicBezTo>
                <a:cubicBezTo>
                  <a:pt x="100034" y="161168"/>
                  <a:pt x="99695" y="160409"/>
                  <a:pt x="99110" y="159952"/>
                </a:cubicBezTo>
                <a:cubicBezTo>
                  <a:pt x="98345" y="159357"/>
                  <a:pt x="97102" y="158943"/>
                  <a:pt x="96247" y="158491"/>
                </a:cubicBezTo>
                <a:cubicBezTo>
                  <a:pt x="94387" y="157503"/>
                  <a:pt x="91905" y="157568"/>
                  <a:pt x="89975" y="156991"/>
                </a:cubicBezTo>
                <a:cubicBezTo>
                  <a:pt x="89455" y="156836"/>
                  <a:pt x="89126" y="156414"/>
                  <a:pt x="88616" y="156224"/>
                </a:cubicBezTo>
                <a:cubicBezTo>
                  <a:pt x="87846" y="155930"/>
                  <a:pt x="86822" y="156068"/>
                  <a:pt x="86080" y="155706"/>
                </a:cubicBezTo>
                <a:cubicBezTo>
                  <a:pt x="85123" y="155249"/>
                  <a:pt x="82965" y="153224"/>
                  <a:pt x="82138" y="152947"/>
                </a:cubicBezTo>
                <a:cubicBezTo>
                  <a:pt x="80849" y="152515"/>
                  <a:pt x="79100" y="153197"/>
                  <a:pt x="77831" y="152636"/>
                </a:cubicBezTo>
                <a:cubicBezTo>
                  <a:pt x="77492" y="152481"/>
                  <a:pt x="77281" y="152007"/>
                  <a:pt x="76987" y="151773"/>
                </a:cubicBezTo>
                <a:cubicBezTo>
                  <a:pt x="76659" y="151524"/>
                  <a:pt x="76129" y="151576"/>
                  <a:pt x="75932" y="151213"/>
                </a:cubicBezTo>
                <a:cubicBezTo>
                  <a:pt x="74857" y="149227"/>
                  <a:pt x="80149" y="145622"/>
                  <a:pt x="81198" y="144595"/>
                </a:cubicBezTo>
                <a:cubicBezTo>
                  <a:pt x="81929" y="143879"/>
                  <a:pt x="82281" y="142836"/>
                  <a:pt x="83042" y="142090"/>
                </a:cubicBezTo>
                <a:cubicBezTo>
                  <a:pt x="84399" y="140759"/>
                  <a:pt x="85867" y="139064"/>
                  <a:pt x="86967" y="137516"/>
                </a:cubicBezTo>
                <a:cubicBezTo>
                  <a:pt x="87638" y="136573"/>
                  <a:pt x="87559" y="136175"/>
                  <a:pt x="88229" y="135327"/>
                </a:cubicBezTo>
                <a:cubicBezTo>
                  <a:pt x="88533" y="134947"/>
                  <a:pt x="89583" y="134123"/>
                  <a:pt x="89885" y="133865"/>
                </a:cubicBezTo>
                <a:cubicBezTo>
                  <a:pt x="90498" y="133089"/>
                  <a:pt x="90709" y="132031"/>
                  <a:pt x="91281" y="131226"/>
                </a:cubicBezTo>
                <a:cubicBezTo>
                  <a:pt x="91656" y="130700"/>
                  <a:pt x="92450" y="130398"/>
                  <a:pt x="92791" y="129843"/>
                </a:cubicBezTo>
                <a:cubicBezTo>
                  <a:pt x="93296" y="129033"/>
                  <a:pt x="93338" y="128047"/>
                  <a:pt x="93817" y="127216"/>
                </a:cubicBezTo>
                <a:cubicBezTo>
                  <a:pt x="94452" y="126118"/>
                  <a:pt x="95444" y="125887"/>
                  <a:pt x="95953" y="124554"/>
                </a:cubicBezTo>
                <a:cubicBezTo>
                  <a:pt x="96564" y="122951"/>
                  <a:pt x="96273" y="120962"/>
                  <a:pt x="96893" y="119337"/>
                </a:cubicBezTo>
                <a:cubicBezTo>
                  <a:pt x="97247" y="118414"/>
                  <a:pt x="97962" y="117746"/>
                  <a:pt x="98367" y="116845"/>
                </a:cubicBezTo>
                <a:cubicBezTo>
                  <a:pt x="99582" y="114139"/>
                  <a:pt x="100940" y="111652"/>
                  <a:pt x="102487" y="109153"/>
                </a:cubicBezTo>
                <a:cubicBezTo>
                  <a:pt x="102909" y="108463"/>
                  <a:pt x="104570" y="106780"/>
                  <a:pt x="106224" y="105623"/>
                </a:cubicBezTo>
                <a:close/>
                <a:moveTo>
                  <a:pt x="122606" y="103557"/>
                </a:moveTo>
                <a:cubicBezTo>
                  <a:pt x="122783" y="103402"/>
                  <a:pt x="123069" y="103290"/>
                  <a:pt x="123335" y="103161"/>
                </a:cubicBezTo>
                <a:cubicBezTo>
                  <a:pt x="123861" y="102911"/>
                  <a:pt x="124507" y="102712"/>
                  <a:pt x="124803" y="102739"/>
                </a:cubicBezTo>
                <a:cubicBezTo>
                  <a:pt x="125679" y="102851"/>
                  <a:pt x="126476" y="103506"/>
                  <a:pt x="127351" y="103618"/>
                </a:cubicBezTo>
                <a:cubicBezTo>
                  <a:pt x="128710" y="103790"/>
                  <a:pt x="130356" y="103747"/>
                  <a:pt x="131724" y="103704"/>
                </a:cubicBezTo>
                <a:cubicBezTo>
                  <a:pt x="133826" y="103618"/>
                  <a:pt x="140771" y="102489"/>
                  <a:pt x="142304" y="100987"/>
                </a:cubicBezTo>
                <a:cubicBezTo>
                  <a:pt x="144329" y="99002"/>
                  <a:pt x="145351" y="95877"/>
                  <a:pt x="148807" y="95959"/>
                </a:cubicBezTo>
                <a:cubicBezTo>
                  <a:pt x="150737" y="96045"/>
                  <a:pt x="150112" y="97140"/>
                  <a:pt x="150931" y="97445"/>
                </a:cubicBezTo>
                <a:cubicBezTo>
                  <a:pt x="153533" y="98417"/>
                  <a:pt x="150082" y="95879"/>
                  <a:pt x="152926" y="97307"/>
                </a:cubicBezTo>
                <a:cubicBezTo>
                  <a:pt x="153376" y="97540"/>
                  <a:pt x="153901" y="99253"/>
                  <a:pt x="154188" y="99637"/>
                </a:cubicBezTo>
                <a:cubicBezTo>
                  <a:pt x="154905" y="100599"/>
                  <a:pt x="160240" y="105409"/>
                  <a:pt x="161291" y="106147"/>
                </a:cubicBezTo>
                <a:cubicBezTo>
                  <a:pt x="163100" y="107416"/>
                  <a:pt x="167377" y="103151"/>
                  <a:pt x="166525" y="105379"/>
                </a:cubicBezTo>
                <a:cubicBezTo>
                  <a:pt x="166025" y="106692"/>
                  <a:pt x="159890" y="109076"/>
                  <a:pt x="158530" y="110085"/>
                </a:cubicBezTo>
                <a:cubicBezTo>
                  <a:pt x="157849" y="110585"/>
                  <a:pt x="156974" y="111489"/>
                  <a:pt x="156449" y="112153"/>
                </a:cubicBezTo>
                <a:cubicBezTo>
                  <a:pt x="155170" y="113773"/>
                  <a:pt x="154562" y="115831"/>
                  <a:pt x="153288" y="117443"/>
                </a:cubicBezTo>
                <a:cubicBezTo>
                  <a:pt x="151658" y="119505"/>
                  <a:pt x="149370" y="121352"/>
                  <a:pt x="147628" y="123333"/>
                </a:cubicBezTo>
                <a:cubicBezTo>
                  <a:pt x="146830" y="124239"/>
                  <a:pt x="145887" y="124569"/>
                  <a:pt x="145335" y="125704"/>
                </a:cubicBezTo>
                <a:cubicBezTo>
                  <a:pt x="144783" y="126838"/>
                  <a:pt x="143532" y="128681"/>
                  <a:pt x="143696" y="129981"/>
                </a:cubicBezTo>
                <a:cubicBezTo>
                  <a:pt x="143774" y="130524"/>
                  <a:pt x="144681" y="130843"/>
                  <a:pt x="144340" y="131515"/>
                </a:cubicBezTo>
                <a:cubicBezTo>
                  <a:pt x="144365" y="132343"/>
                  <a:pt x="144130" y="133217"/>
                  <a:pt x="144199" y="134039"/>
                </a:cubicBezTo>
                <a:cubicBezTo>
                  <a:pt x="144234" y="134470"/>
                  <a:pt x="144531" y="135456"/>
                  <a:pt x="144484" y="135956"/>
                </a:cubicBezTo>
                <a:cubicBezTo>
                  <a:pt x="144270" y="138296"/>
                  <a:pt x="142852" y="140292"/>
                  <a:pt x="142403" y="142543"/>
                </a:cubicBezTo>
                <a:cubicBezTo>
                  <a:pt x="142132" y="143895"/>
                  <a:pt x="142787" y="144970"/>
                  <a:pt x="142747" y="146310"/>
                </a:cubicBezTo>
                <a:cubicBezTo>
                  <a:pt x="142653" y="149397"/>
                  <a:pt x="143760" y="152398"/>
                  <a:pt x="145257" y="155119"/>
                </a:cubicBezTo>
                <a:cubicBezTo>
                  <a:pt x="144881" y="163163"/>
                  <a:pt x="140546" y="158862"/>
                  <a:pt x="138554" y="156300"/>
                </a:cubicBezTo>
                <a:cubicBezTo>
                  <a:pt x="138118" y="155740"/>
                  <a:pt x="137912" y="154575"/>
                  <a:pt x="137371" y="154117"/>
                </a:cubicBezTo>
                <a:cubicBezTo>
                  <a:pt x="136504" y="153384"/>
                  <a:pt x="135415" y="153910"/>
                  <a:pt x="134666" y="152947"/>
                </a:cubicBezTo>
                <a:cubicBezTo>
                  <a:pt x="133550" y="151511"/>
                  <a:pt x="132803" y="149513"/>
                  <a:pt x="132276" y="147839"/>
                </a:cubicBezTo>
                <a:cubicBezTo>
                  <a:pt x="132038" y="147088"/>
                  <a:pt x="131330" y="146406"/>
                  <a:pt x="131093" y="145655"/>
                </a:cubicBezTo>
                <a:cubicBezTo>
                  <a:pt x="130700" y="144403"/>
                  <a:pt x="131016" y="143533"/>
                  <a:pt x="130984" y="142324"/>
                </a:cubicBezTo>
                <a:cubicBezTo>
                  <a:pt x="130949" y="141332"/>
                  <a:pt x="129773" y="138879"/>
                  <a:pt x="129571" y="137630"/>
                </a:cubicBezTo>
                <a:cubicBezTo>
                  <a:pt x="129314" y="136052"/>
                  <a:pt x="129631" y="134650"/>
                  <a:pt x="129571" y="133110"/>
                </a:cubicBezTo>
                <a:cubicBezTo>
                  <a:pt x="129528" y="131979"/>
                  <a:pt x="129137" y="131083"/>
                  <a:pt x="129172" y="129938"/>
                </a:cubicBezTo>
                <a:cubicBezTo>
                  <a:pt x="129224" y="128436"/>
                  <a:pt x="128336" y="126996"/>
                  <a:pt x="128286" y="125521"/>
                </a:cubicBezTo>
                <a:cubicBezTo>
                  <a:pt x="128236" y="124047"/>
                  <a:pt x="129727" y="122887"/>
                  <a:pt x="129264" y="121414"/>
                </a:cubicBezTo>
                <a:cubicBezTo>
                  <a:pt x="128865" y="120147"/>
                  <a:pt x="127844" y="118794"/>
                  <a:pt x="127213" y="117629"/>
                </a:cubicBezTo>
                <a:cubicBezTo>
                  <a:pt x="126733" y="116741"/>
                  <a:pt x="126587" y="116077"/>
                  <a:pt x="126243" y="115143"/>
                </a:cubicBezTo>
                <a:cubicBezTo>
                  <a:pt x="125421" y="112903"/>
                  <a:pt x="123595" y="110975"/>
                  <a:pt x="122774" y="108736"/>
                </a:cubicBezTo>
                <a:cubicBezTo>
                  <a:pt x="122398" y="107709"/>
                  <a:pt x="122663" y="106899"/>
                  <a:pt x="122532" y="105855"/>
                </a:cubicBezTo>
                <a:cubicBezTo>
                  <a:pt x="122454" y="105294"/>
                  <a:pt x="122213" y="104646"/>
                  <a:pt x="122325" y="104083"/>
                </a:cubicBezTo>
                <a:cubicBezTo>
                  <a:pt x="122359" y="103911"/>
                  <a:pt x="122426" y="103713"/>
                  <a:pt x="122602" y="103557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17" name="任意多边形: 形状 216">
            <a:extLst>
              <a:ext uri="{FF2B5EF4-FFF2-40B4-BE49-F238E27FC236}">
                <a16:creationId xmlns:a16="http://schemas.microsoft.com/office/drawing/2014/main" id="{59ABD77E-3713-69F0-0A33-671A47102F39}"/>
              </a:ext>
            </a:extLst>
          </p:cNvPr>
          <p:cNvSpPr/>
          <p:nvPr/>
        </p:nvSpPr>
        <p:spPr>
          <a:xfrm>
            <a:off x="6378914" y="4750569"/>
            <a:ext cx="201069" cy="245522"/>
          </a:xfrm>
          <a:custGeom>
            <a:avLst/>
            <a:gdLst>
              <a:gd name="connsiteX0" fmla="*/ 105277 w 201069"/>
              <a:gd name="connsiteY0" fmla="*/ -537 h 245522"/>
              <a:gd name="connsiteX1" fmla="*/ 98432 w 201069"/>
              <a:gd name="connsiteY1" fmla="*/ 1868 h 245522"/>
              <a:gd name="connsiteX2" fmla="*/ 96397 w 201069"/>
              <a:gd name="connsiteY2" fmla="*/ 1868 h 245522"/>
              <a:gd name="connsiteX3" fmla="*/ 86594 w 201069"/>
              <a:gd name="connsiteY3" fmla="*/ 3902 h 245522"/>
              <a:gd name="connsiteX4" fmla="*/ 85855 w 201069"/>
              <a:gd name="connsiteY4" fmla="*/ 4827 h 245522"/>
              <a:gd name="connsiteX5" fmla="*/ 79565 w 201069"/>
              <a:gd name="connsiteY5" fmla="*/ 8342 h 245522"/>
              <a:gd name="connsiteX6" fmla="*/ 64397 w 201069"/>
              <a:gd name="connsiteY6" fmla="*/ 10376 h 245522"/>
              <a:gd name="connsiteX7" fmla="*/ 58663 w 201069"/>
              <a:gd name="connsiteY7" fmla="*/ 11117 h 245522"/>
              <a:gd name="connsiteX8" fmla="*/ 57368 w 201069"/>
              <a:gd name="connsiteY8" fmla="*/ 12782 h 245522"/>
              <a:gd name="connsiteX9" fmla="*/ 49969 w 201069"/>
              <a:gd name="connsiteY9" fmla="*/ 16668 h 245522"/>
              <a:gd name="connsiteX10" fmla="*/ 46639 w 201069"/>
              <a:gd name="connsiteY10" fmla="*/ 19811 h 245522"/>
              <a:gd name="connsiteX11" fmla="*/ 42015 w 201069"/>
              <a:gd name="connsiteY11" fmla="*/ 20921 h 245522"/>
              <a:gd name="connsiteX12" fmla="*/ 38130 w 201069"/>
              <a:gd name="connsiteY12" fmla="*/ 26841 h 245522"/>
              <a:gd name="connsiteX13" fmla="*/ 35355 w 201069"/>
              <a:gd name="connsiteY13" fmla="*/ 30540 h 245522"/>
              <a:gd name="connsiteX14" fmla="*/ 34985 w 201069"/>
              <a:gd name="connsiteY14" fmla="*/ 34610 h 245522"/>
              <a:gd name="connsiteX15" fmla="*/ 34061 w 201069"/>
              <a:gd name="connsiteY15" fmla="*/ 38864 h 245522"/>
              <a:gd name="connsiteX16" fmla="*/ 31286 w 201069"/>
              <a:gd name="connsiteY16" fmla="*/ 43119 h 245522"/>
              <a:gd name="connsiteX17" fmla="*/ 29806 w 201069"/>
              <a:gd name="connsiteY17" fmla="*/ 45709 h 245522"/>
              <a:gd name="connsiteX18" fmla="*/ 18337 w 201069"/>
              <a:gd name="connsiteY18" fmla="*/ 51073 h 245522"/>
              <a:gd name="connsiteX19" fmla="*/ 15562 w 201069"/>
              <a:gd name="connsiteY19" fmla="*/ 55697 h 245522"/>
              <a:gd name="connsiteX20" fmla="*/ 14268 w 201069"/>
              <a:gd name="connsiteY20" fmla="*/ 56438 h 245522"/>
              <a:gd name="connsiteX21" fmla="*/ 12788 w 201069"/>
              <a:gd name="connsiteY21" fmla="*/ 58289 h 245522"/>
              <a:gd name="connsiteX22" fmla="*/ 579 w 201069"/>
              <a:gd name="connsiteY22" fmla="*/ 69018 h 245522"/>
              <a:gd name="connsiteX23" fmla="*/ 579 w 201069"/>
              <a:gd name="connsiteY23" fmla="*/ 75122 h 245522"/>
              <a:gd name="connsiteX24" fmla="*/ 949 w 201069"/>
              <a:gd name="connsiteY24" fmla="*/ 82151 h 245522"/>
              <a:gd name="connsiteX25" fmla="*/ 2799 w 201069"/>
              <a:gd name="connsiteY25" fmla="*/ 84556 h 245522"/>
              <a:gd name="connsiteX26" fmla="*/ 2986 w 201069"/>
              <a:gd name="connsiteY26" fmla="*/ 88256 h 245522"/>
              <a:gd name="connsiteX27" fmla="*/ 6130 w 201069"/>
              <a:gd name="connsiteY27" fmla="*/ 93250 h 245522"/>
              <a:gd name="connsiteX28" fmla="*/ 7610 w 201069"/>
              <a:gd name="connsiteY28" fmla="*/ 98429 h 245522"/>
              <a:gd name="connsiteX29" fmla="*/ 9275 w 201069"/>
              <a:gd name="connsiteY29" fmla="*/ 101944 h 245522"/>
              <a:gd name="connsiteX30" fmla="*/ 12050 w 201069"/>
              <a:gd name="connsiteY30" fmla="*/ 105644 h 245522"/>
              <a:gd name="connsiteX31" fmla="*/ 13529 w 201069"/>
              <a:gd name="connsiteY31" fmla="*/ 115078 h 245522"/>
              <a:gd name="connsiteX32" fmla="*/ 13529 w 201069"/>
              <a:gd name="connsiteY32" fmla="*/ 120442 h 245522"/>
              <a:gd name="connsiteX33" fmla="*/ 14454 w 201069"/>
              <a:gd name="connsiteY33" fmla="*/ 126177 h 245522"/>
              <a:gd name="connsiteX34" fmla="*/ 14454 w 201069"/>
              <a:gd name="connsiteY34" fmla="*/ 133020 h 245522"/>
              <a:gd name="connsiteX35" fmla="*/ 15934 w 201069"/>
              <a:gd name="connsiteY35" fmla="*/ 137645 h 245522"/>
              <a:gd name="connsiteX36" fmla="*/ 17414 w 201069"/>
              <a:gd name="connsiteY36" fmla="*/ 142270 h 245522"/>
              <a:gd name="connsiteX37" fmla="*/ 17414 w 201069"/>
              <a:gd name="connsiteY37" fmla="*/ 143934 h 245522"/>
              <a:gd name="connsiteX38" fmla="*/ 28513 w 201069"/>
              <a:gd name="connsiteY38" fmla="*/ 143193 h 245522"/>
              <a:gd name="connsiteX39" fmla="*/ 46825 w 201069"/>
              <a:gd name="connsiteY39" fmla="*/ 147447 h 245522"/>
              <a:gd name="connsiteX40" fmla="*/ 49600 w 201069"/>
              <a:gd name="connsiteY40" fmla="*/ 148927 h 245522"/>
              <a:gd name="connsiteX41" fmla="*/ 67358 w 201069"/>
              <a:gd name="connsiteY41" fmla="*/ 153367 h 245522"/>
              <a:gd name="connsiteX42" fmla="*/ 67728 w 201069"/>
              <a:gd name="connsiteY42" fmla="*/ 154292 h 245522"/>
              <a:gd name="connsiteX43" fmla="*/ 68839 w 201069"/>
              <a:gd name="connsiteY43" fmla="*/ 154662 h 245522"/>
              <a:gd name="connsiteX44" fmla="*/ 69209 w 201069"/>
              <a:gd name="connsiteY44" fmla="*/ 155587 h 245522"/>
              <a:gd name="connsiteX45" fmla="*/ 69948 w 201069"/>
              <a:gd name="connsiteY45" fmla="*/ 156329 h 245522"/>
              <a:gd name="connsiteX46" fmla="*/ 70134 w 201069"/>
              <a:gd name="connsiteY46" fmla="*/ 161509 h 245522"/>
              <a:gd name="connsiteX47" fmla="*/ 71243 w 201069"/>
              <a:gd name="connsiteY47" fmla="*/ 161509 h 245522"/>
              <a:gd name="connsiteX48" fmla="*/ 77163 w 201069"/>
              <a:gd name="connsiteY48" fmla="*/ 163357 h 245522"/>
              <a:gd name="connsiteX49" fmla="*/ 81048 w 201069"/>
              <a:gd name="connsiteY49" fmla="*/ 165763 h 245522"/>
              <a:gd name="connsiteX50" fmla="*/ 83452 w 201069"/>
              <a:gd name="connsiteY50" fmla="*/ 166315 h 245522"/>
              <a:gd name="connsiteX51" fmla="*/ 84932 w 201069"/>
              <a:gd name="connsiteY51" fmla="*/ 171124 h 245522"/>
              <a:gd name="connsiteX52" fmla="*/ 87337 w 201069"/>
              <a:gd name="connsiteY52" fmla="*/ 175009 h 245522"/>
              <a:gd name="connsiteX53" fmla="*/ 88261 w 201069"/>
              <a:gd name="connsiteY53" fmla="*/ 175560 h 245522"/>
              <a:gd name="connsiteX54" fmla="*/ 89742 w 201069"/>
              <a:gd name="connsiteY54" fmla="*/ 177410 h 245522"/>
              <a:gd name="connsiteX55" fmla="*/ 92516 w 201069"/>
              <a:gd name="connsiteY55" fmla="*/ 179999 h 245522"/>
              <a:gd name="connsiteX56" fmla="*/ 92516 w 201069"/>
              <a:gd name="connsiteY56" fmla="*/ 189249 h 245522"/>
              <a:gd name="connsiteX57" fmla="*/ 92516 w 201069"/>
              <a:gd name="connsiteY57" fmla="*/ 209966 h 245522"/>
              <a:gd name="connsiteX58" fmla="*/ 95661 w 201069"/>
              <a:gd name="connsiteY58" fmla="*/ 217735 h 245522"/>
              <a:gd name="connsiteX59" fmla="*/ 96400 w 201069"/>
              <a:gd name="connsiteY59" fmla="*/ 224949 h 245522"/>
              <a:gd name="connsiteX60" fmla="*/ 96954 w 201069"/>
              <a:gd name="connsiteY60" fmla="*/ 229389 h 245522"/>
              <a:gd name="connsiteX61" fmla="*/ 91774 w 201069"/>
              <a:gd name="connsiteY61" fmla="*/ 231238 h 245522"/>
              <a:gd name="connsiteX62" fmla="*/ 91774 w 201069"/>
              <a:gd name="connsiteY62" fmla="*/ 235124 h 245522"/>
              <a:gd name="connsiteX63" fmla="*/ 91035 w 201069"/>
              <a:gd name="connsiteY63" fmla="*/ 236048 h 245522"/>
              <a:gd name="connsiteX64" fmla="*/ 90666 w 201069"/>
              <a:gd name="connsiteY64" fmla="*/ 237713 h 245522"/>
              <a:gd name="connsiteX65" fmla="*/ 86966 w 201069"/>
              <a:gd name="connsiteY65" fmla="*/ 239193 h 245522"/>
              <a:gd name="connsiteX66" fmla="*/ 89001 w 201069"/>
              <a:gd name="connsiteY66" fmla="*/ 239193 h 245522"/>
              <a:gd name="connsiteX67" fmla="*/ 92146 w 201069"/>
              <a:gd name="connsiteY67" fmla="*/ 239935 h 245522"/>
              <a:gd name="connsiteX68" fmla="*/ 94551 w 201069"/>
              <a:gd name="connsiteY68" fmla="*/ 239193 h 245522"/>
              <a:gd name="connsiteX69" fmla="*/ 98435 w 201069"/>
              <a:gd name="connsiteY69" fmla="*/ 239193 h 245522"/>
              <a:gd name="connsiteX70" fmla="*/ 101580 w 201069"/>
              <a:gd name="connsiteY70" fmla="*/ 239935 h 245522"/>
              <a:gd name="connsiteX71" fmla="*/ 105649 w 201069"/>
              <a:gd name="connsiteY71" fmla="*/ 239935 h 245522"/>
              <a:gd name="connsiteX72" fmla="*/ 107499 w 201069"/>
              <a:gd name="connsiteY72" fmla="*/ 240487 h 245522"/>
              <a:gd name="connsiteX73" fmla="*/ 107868 w 201069"/>
              <a:gd name="connsiteY73" fmla="*/ 240668 h 245522"/>
              <a:gd name="connsiteX74" fmla="*/ 111013 w 201069"/>
              <a:gd name="connsiteY74" fmla="*/ 241409 h 245522"/>
              <a:gd name="connsiteX75" fmla="*/ 114713 w 201069"/>
              <a:gd name="connsiteY75" fmla="*/ 243075 h 245522"/>
              <a:gd name="connsiteX76" fmla="*/ 118227 w 201069"/>
              <a:gd name="connsiteY76" fmla="*/ 243816 h 245522"/>
              <a:gd name="connsiteX77" fmla="*/ 123406 w 201069"/>
              <a:gd name="connsiteY77" fmla="*/ 244925 h 245522"/>
              <a:gd name="connsiteX78" fmla="*/ 125811 w 201069"/>
              <a:gd name="connsiteY78" fmla="*/ 242891 h 245522"/>
              <a:gd name="connsiteX79" fmla="*/ 125256 w 201069"/>
              <a:gd name="connsiteY79" fmla="*/ 241041 h 245522"/>
              <a:gd name="connsiteX80" fmla="*/ 124886 w 201069"/>
              <a:gd name="connsiteY80" fmla="*/ 239191 h 245522"/>
              <a:gd name="connsiteX81" fmla="*/ 123776 w 201069"/>
              <a:gd name="connsiteY81" fmla="*/ 239191 h 245522"/>
              <a:gd name="connsiteX82" fmla="*/ 123406 w 201069"/>
              <a:gd name="connsiteY82" fmla="*/ 238267 h 245522"/>
              <a:gd name="connsiteX83" fmla="*/ 121741 w 201069"/>
              <a:gd name="connsiteY83" fmla="*/ 236786 h 245522"/>
              <a:gd name="connsiteX84" fmla="*/ 121741 w 201069"/>
              <a:gd name="connsiteY84" fmla="*/ 236045 h 245522"/>
              <a:gd name="connsiteX85" fmla="*/ 120261 w 201069"/>
              <a:gd name="connsiteY85" fmla="*/ 232901 h 245522"/>
              <a:gd name="connsiteX86" fmla="*/ 120631 w 201069"/>
              <a:gd name="connsiteY86" fmla="*/ 232159 h 245522"/>
              <a:gd name="connsiteX87" fmla="*/ 118597 w 201069"/>
              <a:gd name="connsiteY87" fmla="*/ 231233 h 245522"/>
              <a:gd name="connsiteX88" fmla="*/ 115452 w 201069"/>
              <a:gd name="connsiteY88" fmla="*/ 229014 h 245522"/>
              <a:gd name="connsiteX89" fmla="*/ 108793 w 201069"/>
              <a:gd name="connsiteY89" fmla="*/ 225869 h 245522"/>
              <a:gd name="connsiteX90" fmla="*/ 108793 w 201069"/>
              <a:gd name="connsiteY90" fmla="*/ 222725 h 245522"/>
              <a:gd name="connsiteX91" fmla="*/ 108793 w 201069"/>
              <a:gd name="connsiteY91" fmla="*/ 212365 h 245522"/>
              <a:gd name="connsiteX92" fmla="*/ 108793 w 201069"/>
              <a:gd name="connsiteY92" fmla="*/ 208111 h 245522"/>
              <a:gd name="connsiteX93" fmla="*/ 107498 w 201069"/>
              <a:gd name="connsiteY93" fmla="*/ 204782 h 245522"/>
              <a:gd name="connsiteX94" fmla="*/ 107498 w 201069"/>
              <a:gd name="connsiteY94" fmla="*/ 195903 h 245522"/>
              <a:gd name="connsiteX95" fmla="*/ 106759 w 201069"/>
              <a:gd name="connsiteY95" fmla="*/ 194053 h 245522"/>
              <a:gd name="connsiteX96" fmla="*/ 107129 w 201069"/>
              <a:gd name="connsiteY96" fmla="*/ 186283 h 245522"/>
              <a:gd name="connsiteX97" fmla="*/ 106759 w 201069"/>
              <a:gd name="connsiteY97" fmla="*/ 179069 h 245522"/>
              <a:gd name="connsiteX98" fmla="*/ 115453 w 201069"/>
              <a:gd name="connsiteY98" fmla="*/ 172041 h 245522"/>
              <a:gd name="connsiteX99" fmla="*/ 118598 w 201069"/>
              <a:gd name="connsiteY99" fmla="*/ 164826 h 245522"/>
              <a:gd name="connsiteX100" fmla="*/ 119708 w 201069"/>
              <a:gd name="connsiteY100" fmla="*/ 158537 h 245522"/>
              <a:gd name="connsiteX101" fmla="*/ 118228 w 201069"/>
              <a:gd name="connsiteY101" fmla="*/ 154098 h 245522"/>
              <a:gd name="connsiteX102" fmla="*/ 118228 w 201069"/>
              <a:gd name="connsiteY102" fmla="*/ 152802 h 245522"/>
              <a:gd name="connsiteX103" fmla="*/ 118967 w 201069"/>
              <a:gd name="connsiteY103" fmla="*/ 154652 h 245522"/>
              <a:gd name="connsiteX104" fmla="*/ 120077 w 201069"/>
              <a:gd name="connsiteY104" fmla="*/ 154833 h 245522"/>
              <a:gd name="connsiteX105" fmla="*/ 121372 w 201069"/>
              <a:gd name="connsiteY105" fmla="*/ 156684 h 245522"/>
              <a:gd name="connsiteX106" fmla="*/ 129696 w 201069"/>
              <a:gd name="connsiteY106" fmla="*/ 158718 h 245522"/>
              <a:gd name="connsiteX107" fmla="*/ 134690 w 201069"/>
              <a:gd name="connsiteY107" fmla="*/ 154649 h 245522"/>
              <a:gd name="connsiteX108" fmla="*/ 143569 w 201069"/>
              <a:gd name="connsiteY108" fmla="*/ 149284 h 245522"/>
              <a:gd name="connsiteX109" fmla="*/ 153373 w 201069"/>
              <a:gd name="connsiteY109" fmla="*/ 149284 h 245522"/>
              <a:gd name="connsiteX110" fmla="*/ 157258 w 201069"/>
              <a:gd name="connsiteY110" fmla="*/ 150208 h 245522"/>
              <a:gd name="connsiteX111" fmla="*/ 160957 w 201069"/>
              <a:gd name="connsiteY111" fmla="*/ 150389 h 245522"/>
              <a:gd name="connsiteX112" fmla="*/ 165952 w 201069"/>
              <a:gd name="connsiteY112" fmla="*/ 151870 h 245522"/>
              <a:gd name="connsiteX113" fmla="*/ 167986 w 201069"/>
              <a:gd name="connsiteY113" fmla="*/ 150389 h 245522"/>
              <a:gd name="connsiteX114" fmla="*/ 171501 w 201069"/>
              <a:gd name="connsiteY114" fmla="*/ 148910 h 245522"/>
              <a:gd name="connsiteX115" fmla="*/ 172611 w 201069"/>
              <a:gd name="connsiteY115" fmla="*/ 148539 h 245522"/>
              <a:gd name="connsiteX116" fmla="*/ 172797 w 201069"/>
              <a:gd name="connsiteY116" fmla="*/ 145579 h 245522"/>
              <a:gd name="connsiteX117" fmla="*/ 173907 w 201069"/>
              <a:gd name="connsiteY117" fmla="*/ 143545 h 245522"/>
              <a:gd name="connsiteX118" fmla="*/ 173538 w 201069"/>
              <a:gd name="connsiteY118" fmla="*/ 142620 h 245522"/>
              <a:gd name="connsiteX119" fmla="*/ 174647 w 201069"/>
              <a:gd name="connsiteY119" fmla="*/ 141510 h 245522"/>
              <a:gd name="connsiteX120" fmla="*/ 179826 w 201069"/>
              <a:gd name="connsiteY120" fmla="*/ 136330 h 245522"/>
              <a:gd name="connsiteX121" fmla="*/ 181307 w 201069"/>
              <a:gd name="connsiteY121" fmla="*/ 132446 h 245522"/>
              <a:gd name="connsiteX122" fmla="*/ 188150 w 201069"/>
              <a:gd name="connsiteY122" fmla="*/ 123567 h 245522"/>
              <a:gd name="connsiteX123" fmla="*/ 190555 w 201069"/>
              <a:gd name="connsiteY123" fmla="*/ 121348 h 245522"/>
              <a:gd name="connsiteX124" fmla="*/ 192035 w 201069"/>
              <a:gd name="connsiteY124" fmla="*/ 118943 h 245522"/>
              <a:gd name="connsiteX125" fmla="*/ 198694 w 201069"/>
              <a:gd name="connsiteY125" fmla="*/ 112468 h 245522"/>
              <a:gd name="connsiteX126" fmla="*/ 201099 w 201069"/>
              <a:gd name="connsiteY126" fmla="*/ 104884 h 245522"/>
              <a:gd name="connsiteX127" fmla="*/ 200360 w 201069"/>
              <a:gd name="connsiteY127" fmla="*/ 99890 h 245522"/>
              <a:gd name="connsiteX128" fmla="*/ 200360 w 201069"/>
              <a:gd name="connsiteY128" fmla="*/ 96560 h 245522"/>
              <a:gd name="connsiteX129" fmla="*/ 198325 w 201069"/>
              <a:gd name="connsiteY129" fmla="*/ 87311 h 245522"/>
              <a:gd name="connsiteX130" fmla="*/ 198325 w 201069"/>
              <a:gd name="connsiteY130" fmla="*/ 84352 h 245522"/>
              <a:gd name="connsiteX131" fmla="*/ 196845 w 201069"/>
              <a:gd name="connsiteY131" fmla="*/ 79542 h 245522"/>
              <a:gd name="connsiteX132" fmla="*/ 192405 w 201069"/>
              <a:gd name="connsiteY132" fmla="*/ 73623 h 245522"/>
              <a:gd name="connsiteX133" fmla="*/ 187781 w 201069"/>
              <a:gd name="connsiteY133" fmla="*/ 68258 h 245522"/>
              <a:gd name="connsiteX134" fmla="*/ 185006 w 201069"/>
              <a:gd name="connsiteY134" fmla="*/ 64558 h 245522"/>
              <a:gd name="connsiteX135" fmla="*/ 180567 w 201069"/>
              <a:gd name="connsiteY135" fmla="*/ 61969 h 245522"/>
              <a:gd name="connsiteX136" fmla="*/ 178162 w 201069"/>
              <a:gd name="connsiteY136" fmla="*/ 57715 h 245522"/>
              <a:gd name="connsiteX137" fmla="*/ 175017 w 201069"/>
              <a:gd name="connsiteY137" fmla="*/ 54754 h 245522"/>
              <a:gd name="connsiteX138" fmla="*/ 169838 w 201069"/>
              <a:gd name="connsiteY138" fmla="*/ 41806 h 245522"/>
              <a:gd name="connsiteX139" fmla="*/ 168728 w 201069"/>
              <a:gd name="connsiteY139" fmla="*/ 38847 h 245522"/>
              <a:gd name="connsiteX140" fmla="*/ 167248 w 201069"/>
              <a:gd name="connsiteY140" fmla="*/ 28118 h 245522"/>
              <a:gd name="connsiteX141" fmla="*/ 166323 w 201069"/>
              <a:gd name="connsiteY141" fmla="*/ 26083 h 245522"/>
              <a:gd name="connsiteX142" fmla="*/ 165214 w 201069"/>
              <a:gd name="connsiteY142" fmla="*/ 20534 h 245522"/>
              <a:gd name="connsiteX143" fmla="*/ 162439 w 201069"/>
              <a:gd name="connsiteY143" fmla="*/ 16094 h 245522"/>
              <a:gd name="connsiteX144" fmla="*/ 160959 w 201069"/>
              <a:gd name="connsiteY144" fmla="*/ 12209 h 245522"/>
              <a:gd name="connsiteX145" fmla="*/ 156889 w 201069"/>
              <a:gd name="connsiteY145" fmla="*/ 11285 h 245522"/>
              <a:gd name="connsiteX146" fmla="*/ 152635 w 201069"/>
              <a:gd name="connsiteY146" fmla="*/ 9804 h 245522"/>
              <a:gd name="connsiteX147" fmla="*/ 149490 w 201069"/>
              <a:gd name="connsiteY147" fmla="*/ 9253 h 245522"/>
              <a:gd name="connsiteX148" fmla="*/ 148565 w 201069"/>
              <a:gd name="connsiteY148" fmla="*/ 8328 h 245522"/>
              <a:gd name="connsiteX149" fmla="*/ 142646 w 201069"/>
              <a:gd name="connsiteY149" fmla="*/ 5368 h 245522"/>
              <a:gd name="connsiteX150" fmla="*/ 141536 w 201069"/>
              <a:gd name="connsiteY150" fmla="*/ 4997 h 245522"/>
              <a:gd name="connsiteX151" fmla="*/ 139501 w 201069"/>
              <a:gd name="connsiteY151" fmla="*/ 6293 h 245522"/>
              <a:gd name="connsiteX152" fmla="*/ 132472 w 201069"/>
              <a:gd name="connsiteY152" fmla="*/ 6474 h 245522"/>
              <a:gd name="connsiteX153" fmla="*/ 119708 w 201069"/>
              <a:gd name="connsiteY153" fmla="*/ 4439 h 245522"/>
              <a:gd name="connsiteX154" fmla="*/ 115084 w 201069"/>
              <a:gd name="connsiteY154" fmla="*/ 2403 h 245522"/>
              <a:gd name="connsiteX155" fmla="*/ 112310 w 201069"/>
              <a:gd name="connsiteY155" fmla="*/ 1479 h 245522"/>
              <a:gd name="connsiteX156" fmla="*/ 111200 w 201069"/>
              <a:gd name="connsiteY156" fmla="*/ 184 h 245522"/>
              <a:gd name="connsiteX157" fmla="*/ 105280 w 201069"/>
              <a:gd name="connsiteY157" fmla="*/ -558 h 245522"/>
              <a:gd name="connsiteX158" fmla="*/ 100282 w 201069"/>
              <a:gd name="connsiteY158" fmla="*/ 20365 h 245522"/>
              <a:gd name="connsiteX159" fmla="*/ 101207 w 201069"/>
              <a:gd name="connsiteY159" fmla="*/ 21290 h 245522"/>
              <a:gd name="connsiteX160" fmla="*/ 100097 w 201069"/>
              <a:gd name="connsiteY160" fmla="*/ 21471 h 245522"/>
              <a:gd name="connsiteX161" fmla="*/ 100097 w 201069"/>
              <a:gd name="connsiteY161" fmla="*/ 22396 h 245522"/>
              <a:gd name="connsiteX162" fmla="*/ 99172 w 201069"/>
              <a:gd name="connsiteY162" fmla="*/ 25356 h 245522"/>
              <a:gd name="connsiteX163" fmla="*/ 98433 w 201069"/>
              <a:gd name="connsiteY163" fmla="*/ 29980 h 245522"/>
              <a:gd name="connsiteX164" fmla="*/ 97324 w 201069"/>
              <a:gd name="connsiteY164" fmla="*/ 32570 h 245522"/>
              <a:gd name="connsiteX165" fmla="*/ 96955 w 201069"/>
              <a:gd name="connsiteY165" fmla="*/ 36269 h 245522"/>
              <a:gd name="connsiteX166" fmla="*/ 94920 w 201069"/>
              <a:gd name="connsiteY166" fmla="*/ 41264 h 245522"/>
              <a:gd name="connsiteX167" fmla="*/ 91405 w 201069"/>
              <a:gd name="connsiteY167" fmla="*/ 44594 h 245522"/>
              <a:gd name="connsiteX168" fmla="*/ 89370 w 201069"/>
              <a:gd name="connsiteY168" fmla="*/ 40894 h 245522"/>
              <a:gd name="connsiteX169" fmla="*/ 88260 w 201069"/>
              <a:gd name="connsiteY169" fmla="*/ 40713 h 245522"/>
              <a:gd name="connsiteX170" fmla="*/ 85856 w 201069"/>
              <a:gd name="connsiteY170" fmla="*/ 37754 h 245522"/>
              <a:gd name="connsiteX171" fmla="*/ 89370 w 201069"/>
              <a:gd name="connsiteY171" fmla="*/ 28135 h 245522"/>
              <a:gd name="connsiteX172" fmla="*/ 92885 w 201069"/>
              <a:gd name="connsiteY172" fmla="*/ 27574 h 245522"/>
              <a:gd name="connsiteX173" fmla="*/ 93255 w 201069"/>
              <a:gd name="connsiteY173" fmla="*/ 26279 h 245522"/>
              <a:gd name="connsiteX174" fmla="*/ 94180 w 201069"/>
              <a:gd name="connsiteY174" fmla="*/ 26279 h 245522"/>
              <a:gd name="connsiteX175" fmla="*/ 94919 w 201069"/>
              <a:gd name="connsiteY175" fmla="*/ 24244 h 245522"/>
              <a:gd name="connsiteX176" fmla="*/ 100283 w 201069"/>
              <a:gd name="connsiteY176" fmla="*/ 20360 h 245522"/>
              <a:gd name="connsiteX177" fmla="*/ 26105 w 201069"/>
              <a:gd name="connsiteY177" fmla="*/ 67535 h 245522"/>
              <a:gd name="connsiteX178" fmla="*/ 29435 w 201069"/>
              <a:gd name="connsiteY178" fmla="*/ 69755 h 245522"/>
              <a:gd name="connsiteX179" fmla="*/ 31655 w 201069"/>
              <a:gd name="connsiteY179" fmla="*/ 70307 h 245522"/>
              <a:gd name="connsiteX180" fmla="*/ 32023 w 201069"/>
              <a:gd name="connsiteY180" fmla="*/ 72712 h 245522"/>
              <a:gd name="connsiteX181" fmla="*/ 32023 w 201069"/>
              <a:gd name="connsiteY181" fmla="*/ 72893 h 245522"/>
              <a:gd name="connsiteX182" fmla="*/ 35353 w 201069"/>
              <a:gd name="connsiteY182" fmla="*/ 76592 h 245522"/>
              <a:gd name="connsiteX183" fmla="*/ 45527 w 201069"/>
              <a:gd name="connsiteY183" fmla="*/ 78626 h 245522"/>
              <a:gd name="connsiteX184" fmla="*/ 46266 w 201069"/>
              <a:gd name="connsiteY184" fmla="*/ 79551 h 245522"/>
              <a:gd name="connsiteX185" fmla="*/ 47191 w 201069"/>
              <a:gd name="connsiteY185" fmla="*/ 79914 h 245522"/>
              <a:gd name="connsiteX186" fmla="*/ 47562 w 201069"/>
              <a:gd name="connsiteY186" fmla="*/ 86203 h 245522"/>
              <a:gd name="connsiteX187" fmla="*/ 43122 w 201069"/>
              <a:gd name="connsiteY187" fmla="*/ 88423 h 245522"/>
              <a:gd name="connsiteX188" fmla="*/ 42752 w 201069"/>
              <a:gd name="connsiteY188" fmla="*/ 89348 h 245522"/>
              <a:gd name="connsiteX189" fmla="*/ 40717 w 201069"/>
              <a:gd name="connsiteY189" fmla="*/ 89719 h 245522"/>
              <a:gd name="connsiteX190" fmla="*/ 40717 w 201069"/>
              <a:gd name="connsiteY190" fmla="*/ 89719 h 245522"/>
              <a:gd name="connsiteX191" fmla="*/ 27769 w 201069"/>
              <a:gd name="connsiteY191" fmla="*/ 77140 h 245522"/>
              <a:gd name="connsiteX192" fmla="*/ 32023 w 201069"/>
              <a:gd name="connsiteY192" fmla="*/ 72885 h 245522"/>
              <a:gd name="connsiteX193" fmla="*/ 26105 w 201069"/>
              <a:gd name="connsiteY193" fmla="*/ 69741 h 245522"/>
              <a:gd name="connsiteX194" fmla="*/ 26105 w 201069"/>
              <a:gd name="connsiteY194" fmla="*/ 68446 h 245522"/>
              <a:gd name="connsiteX195" fmla="*/ 26105 w 201069"/>
              <a:gd name="connsiteY195" fmla="*/ 67521 h 245522"/>
              <a:gd name="connsiteX196" fmla="*/ 60882 w 201069"/>
              <a:gd name="connsiteY196" fmla="*/ 121734 h 245522"/>
              <a:gd name="connsiteX197" fmla="*/ 68835 w 201069"/>
              <a:gd name="connsiteY197" fmla="*/ 122104 h 245522"/>
              <a:gd name="connsiteX198" fmla="*/ 80305 w 201069"/>
              <a:gd name="connsiteY198" fmla="*/ 124139 h 245522"/>
              <a:gd name="connsiteX199" fmla="*/ 83079 w 201069"/>
              <a:gd name="connsiteY199" fmla="*/ 128949 h 245522"/>
              <a:gd name="connsiteX200" fmla="*/ 85484 w 201069"/>
              <a:gd name="connsiteY200" fmla="*/ 131908 h 245522"/>
              <a:gd name="connsiteX201" fmla="*/ 89369 w 201069"/>
              <a:gd name="connsiteY201" fmla="*/ 137828 h 245522"/>
              <a:gd name="connsiteX202" fmla="*/ 91403 w 201069"/>
              <a:gd name="connsiteY202" fmla="*/ 138380 h 245522"/>
              <a:gd name="connsiteX203" fmla="*/ 93622 w 201069"/>
              <a:gd name="connsiteY203" fmla="*/ 137270 h 245522"/>
              <a:gd name="connsiteX204" fmla="*/ 98062 w 201069"/>
              <a:gd name="connsiteY204" fmla="*/ 133016 h 245522"/>
              <a:gd name="connsiteX205" fmla="*/ 102502 w 201069"/>
              <a:gd name="connsiteY205" fmla="*/ 129870 h 245522"/>
              <a:gd name="connsiteX206" fmla="*/ 106016 w 201069"/>
              <a:gd name="connsiteY206" fmla="*/ 128945 h 245522"/>
              <a:gd name="connsiteX207" fmla="*/ 105647 w 201069"/>
              <a:gd name="connsiteY207" fmla="*/ 129870 h 245522"/>
              <a:gd name="connsiteX208" fmla="*/ 105647 w 201069"/>
              <a:gd name="connsiteY208" fmla="*/ 130612 h 245522"/>
              <a:gd name="connsiteX209" fmla="*/ 104722 w 201069"/>
              <a:gd name="connsiteY209" fmla="*/ 130983 h 245522"/>
              <a:gd name="connsiteX210" fmla="*/ 102317 w 201069"/>
              <a:gd name="connsiteY210" fmla="*/ 134498 h 245522"/>
              <a:gd name="connsiteX211" fmla="*/ 103981 w 201069"/>
              <a:gd name="connsiteY211" fmla="*/ 137272 h 245522"/>
              <a:gd name="connsiteX212" fmla="*/ 105461 w 201069"/>
              <a:gd name="connsiteY212" fmla="*/ 147816 h 245522"/>
              <a:gd name="connsiteX213" fmla="*/ 103611 w 201069"/>
              <a:gd name="connsiteY213" fmla="*/ 148926 h 245522"/>
              <a:gd name="connsiteX214" fmla="*/ 102317 w 201069"/>
              <a:gd name="connsiteY214" fmla="*/ 150776 h 245522"/>
              <a:gd name="connsiteX215" fmla="*/ 101207 w 201069"/>
              <a:gd name="connsiteY215" fmla="*/ 150957 h 245522"/>
              <a:gd name="connsiteX216" fmla="*/ 100468 w 201069"/>
              <a:gd name="connsiteY216" fmla="*/ 160575 h 245522"/>
              <a:gd name="connsiteX217" fmla="*/ 98434 w 201069"/>
              <a:gd name="connsiteY217" fmla="*/ 166310 h 245522"/>
              <a:gd name="connsiteX218" fmla="*/ 98434 w 201069"/>
              <a:gd name="connsiteY218" fmla="*/ 162611 h 245522"/>
              <a:gd name="connsiteX219" fmla="*/ 97324 w 201069"/>
              <a:gd name="connsiteY219" fmla="*/ 157986 h 245522"/>
              <a:gd name="connsiteX220" fmla="*/ 95289 w 201069"/>
              <a:gd name="connsiteY220" fmla="*/ 159096 h 245522"/>
              <a:gd name="connsiteX221" fmla="*/ 93809 w 201069"/>
              <a:gd name="connsiteY221" fmla="*/ 159648 h 245522"/>
              <a:gd name="connsiteX222" fmla="*/ 93809 w 201069"/>
              <a:gd name="connsiteY222" fmla="*/ 160572 h 245522"/>
              <a:gd name="connsiteX223" fmla="*/ 91404 w 201069"/>
              <a:gd name="connsiteY223" fmla="*/ 163533 h 245522"/>
              <a:gd name="connsiteX224" fmla="*/ 91034 w 201069"/>
              <a:gd name="connsiteY224" fmla="*/ 165383 h 245522"/>
              <a:gd name="connsiteX225" fmla="*/ 88260 w 201069"/>
              <a:gd name="connsiteY225" fmla="*/ 163533 h 245522"/>
              <a:gd name="connsiteX226" fmla="*/ 81416 w 201069"/>
              <a:gd name="connsiteY226" fmla="*/ 159462 h 245522"/>
              <a:gd name="connsiteX227" fmla="*/ 79936 w 201069"/>
              <a:gd name="connsiteY227" fmla="*/ 156133 h 245522"/>
              <a:gd name="connsiteX228" fmla="*/ 77531 w 201069"/>
              <a:gd name="connsiteY228" fmla="*/ 153729 h 245522"/>
              <a:gd name="connsiteX229" fmla="*/ 76421 w 201069"/>
              <a:gd name="connsiteY229" fmla="*/ 152434 h 245522"/>
              <a:gd name="connsiteX230" fmla="*/ 76791 w 201069"/>
              <a:gd name="connsiteY230" fmla="*/ 147994 h 245522"/>
              <a:gd name="connsiteX231" fmla="*/ 77530 w 201069"/>
              <a:gd name="connsiteY231" fmla="*/ 147069 h 245522"/>
              <a:gd name="connsiteX232" fmla="*/ 79195 w 201069"/>
              <a:gd name="connsiteY232" fmla="*/ 145035 h 245522"/>
              <a:gd name="connsiteX233" fmla="*/ 78641 w 201069"/>
              <a:gd name="connsiteY233" fmla="*/ 144110 h 245522"/>
              <a:gd name="connsiteX234" fmla="*/ 78641 w 201069"/>
              <a:gd name="connsiteY234" fmla="*/ 142075 h 245522"/>
              <a:gd name="connsiteX235" fmla="*/ 67357 w 201069"/>
              <a:gd name="connsiteY235" fmla="*/ 146514 h 245522"/>
              <a:gd name="connsiteX236" fmla="*/ 70502 w 201069"/>
              <a:gd name="connsiteY236" fmla="*/ 137820 h 245522"/>
              <a:gd name="connsiteX237" fmla="*/ 62918 w 201069"/>
              <a:gd name="connsiteY237" fmla="*/ 134491 h 245522"/>
              <a:gd name="connsiteX238" fmla="*/ 59034 w 201069"/>
              <a:gd name="connsiteY238" fmla="*/ 131346 h 245522"/>
              <a:gd name="connsiteX239" fmla="*/ 57738 w 201069"/>
              <a:gd name="connsiteY239" fmla="*/ 130605 h 245522"/>
              <a:gd name="connsiteX240" fmla="*/ 57000 w 201069"/>
              <a:gd name="connsiteY240" fmla="*/ 129863 h 245522"/>
              <a:gd name="connsiteX241" fmla="*/ 50341 w 201069"/>
              <a:gd name="connsiteY241" fmla="*/ 125979 h 245522"/>
              <a:gd name="connsiteX242" fmla="*/ 47751 w 201069"/>
              <a:gd name="connsiteY242" fmla="*/ 122834 h 245522"/>
              <a:gd name="connsiteX243" fmla="*/ 51820 w 201069"/>
              <a:gd name="connsiteY243" fmla="*/ 123205 h 245522"/>
              <a:gd name="connsiteX244" fmla="*/ 56260 w 201069"/>
              <a:gd name="connsiteY244" fmla="*/ 123205 h 245522"/>
              <a:gd name="connsiteX245" fmla="*/ 57739 w 201069"/>
              <a:gd name="connsiteY245" fmla="*/ 122653 h 245522"/>
              <a:gd name="connsiteX246" fmla="*/ 58665 w 201069"/>
              <a:gd name="connsiteY246" fmla="*/ 122101 h 245522"/>
              <a:gd name="connsiteX247" fmla="*/ 60884 w 201069"/>
              <a:gd name="connsiteY247" fmla="*/ 121730 h 245522"/>
              <a:gd name="connsiteX248" fmla="*/ 47193 w 201069"/>
              <a:gd name="connsiteY248" fmla="*/ 122475 h 245522"/>
              <a:gd name="connsiteX249" fmla="*/ 47563 w 201069"/>
              <a:gd name="connsiteY249" fmla="*/ 122656 h 245522"/>
              <a:gd name="connsiteX250" fmla="*/ 46823 w 201069"/>
              <a:gd name="connsiteY250" fmla="*/ 122656 h 245522"/>
              <a:gd name="connsiteX251" fmla="*/ 47193 w 201069"/>
              <a:gd name="connsiteY251" fmla="*/ 122475 h 24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201069" h="245522">
                <a:moveTo>
                  <a:pt x="105277" y="-537"/>
                </a:moveTo>
                <a:cubicBezTo>
                  <a:pt x="102819" y="-537"/>
                  <a:pt x="100835" y="1523"/>
                  <a:pt x="98432" y="1868"/>
                </a:cubicBezTo>
                <a:cubicBezTo>
                  <a:pt x="97741" y="1962"/>
                  <a:pt x="97087" y="1764"/>
                  <a:pt x="96397" y="1868"/>
                </a:cubicBezTo>
                <a:cubicBezTo>
                  <a:pt x="95066" y="2057"/>
                  <a:pt x="87420" y="3333"/>
                  <a:pt x="86594" y="3902"/>
                </a:cubicBezTo>
                <a:cubicBezTo>
                  <a:pt x="86281" y="4118"/>
                  <a:pt x="86143" y="4584"/>
                  <a:pt x="85855" y="4827"/>
                </a:cubicBezTo>
                <a:cubicBezTo>
                  <a:pt x="84033" y="6394"/>
                  <a:pt x="81849" y="7587"/>
                  <a:pt x="79565" y="8342"/>
                </a:cubicBezTo>
                <a:cubicBezTo>
                  <a:pt x="74587" y="9987"/>
                  <a:pt x="69561" y="9933"/>
                  <a:pt x="64397" y="10376"/>
                </a:cubicBezTo>
                <a:cubicBezTo>
                  <a:pt x="63252" y="10471"/>
                  <a:pt x="59496" y="10686"/>
                  <a:pt x="58663" y="11117"/>
                </a:cubicBezTo>
                <a:cubicBezTo>
                  <a:pt x="57989" y="11463"/>
                  <a:pt x="57941" y="12289"/>
                  <a:pt x="57368" y="12782"/>
                </a:cubicBezTo>
                <a:cubicBezTo>
                  <a:pt x="55202" y="14644"/>
                  <a:pt x="52207" y="15019"/>
                  <a:pt x="49969" y="16668"/>
                </a:cubicBezTo>
                <a:cubicBezTo>
                  <a:pt x="48820" y="17513"/>
                  <a:pt x="47956" y="19105"/>
                  <a:pt x="46639" y="19811"/>
                </a:cubicBezTo>
                <a:cubicBezTo>
                  <a:pt x="46091" y="20105"/>
                  <a:pt x="42257" y="20796"/>
                  <a:pt x="42015" y="20921"/>
                </a:cubicBezTo>
                <a:cubicBezTo>
                  <a:pt x="40505" y="21697"/>
                  <a:pt x="38933" y="25598"/>
                  <a:pt x="38130" y="26841"/>
                </a:cubicBezTo>
                <a:cubicBezTo>
                  <a:pt x="37327" y="28083"/>
                  <a:pt x="35898" y="29143"/>
                  <a:pt x="35355" y="30540"/>
                </a:cubicBezTo>
                <a:cubicBezTo>
                  <a:pt x="34961" y="31565"/>
                  <a:pt x="35203" y="33485"/>
                  <a:pt x="34985" y="34610"/>
                </a:cubicBezTo>
                <a:cubicBezTo>
                  <a:pt x="34768" y="35735"/>
                  <a:pt x="34542" y="37872"/>
                  <a:pt x="34061" y="38864"/>
                </a:cubicBezTo>
                <a:cubicBezTo>
                  <a:pt x="33364" y="40300"/>
                  <a:pt x="31993" y="41599"/>
                  <a:pt x="31286" y="43119"/>
                </a:cubicBezTo>
                <a:cubicBezTo>
                  <a:pt x="30533" y="44734"/>
                  <a:pt x="31432" y="44113"/>
                  <a:pt x="29806" y="45709"/>
                </a:cubicBezTo>
                <a:cubicBezTo>
                  <a:pt x="26773" y="48687"/>
                  <a:pt x="21802" y="48840"/>
                  <a:pt x="18337" y="51073"/>
                </a:cubicBezTo>
                <a:cubicBezTo>
                  <a:pt x="16372" y="52340"/>
                  <a:pt x="17229" y="54061"/>
                  <a:pt x="15562" y="55697"/>
                </a:cubicBezTo>
                <a:cubicBezTo>
                  <a:pt x="15170" y="56085"/>
                  <a:pt x="14665" y="56059"/>
                  <a:pt x="14268" y="56438"/>
                </a:cubicBezTo>
                <a:cubicBezTo>
                  <a:pt x="13724" y="56964"/>
                  <a:pt x="13338" y="57769"/>
                  <a:pt x="12788" y="58289"/>
                </a:cubicBezTo>
                <a:cubicBezTo>
                  <a:pt x="8867" y="61996"/>
                  <a:pt x="3623" y="64438"/>
                  <a:pt x="579" y="69018"/>
                </a:cubicBezTo>
                <a:cubicBezTo>
                  <a:pt x="-428" y="70533"/>
                  <a:pt x="315" y="73548"/>
                  <a:pt x="579" y="75122"/>
                </a:cubicBezTo>
                <a:cubicBezTo>
                  <a:pt x="930" y="77241"/>
                  <a:pt x="372" y="80172"/>
                  <a:pt x="949" y="82151"/>
                </a:cubicBezTo>
                <a:cubicBezTo>
                  <a:pt x="2439" y="87271"/>
                  <a:pt x="837" y="80622"/>
                  <a:pt x="2799" y="84556"/>
                </a:cubicBezTo>
                <a:cubicBezTo>
                  <a:pt x="3233" y="85428"/>
                  <a:pt x="2684" y="87312"/>
                  <a:pt x="2986" y="88256"/>
                </a:cubicBezTo>
                <a:cubicBezTo>
                  <a:pt x="3634" y="90297"/>
                  <a:pt x="5304" y="91358"/>
                  <a:pt x="6130" y="93250"/>
                </a:cubicBezTo>
                <a:cubicBezTo>
                  <a:pt x="6826" y="94845"/>
                  <a:pt x="6838" y="96882"/>
                  <a:pt x="7610" y="98429"/>
                </a:cubicBezTo>
                <a:cubicBezTo>
                  <a:pt x="7953" y="99119"/>
                  <a:pt x="8862" y="101449"/>
                  <a:pt x="9275" y="101944"/>
                </a:cubicBezTo>
                <a:cubicBezTo>
                  <a:pt x="10492" y="103409"/>
                  <a:pt x="11384" y="103737"/>
                  <a:pt x="12050" y="105644"/>
                </a:cubicBezTo>
                <a:cubicBezTo>
                  <a:pt x="13067" y="108560"/>
                  <a:pt x="13529" y="112009"/>
                  <a:pt x="13529" y="115078"/>
                </a:cubicBezTo>
                <a:cubicBezTo>
                  <a:pt x="13529" y="116771"/>
                  <a:pt x="13252" y="118780"/>
                  <a:pt x="13529" y="120442"/>
                </a:cubicBezTo>
                <a:cubicBezTo>
                  <a:pt x="13846" y="122354"/>
                  <a:pt x="14250" y="124242"/>
                  <a:pt x="14454" y="126177"/>
                </a:cubicBezTo>
                <a:cubicBezTo>
                  <a:pt x="14689" y="128398"/>
                  <a:pt x="14030" y="130829"/>
                  <a:pt x="14454" y="133020"/>
                </a:cubicBezTo>
                <a:cubicBezTo>
                  <a:pt x="14776" y="134683"/>
                  <a:pt x="15548" y="135984"/>
                  <a:pt x="15934" y="137645"/>
                </a:cubicBezTo>
                <a:cubicBezTo>
                  <a:pt x="16300" y="139220"/>
                  <a:pt x="17207" y="140669"/>
                  <a:pt x="17414" y="142270"/>
                </a:cubicBezTo>
                <a:cubicBezTo>
                  <a:pt x="17492" y="142770"/>
                  <a:pt x="17162" y="143503"/>
                  <a:pt x="17414" y="143934"/>
                </a:cubicBezTo>
                <a:cubicBezTo>
                  <a:pt x="17666" y="144366"/>
                  <a:pt x="26951" y="142850"/>
                  <a:pt x="28513" y="143193"/>
                </a:cubicBezTo>
                <a:cubicBezTo>
                  <a:pt x="40434" y="144445"/>
                  <a:pt x="43616" y="145871"/>
                  <a:pt x="46825" y="147447"/>
                </a:cubicBezTo>
                <a:cubicBezTo>
                  <a:pt x="48972" y="148502"/>
                  <a:pt x="47399" y="148215"/>
                  <a:pt x="49600" y="148927"/>
                </a:cubicBezTo>
                <a:cubicBezTo>
                  <a:pt x="53080" y="150049"/>
                  <a:pt x="65391" y="151254"/>
                  <a:pt x="67358" y="153367"/>
                </a:cubicBezTo>
                <a:cubicBezTo>
                  <a:pt x="67579" y="153608"/>
                  <a:pt x="67485" y="154091"/>
                  <a:pt x="67728" y="154292"/>
                </a:cubicBezTo>
                <a:cubicBezTo>
                  <a:pt x="68004" y="154533"/>
                  <a:pt x="68564" y="154421"/>
                  <a:pt x="68839" y="154662"/>
                </a:cubicBezTo>
                <a:cubicBezTo>
                  <a:pt x="69082" y="154870"/>
                  <a:pt x="69048" y="155318"/>
                  <a:pt x="69209" y="155587"/>
                </a:cubicBezTo>
                <a:cubicBezTo>
                  <a:pt x="69401" y="155915"/>
                  <a:pt x="69811" y="155976"/>
                  <a:pt x="69948" y="156329"/>
                </a:cubicBezTo>
                <a:cubicBezTo>
                  <a:pt x="70435" y="157586"/>
                  <a:pt x="68952" y="160493"/>
                  <a:pt x="70134" y="161509"/>
                </a:cubicBezTo>
                <a:cubicBezTo>
                  <a:pt x="70399" y="161742"/>
                  <a:pt x="70900" y="161422"/>
                  <a:pt x="71243" y="161509"/>
                </a:cubicBezTo>
                <a:cubicBezTo>
                  <a:pt x="73170" y="161784"/>
                  <a:pt x="75310" y="162761"/>
                  <a:pt x="77163" y="163357"/>
                </a:cubicBezTo>
                <a:cubicBezTo>
                  <a:pt x="78739" y="163857"/>
                  <a:pt x="79690" y="164985"/>
                  <a:pt x="81048" y="165763"/>
                </a:cubicBezTo>
                <a:cubicBezTo>
                  <a:pt x="81792" y="166194"/>
                  <a:pt x="82698" y="165944"/>
                  <a:pt x="83452" y="166315"/>
                </a:cubicBezTo>
                <a:cubicBezTo>
                  <a:pt x="85726" y="167431"/>
                  <a:pt x="84350" y="169371"/>
                  <a:pt x="84932" y="171124"/>
                </a:cubicBezTo>
                <a:cubicBezTo>
                  <a:pt x="85329" y="172321"/>
                  <a:pt x="86365" y="174173"/>
                  <a:pt x="87337" y="175009"/>
                </a:cubicBezTo>
                <a:cubicBezTo>
                  <a:pt x="87640" y="175267"/>
                  <a:pt x="87959" y="175302"/>
                  <a:pt x="88261" y="175560"/>
                </a:cubicBezTo>
                <a:cubicBezTo>
                  <a:pt x="88835" y="176060"/>
                  <a:pt x="89118" y="176981"/>
                  <a:pt x="89742" y="177410"/>
                </a:cubicBezTo>
                <a:cubicBezTo>
                  <a:pt x="91140" y="178372"/>
                  <a:pt x="92122" y="177971"/>
                  <a:pt x="92516" y="179999"/>
                </a:cubicBezTo>
                <a:cubicBezTo>
                  <a:pt x="93071" y="182857"/>
                  <a:pt x="92516" y="186331"/>
                  <a:pt x="92516" y="189249"/>
                </a:cubicBezTo>
                <a:lnTo>
                  <a:pt x="92516" y="209966"/>
                </a:lnTo>
                <a:cubicBezTo>
                  <a:pt x="92516" y="212975"/>
                  <a:pt x="94511" y="215100"/>
                  <a:pt x="95661" y="217735"/>
                </a:cubicBezTo>
                <a:cubicBezTo>
                  <a:pt x="96721" y="220165"/>
                  <a:pt x="95987" y="222455"/>
                  <a:pt x="96400" y="224949"/>
                </a:cubicBezTo>
                <a:cubicBezTo>
                  <a:pt x="96610" y="226213"/>
                  <a:pt x="97467" y="228069"/>
                  <a:pt x="96954" y="229389"/>
                </a:cubicBezTo>
                <a:cubicBezTo>
                  <a:pt x="96006" y="231831"/>
                  <a:pt x="93015" y="229475"/>
                  <a:pt x="91774" y="231238"/>
                </a:cubicBezTo>
                <a:cubicBezTo>
                  <a:pt x="91221" y="232032"/>
                  <a:pt x="92083" y="234196"/>
                  <a:pt x="91774" y="235124"/>
                </a:cubicBezTo>
                <a:cubicBezTo>
                  <a:pt x="91653" y="235486"/>
                  <a:pt x="91171" y="235702"/>
                  <a:pt x="91035" y="236048"/>
                </a:cubicBezTo>
                <a:cubicBezTo>
                  <a:pt x="90751" y="236781"/>
                  <a:pt x="91424" y="237060"/>
                  <a:pt x="90666" y="237713"/>
                </a:cubicBezTo>
                <a:cubicBezTo>
                  <a:pt x="90138" y="238161"/>
                  <a:pt x="86966" y="238325"/>
                  <a:pt x="86966" y="239193"/>
                </a:cubicBezTo>
                <a:cubicBezTo>
                  <a:pt x="86966" y="239892"/>
                  <a:pt x="88306" y="239193"/>
                  <a:pt x="89001" y="239193"/>
                </a:cubicBezTo>
                <a:cubicBezTo>
                  <a:pt x="90107" y="239193"/>
                  <a:pt x="91101" y="239935"/>
                  <a:pt x="92146" y="239935"/>
                </a:cubicBezTo>
                <a:cubicBezTo>
                  <a:pt x="92981" y="239935"/>
                  <a:pt x="93721" y="239305"/>
                  <a:pt x="94551" y="239193"/>
                </a:cubicBezTo>
                <a:cubicBezTo>
                  <a:pt x="95755" y="239047"/>
                  <a:pt x="97237" y="239193"/>
                  <a:pt x="98435" y="239193"/>
                </a:cubicBezTo>
                <a:cubicBezTo>
                  <a:pt x="99633" y="239193"/>
                  <a:pt x="100447" y="239771"/>
                  <a:pt x="101580" y="239935"/>
                </a:cubicBezTo>
                <a:cubicBezTo>
                  <a:pt x="102886" y="240116"/>
                  <a:pt x="104385" y="239573"/>
                  <a:pt x="105649" y="239935"/>
                </a:cubicBezTo>
                <a:cubicBezTo>
                  <a:pt x="106913" y="240297"/>
                  <a:pt x="107442" y="240418"/>
                  <a:pt x="107499" y="240487"/>
                </a:cubicBezTo>
                <a:cubicBezTo>
                  <a:pt x="107704" y="240573"/>
                  <a:pt x="107585" y="240607"/>
                  <a:pt x="107868" y="240668"/>
                </a:cubicBezTo>
                <a:cubicBezTo>
                  <a:pt x="108521" y="240806"/>
                  <a:pt x="110301" y="241185"/>
                  <a:pt x="111013" y="241409"/>
                </a:cubicBezTo>
                <a:cubicBezTo>
                  <a:pt x="112321" y="241832"/>
                  <a:pt x="113426" y="242705"/>
                  <a:pt x="114713" y="243075"/>
                </a:cubicBezTo>
                <a:cubicBezTo>
                  <a:pt x="115757" y="243376"/>
                  <a:pt x="117116" y="243540"/>
                  <a:pt x="118227" y="243816"/>
                </a:cubicBezTo>
                <a:cubicBezTo>
                  <a:pt x="120019" y="244255"/>
                  <a:pt x="121467" y="245163"/>
                  <a:pt x="123406" y="244925"/>
                </a:cubicBezTo>
                <a:cubicBezTo>
                  <a:pt x="124045" y="244839"/>
                  <a:pt x="125602" y="243430"/>
                  <a:pt x="125811" y="242891"/>
                </a:cubicBezTo>
                <a:cubicBezTo>
                  <a:pt x="126045" y="242296"/>
                  <a:pt x="125488" y="241639"/>
                  <a:pt x="125256" y="241041"/>
                </a:cubicBezTo>
                <a:cubicBezTo>
                  <a:pt x="125023" y="240444"/>
                  <a:pt x="125347" y="239589"/>
                  <a:pt x="124886" y="239191"/>
                </a:cubicBezTo>
                <a:cubicBezTo>
                  <a:pt x="124621" y="238958"/>
                  <a:pt x="124067" y="239381"/>
                  <a:pt x="123776" y="239191"/>
                </a:cubicBezTo>
                <a:cubicBezTo>
                  <a:pt x="123485" y="239001"/>
                  <a:pt x="123624" y="238501"/>
                  <a:pt x="123406" y="238267"/>
                </a:cubicBezTo>
                <a:cubicBezTo>
                  <a:pt x="122432" y="237220"/>
                  <a:pt x="122308" y="238267"/>
                  <a:pt x="121741" y="236786"/>
                </a:cubicBezTo>
                <a:cubicBezTo>
                  <a:pt x="121633" y="236510"/>
                  <a:pt x="121810" y="236346"/>
                  <a:pt x="121741" y="236045"/>
                </a:cubicBezTo>
                <a:cubicBezTo>
                  <a:pt x="121541" y="235012"/>
                  <a:pt x="120420" y="233854"/>
                  <a:pt x="120261" y="232901"/>
                </a:cubicBezTo>
                <a:cubicBezTo>
                  <a:pt x="120201" y="232590"/>
                  <a:pt x="120767" y="232452"/>
                  <a:pt x="120631" y="232159"/>
                </a:cubicBezTo>
                <a:cubicBezTo>
                  <a:pt x="120386" y="231633"/>
                  <a:pt x="119022" y="231418"/>
                  <a:pt x="118597" y="231233"/>
                </a:cubicBezTo>
                <a:cubicBezTo>
                  <a:pt x="117400" y="230725"/>
                  <a:pt x="116675" y="229464"/>
                  <a:pt x="115452" y="229014"/>
                </a:cubicBezTo>
                <a:cubicBezTo>
                  <a:pt x="113542" y="228307"/>
                  <a:pt x="109668" y="228124"/>
                  <a:pt x="108793" y="225869"/>
                </a:cubicBezTo>
                <a:cubicBezTo>
                  <a:pt x="108536" y="225205"/>
                  <a:pt x="108793" y="223410"/>
                  <a:pt x="108793" y="222725"/>
                </a:cubicBezTo>
                <a:lnTo>
                  <a:pt x="108793" y="212365"/>
                </a:lnTo>
                <a:cubicBezTo>
                  <a:pt x="108793" y="211065"/>
                  <a:pt x="109042" y="209393"/>
                  <a:pt x="108793" y="208111"/>
                </a:cubicBezTo>
                <a:cubicBezTo>
                  <a:pt x="108556" y="206897"/>
                  <a:pt x="107682" y="206047"/>
                  <a:pt x="107498" y="204782"/>
                </a:cubicBezTo>
                <a:cubicBezTo>
                  <a:pt x="107076" y="201873"/>
                  <a:pt x="108056" y="198785"/>
                  <a:pt x="107498" y="195903"/>
                </a:cubicBezTo>
                <a:cubicBezTo>
                  <a:pt x="107375" y="195274"/>
                  <a:pt x="106864" y="194686"/>
                  <a:pt x="106759" y="194053"/>
                </a:cubicBezTo>
                <a:cubicBezTo>
                  <a:pt x="106343" y="191537"/>
                  <a:pt x="107129" y="188828"/>
                  <a:pt x="107129" y="186283"/>
                </a:cubicBezTo>
                <a:cubicBezTo>
                  <a:pt x="107129" y="184143"/>
                  <a:pt x="106048" y="181207"/>
                  <a:pt x="106759" y="179069"/>
                </a:cubicBezTo>
                <a:cubicBezTo>
                  <a:pt x="107971" y="175426"/>
                  <a:pt x="113315" y="174797"/>
                  <a:pt x="115453" y="172041"/>
                </a:cubicBezTo>
                <a:cubicBezTo>
                  <a:pt x="116533" y="170648"/>
                  <a:pt x="117666" y="166693"/>
                  <a:pt x="118598" y="164826"/>
                </a:cubicBezTo>
                <a:cubicBezTo>
                  <a:pt x="119444" y="163129"/>
                  <a:pt x="120023" y="160434"/>
                  <a:pt x="119708" y="158537"/>
                </a:cubicBezTo>
                <a:cubicBezTo>
                  <a:pt x="119392" y="156639"/>
                  <a:pt x="118228" y="156897"/>
                  <a:pt x="118228" y="154098"/>
                </a:cubicBezTo>
                <a:cubicBezTo>
                  <a:pt x="118228" y="153701"/>
                  <a:pt x="117925" y="153063"/>
                  <a:pt x="118228" y="152802"/>
                </a:cubicBezTo>
                <a:cubicBezTo>
                  <a:pt x="118713" y="152380"/>
                  <a:pt x="118481" y="154234"/>
                  <a:pt x="118967" y="154652"/>
                </a:cubicBezTo>
                <a:cubicBezTo>
                  <a:pt x="119241" y="154893"/>
                  <a:pt x="119764" y="154657"/>
                  <a:pt x="120077" y="154833"/>
                </a:cubicBezTo>
                <a:cubicBezTo>
                  <a:pt x="122834" y="156414"/>
                  <a:pt x="119829" y="155023"/>
                  <a:pt x="121372" y="156684"/>
                </a:cubicBezTo>
                <a:cubicBezTo>
                  <a:pt x="121937" y="157296"/>
                  <a:pt x="128472" y="158718"/>
                  <a:pt x="129696" y="158718"/>
                </a:cubicBezTo>
                <a:cubicBezTo>
                  <a:pt x="131742" y="158718"/>
                  <a:pt x="133441" y="155901"/>
                  <a:pt x="134690" y="154649"/>
                </a:cubicBezTo>
                <a:cubicBezTo>
                  <a:pt x="135574" y="153763"/>
                  <a:pt x="142581" y="149390"/>
                  <a:pt x="143569" y="149284"/>
                </a:cubicBezTo>
                <a:cubicBezTo>
                  <a:pt x="146566" y="148965"/>
                  <a:pt x="150388" y="148965"/>
                  <a:pt x="153373" y="149284"/>
                </a:cubicBezTo>
                <a:cubicBezTo>
                  <a:pt x="154662" y="149422"/>
                  <a:pt x="155938" y="150069"/>
                  <a:pt x="157258" y="150208"/>
                </a:cubicBezTo>
                <a:cubicBezTo>
                  <a:pt x="158476" y="150337"/>
                  <a:pt x="159773" y="150122"/>
                  <a:pt x="160957" y="150389"/>
                </a:cubicBezTo>
                <a:cubicBezTo>
                  <a:pt x="162497" y="150717"/>
                  <a:pt x="164243" y="152359"/>
                  <a:pt x="165952" y="151870"/>
                </a:cubicBezTo>
                <a:cubicBezTo>
                  <a:pt x="167016" y="151559"/>
                  <a:pt x="167071" y="150952"/>
                  <a:pt x="167986" y="150389"/>
                </a:cubicBezTo>
                <a:cubicBezTo>
                  <a:pt x="168992" y="149769"/>
                  <a:pt x="170365" y="149235"/>
                  <a:pt x="171501" y="148910"/>
                </a:cubicBezTo>
                <a:cubicBezTo>
                  <a:pt x="171848" y="148815"/>
                  <a:pt x="172404" y="148823"/>
                  <a:pt x="172611" y="148539"/>
                </a:cubicBezTo>
                <a:cubicBezTo>
                  <a:pt x="172949" y="148065"/>
                  <a:pt x="172585" y="146209"/>
                  <a:pt x="172797" y="145579"/>
                </a:cubicBezTo>
                <a:cubicBezTo>
                  <a:pt x="172915" y="145226"/>
                  <a:pt x="173907" y="144092"/>
                  <a:pt x="173907" y="143545"/>
                </a:cubicBezTo>
                <a:cubicBezTo>
                  <a:pt x="173907" y="143226"/>
                  <a:pt x="173436" y="142924"/>
                  <a:pt x="173538" y="142620"/>
                </a:cubicBezTo>
                <a:cubicBezTo>
                  <a:pt x="173705" y="142111"/>
                  <a:pt x="174323" y="141921"/>
                  <a:pt x="174647" y="141510"/>
                </a:cubicBezTo>
                <a:cubicBezTo>
                  <a:pt x="176081" y="139661"/>
                  <a:pt x="178675" y="138062"/>
                  <a:pt x="179826" y="136330"/>
                </a:cubicBezTo>
                <a:cubicBezTo>
                  <a:pt x="180528" y="135274"/>
                  <a:pt x="180636" y="133598"/>
                  <a:pt x="181307" y="132446"/>
                </a:cubicBezTo>
                <a:cubicBezTo>
                  <a:pt x="183229" y="129142"/>
                  <a:pt x="185414" y="126254"/>
                  <a:pt x="188150" y="123567"/>
                </a:cubicBezTo>
                <a:cubicBezTo>
                  <a:pt x="188916" y="122817"/>
                  <a:pt x="189899" y="122193"/>
                  <a:pt x="190555" y="121348"/>
                </a:cubicBezTo>
                <a:cubicBezTo>
                  <a:pt x="191120" y="120623"/>
                  <a:pt x="190813" y="119308"/>
                  <a:pt x="192035" y="118943"/>
                </a:cubicBezTo>
                <a:cubicBezTo>
                  <a:pt x="194373" y="116360"/>
                  <a:pt x="196806" y="115714"/>
                  <a:pt x="198694" y="112468"/>
                </a:cubicBezTo>
                <a:cubicBezTo>
                  <a:pt x="199792" y="110581"/>
                  <a:pt x="200847" y="107054"/>
                  <a:pt x="201099" y="104884"/>
                </a:cubicBezTo>
                <a:cubicBezTo>
                  <a:pt x="201295" y="103221"/>
                  <a:pt x="200667" y="101475"/>
                  <a:pt x="200360" y="99890"/>
                </a:cubicBezTo>
                <a:cubicBezTo>
                  <a:pt x="200153" y="98833"/>
                  <a:pt x="200538" y="97623"/>
                  <a:pt x="200360" y="96560"/>
                </a:cubicBezTo>
                <a:cubicBezTo>
                  <a:pt x="199842" y="93458"/>
                  <a:pt x="198737" y="90497"/>
                  <a:pt x="198325" y="87311"/>
                </a:cubicBezTo>
                <a:cubicBezTo>
                  <a:pt x="198199" y="86340"/>
                  <a:pt x="198513" y="85311"/>
                  <a:pt x="198325" y="84352"/>
                </a:cubicBezTo>
                <a:cubicBezTo>
                  <a:pt x="198013" y="82743"/>
                  <a:pt x="197156" y="81147"/>
                  <a:pt x="196845" y="79542"/>
                </a:cubicBezTo>
                <a:cubicBezTo>
                  <a:pt x="196320" y="76834"/>
                  <a:pt x="193954" y="75619"/>
                  <a:pt x="192405" y="73623"/>
                </a:cubicBezTo>
                <a:cubicBezTo>
                  <a:pt x="190927" y="71716"/>
                  <a:pt x="189379" y="70024"/>
                  <a:pt x="187781" y="68258"/>
                </a:cubicBezTo>
                <a:cubicBezTo>
                  <a:pt x="186767" y="67137"/>
                  <a:pt x="186177" y="65565"/>
                  <a:pt x="185006" y="64558"/>
                </a:cubicBezTo>
                <a:cubicBezTo>
                  <a:pt x="183835" y="63551"/>
                  <a:pt x="181608" y="63221"/>
                  <a:pt x="180567" y="61969"/>
                </a:cubicBezTo>
                <a:cubicBezTo>
                  <a:pt x="179600" y="60805"/>
                  <a:pt x="179120" y="58950"/>
                  <a:pt x="178162" y="57715"/>
                </a:cubicBezTo>
                <a:cubicBezTo>
                  <a:pt x="177288" y="56587"/>
                  <a:pt x="175641" y="56005"/>
                  <a:pt x="175017" y="54754"/>
                </a:cubicBezTo>
                <a:cubicBezTo>
                  <a:pt x="172940" y="50588"/>
                  <a:pt x="171163" y="46362"/>
                  <a:pt x="169838" y="41806"/>
                </a:cubicBezTo>
                <a:cubicBezTo>
                  <a:pt x="169558" y="40847"/>
                  <a:pt x="168917" y="39820"/>
                  <a:pt x="168728" y="38847"/>
                </a:cubicBezTo>
                <a:cubicBezTo>
                  <a:pt x="168041" y="35305"/>
                  <a:pt x="167711" y="31692"/>
                  <a:pt x="167248" y="28118"/>
                </a:cubicBezTo>
                <a:cubicBezTo>
                  <a:pt x="167132" y="27223"/>
                  <a:pt x="166607" y="26935"/>
                  <a:pt x="166323" y="26083"/>
                </a:cubicBezTo>
                <a:cubicBezTo>
                  <a:pt x="165776" y="24438"/>
                  <a:pt x="165869" y="22220"/>
                  <a:pt x="165214" y="20534"/>
                </a:cubicBezTo>
                <a:cubicBezTo>
                  <a:pt x="164585" y="18913"/>
                  <a:pt x="163142" y="17706"/>
                  <a:pt x="162439" y="16094"/>
                </a:cubicBezTo>
                <a:cubicBezTo>
                  <a:pt x="161985" y="15050"/>
                  <a:pt x="161828" y="12956"/>
                  <a:pt x="160959" y="12209"/>
                </a:cubicBezTo>
                <a:cubicBezTo>
                  <a:pt x="160000" y="11382"/>
                  <a:pt x="158007" y="11554"/>
                  <a:pt x="156889" y="11285"/>
                </a:cubicBezTo>
                <a:cubicBezTo>
                  <a:pt x="155503" y="10948"/>
                  <a:pt x="153979" y="10300"/>
                  <a:pt x="152635" y="9804"/>
                </a:cubicBezTo>
                <a:cubicBezTo>
                  <a:pt x="151637" y="9434"/>
                  <a:pt x="150483" y="9623"/>
                  <a:pt x="149490" y="9253"/>
                </a:cubicBezTo>
                <a:cubicBezTo>
                  <a:pt x="149062" y="9089"/>
                  <a:pt x="148934" y="8597"/>
                  <a:pt x="148565" y="8328"/>
                </a:cubicBezTo>
                <a:cubicBezTo>
                  <a:pt x="146595" y="6876"/>
                  <a:pt x="144983" y="5942"/>
                  <a:pt x="142646" y="5368"/>
                </a:cubicBezTo>
                <a:cubicBezTo>
                  <a:pt x="142296" y="5282"/>
                  <a:pt x="141893" y="4946"/>
                  <a:pt x="141536" y="4997"/>
                </a:cubicBezTo>
                <a:cubicBezTo>
                  <a:pt x="140741" y="5110"/>
                  <a:pt x="140280" y="6101"/>
                  <a:pt x="139501" y="6293"/>
                </a:cubicBezTo>
                <a:cubicBezTo>
                  <a:pt x="137486" y="6793"/>
                  <a:pt x="134584" y="6646"/>
                  <a:pt x="132472" y="6474"/>
                </a:cubicBezTo>
                <a:cubicBezTo>
                  <a:pt x="129353" y="6232"/>
                  <a:pt x="122519" y="5646"/>
                  <a:pt x="119708" y="4439"/>
                </a:cubicBezTo>
                <a:lnTo>
                  <a:pt x="115084" y="2403"/>
                </a:lnTo>
                <a:cubicBezTo>
                  <a:pt x="114188" y="2024"/>
                  <a:pt x="113102" y="2041"/>
                  <a:pt x="112310" y="1479"/>
                </a:cubicBezTo>
                <a:cubicBezTo>
                  <a:pt x="111880" y="1177"/>
                  <a:pt x="111630" y="492"/>
                  <a:pt x="111200" y="184"/>
                </a:cubicBezTo>
                <a:cubicBezTo>
                  <a:pt x="110561" y="-273"/>
                  <a:pt x="106029" y="-558"/>
                  <a:pt x="105280" y="-558"/>
                </a:cubicBezTo>
                <a:close/>
                <a:moveTo>
                  <a:pt x="100282" y="20365"/>
                </a:moveTo>
                <a:cubicBezTo>
                  <a:pt x="100837" y="20279"/>
                  <a:pt x="101207" y="20598"/>
                  <a:pt x="101207" y="21290"/>
                </a:cubicBezTo>
                <a:cubicBezTo>
                  <a:pt x="101207" y="21652"/>
                  <a:pt x="100335" y="21204"/>
                  <a:pt x="100097" y="21471"/>
                </a:cubicBezTo>
                <a:cubicBezTo>
                  <a:pt x="99900" y="21695"/>
                  <a:pt x="100166" y="22110"/>
                  <a:pt x="100097" y="22396"/>
                </a:cubicBezTo>
                <a:cubicBezTo>
                  <a:pt x="99896" y="23430"/>
                  <a:pt x="99327" y="24287"/>
                  <a:pt x="99172" y="25356"/>
                </a:cubicBezTo>
                <a:cubicBezTo>
                  <a:pt x="98950" y="26865"/>
                  <a:pt x="98758" y="28449"/>
                  <a:pt x="98433" y="29980"/>
                </a:cubicBezTo>
                <a:cubicBezTo>
                  <a:pt x="97366" y="35016"/>
                  <a:pt x="98941" y="26314"/>
                  <a:pt x="97324" y="32570"/>
                </a:cubicBezTo>
                <a:cubicBezTo>
                  <a:pt x="97050" y="33625"/>
                  <a:pt x="97306" y="35247"/>
                  <a:pt x="96955" y="36269"/>
                </a:cubicBezTo>
                <a:cubicBezTo>
                  <a:pt x="96315" y="38101"/>
                  <a:pt x="95236" y="39361"/>
                  <a:pt x="94920" y="41264"/>
                </a:cubicBezTo>
                <a:cubicBezTo>
                  <a:pt x="94786" y="42066"/>
                  <a:pt x="92439" y="44891"/>
                  <a:pt x="91405" y="44594"/>
                </a:cubicBezTo>
                <a:cubicBezTo>
                  <a:pt x="90067" y="44214"/>
                  <a:pt x="90144" y="41692"/>
                  <a:pt x="89370" y="40894"/>
                </a:cubicBezTo>
                <a:cubicBezTo>
                  <a:pt x="89118" y="40635"/>
                  <a:pt x="88534" y="40980"/>
                  <a:pt x="88260" y="40713"/>
                </a:cubicBezTo>
                <a:cubicBezTo>
                  <a:pt x="87354" y="39928"/>
                  <a:pt x="87226" y="38163"/>
                  <a:pt x="85856" y="37754"/>
                </a:cubicBezTo>
                <a:cubicBezTo>
                  <a:pt x="82608" y="28582"/>
                  <a:pt x="86006" y="28310"/>
                  <a:pt x="89370" y="28135"/>
                </a:cubicBezTo>
                <a:cubicBezTo>
                  <a:pt x="90397" y="28048"/>
                  <a:pt x="92108" y="28575"/>
                  <a:pt x="92885" y="27574"/>
                </a:cubicBezTo>
                <a:cubicBezTo>
                  <a:pt x="93141" y="27246"/>
                  <a:pt x="92945" y="26550"/>
                  <a:pt x="93255" y="26279"/>
                </a:cubicBezTo>
                <a:cubicBezTo>
                  <a:pt x="93521" y="26047"/>
                  <a:pt x="93887" y="26469"/>
                  <a:pt x="94180" y="26279"/>
                </a:cubicBezTo>
                <a:cubicBezTo>
                  <a:pt x="94798" y="25882"/>
                  <a:pt x="94590" y="24902"/>
                  <a:pt x="94919" y="24244"/>
                </a:cubicBezTo>
                <a:cubicBezTo>
                  <a:pt x="95221" y="23641"/>
                  <a:pt x="98616" y="20622"/>
                  <a:pt x="100283" y="20360"/>
                </a:cubicBezTo>
                <a:close/>
                <a:moveTo>
                  <a:pt x="26105" y="67535"/>
                </a:moveTo>
                <a:cubicBezTo>
                  <a:pt x="26854" y="67319"/>
                  <a:pt x="29038" y="69511"/>
                  <a:pt x="29435" y="69755"/>
                </a:cubicBezTo>
                <a:cubicBezTo>
                  <a:pt x="30053" y="70134"/>
                  <a:pt x="31179" y="69761"/>
                  <a:pt x="31655" y="70307"/>
                </a:cubicBezTo>
                <a:cubicBezTo>
                  <a:pt x="32183" y="70910"/>
                  <a:pt x="31741" y="71960"/>
                  <a:pt x="32023" y="72712"/>
                </a:cubicBezTo>
                <a:cubicBezTo>
                  <a:pt x="32050" y="72797"/>
                  <a:pt x="31998" y="72849"/>
                  <a:pt x="32023" y="72893"/>
                </a:cubicBezTo>
                <a:cubicBezTo>
                  <a:pt x="32675" y="74418"/>
                  <a:pt x="34050" y="75659"/>
                  <a:pt x="35353" y="76592"/>
                </a:cubicBezTo>
                <a:cubicBezTo>
                  <a:pt x="38811" y="79069"/>
                  <a:pt x="42531" y="76791"/>
                  <a:pt x="45527" y="78626"/>
                </a:cubicBezTo>
                <a:cubicBezTo>
                  <a:pt x="45849" y="78825"/>
                  <a:pt x="45955" y="79333"/>
                  <a:pt x="46266" y="79551"/>
                </a:cubicBezTo>
                <a:cubicBezTo>
                  <a:pt x="46565" y="79758"/>
                  <a:pt x="46917" y="79689"/>
                  <a:pt x="47191" y="79914"/>
                </a:cubicBezTo>
                <a:cubicBezTo>
                  <a:pt x="47493" y="80172"/>
                  <a:pt x="47795" y="85867"/>
                  <a:pt x="47562" y="86203"/>
                </a:cubicBezTo>
                <a:cubicBezTo>
                  <a:pt x="46574" y="87618"/>
                  <a:pt x="44257" y="87447"/>
                  <a:pt x="43122" y="88423"/>
                </a:cubicBezTo>
                <a:cubicBezTo>
                  <a:pt x="42879" y="88630"/>
                  <a:pt x="42997" y="89147"/>
                  <a:pt x="42752" y="89348"/>
                </a:cubicBezTo>
                <a:cubicBezTo>
                  <a:pt x="42185" y="89839"/>
                  <a:pt x="41345" y="89633"/>
                  <a:pt x="40717" y="89719"/>
                </a:cubicBezTo>
                <a:cubicBezTo>
                  <a:pt x="40735" y="91245"/>
                  <a:pt x="37812" y="90133"/>
                  <a:pt x="40717" y="89719"/>
                </a:cubicBezTo>
                <a:cubicBezTo>
                  <a:pt x="40701" y="88392"/>
                  <a:pt x="38440" y="85094"/>
                  <a:pt x="27769" y="77140"/>
                </a:cubicBezTo>
                <a:cubicBezTo>
                  <a:pt x="28465" y="76450"/>
                  <a:pt x="32745" y="74436"/>
                  <a:pt x="32023" y="72885"/>
                </a:cubicBezTo>
                <a:cubicBezTo>
                  <a:pt x="31675" y="72134"/>
                  <a:pt x="26918" y="71139"/>
                  <a:pt x="26105" y="69741"/>
                </a:cubicBezTo>
                <a:cubicBezTo>
                  <a:pt x="25903" y="69396"/>
                  <a:pt x="26105" y="68844"/>
                  <a:pt x="26105" y="68446"/>
                </a:cubicBezTo>
                <a:cubicBezTo>
                  <a:pt x="26105" y="68153"/>
                  <a:pt x="25816" y="67601"/>
                  <a:pt x="26105" y="67521"/>
                </a:cubicBezTo>
                <a:close/>
                <a:moveTo>
                  <a:pt x="60882" y="121734"/>
                </a:moveTo>
                <a:cubicBezTo>
                  <a:pt x="63439" y="121648"/>
                  <a:pt x="66988" y="122104"/>
                  <a:pt x="68835" y="122104"/>
                </a:cubicBezTo>
                <a:cubicBezTo>
                  <a:pt x="72093" y="122104"/>
                  <a:pt x="77844" y="121604"/>
                  <a:pt x="80305" y="124139"/>
                </a:cubicBezTo>
                <a:cubicBezTo>
                  <a:pt x="81238" y="125101"/>
                  <a:pt x="82184" y="127717"/>
                  <a:pt x="83079" y="128949"/>
                </a:cubicBezTo>
                <a:cubicBezTo>
                  <a:pt x="83820" y="129968"/>
                  <a:pt x="84843" y="130808"/>
                  <a:pt x="85484" y="131908"/>
                </a:cubicBezTo>
                <a:cubicBezTo>
                  <a:pt x="87300" y="135030"/>
                  <a:pt x="84834" y="136158"/>
                  <a:pt x="89369" y="137828"/>
                </a:cubicBezTo>
                <a:cubicBezTo>
                  <a:pt x="90048" y="138078"/>
                  <a:pt x="90686" y="138483"/>
                  <a:pt x="91403" y="138380"/>
                </a:cubicBezTo>
                <a:cubicBezTo>
                  <a:pt x="92198" y="138268"/>
                  <a:pt x="92886" y="137587"/>
                  <a:pt x="93622" y="137270"/>
                </a:cubicBezTo>
                <a:cubicBezTo>
                  <a:pt x="95835" y="136319"/>
                  <a:pt x="96334" y="134501"/>
                  <a:pt x="98062" y="133016"/>
                </a:cubicBezTo>
                <a:cubicBezTo>
                  <a:pt x="99473" y="131802"/>
                  <a:pt x="100849" y="130817"/>
                  <a:pt x="102502" y="129870"/>
                </a:cubicBezTo>
                <a:cubicBezTo>
                  <a:pt x="103108" y="129526"/>
                  <a:pt x="105360" y="127817"/>
                  <a:pt x="106016" y="128945"/>
                </a:cubicBezTo>
                <a:cubicBezTo>
                  <a:pt x="106178" y="129222"/>
                  <a:pt x="105709" y="129558"/>
                  <a:pt x="105647" y="129870"/>
                </a:cubicBezTo>
                <a:cubicBezTo>
                  <a:pt x="105578" y="130164"/>
                  <a:pt x="105844" y="130388"/>
                  <a:pt x="105647" y="130612"/>
                </a:cubicBezTo>
                <a:cubicBezTo>
                  <a:pt x="105409" y="130888"/>
                  <a:pt x="105035" y="130802"/>
                  <a:pt x="104722" y="130983"/>
                </a:cubicBezTo>
                <a:cubicBezTo>
                  <a:pt x="103497" y="131690"/>
                  <a:pt x="102011" y="132920"/>
                  <a:pt x="102317" y="134498"/>
                </a:cubicBezTo>
                <a:cubicBezTo>
                  <a:pt x="102545" y="135666"/>
                  <a:pt x="103485" y="136276"/>
                  <a:pt x="103981" y="137272"/>
                </a:cubicBezTo>
                <a:cubicBezTo>
                  <a:pt x="105385" y="140086"/>
                  <a:pt x="106069" y="144685"/>
                  <a:pt x="105461" y="147816"/>
                </a:cubicBezTo>
                <a:cubicBezTo>
                  <a:pt x="105160" y="149368"/>
                  <a:pt x="104994" y="148248"/>
                  <a:pt x="103611" y="148926"/>
                </a:cubicBezTo>
                <a:cubicBezTo>
                  <a:pt x="100181" y="150611"/>
                  <a:pt x="104330" y="149047"/>
                  <a:pt x="102317" y="150776"/>
                </a:cubicBezTo>
                <a:cubicBezTo>
                  <a:pt x="102042" y="151018"/>
                  <a:pt x="101481" y="150690"/>
                  <a:pt x="101207" y="150957"/>
                </a:cubicBezTo>
                <a:cubicBezTo>
                  <a:pt x="100586" y="151492"/>
                  <a:pt x="100744" y="159147"/>
                  <a:pt x="100468" y="160575"/>
                </a:cubicBezTo>
                <a:cubicBezTo>
                  <a:pt x="100284" y="161518"/>
                  <a:pt x="99602" y="166109"/>
                  <a:pt x="98434" y="166310"/>
                </a:cubicBezTo>
                <a:cubicBezTo>
                  <a:pt x="95988" y="166732"/>
                  <a:pt x="98272" y="162977"/>
                  <a:pt x="98434" y="162611"/>
                </a:cubicBezTo>
                <a:cubicBezTo>
                  <a:pt x="98901" y="161540"/>
                  <a:pt x="99448" y="157378"/>
                  <a:pt x="97324" y="157986"/>
                </a:cubicBezTo>
                <a:cubicBezTo>
                  <a:pt x="96553" y="158210"/>
                  <a:pt x="96008" y="158745"/>
                  <a:pt x="95289" y="159096"/>
                </a:cubicBezTo>
                <a:cubicBezTo>
                  <a:pt x="94838" y="159320"/>
                  <a:pt x="94153" y="159277"/>
                  <a:pt x="93809" y="159648"/>
                </a:cubicBezTo>
                <a:cubicBezTo>
                  <a:pt x="93603" y="159872"/>
                  <a:pt x="93918" y="160286"/>
                  <a:pt x="93809" y="160572"/>
                </a:cubicBezTo>
                <a:cubicBezTo>
                  <a:pt x="93363" y="161723"/>
                  <a:pt x="91940" y="162459"/>
                  <a:pt x="91404" y="163533"/>
                </a:cubicBezTo>
                <a:cubicBezTo>
                  <a:pt x="91115" y="164110"/>
                  <a:pt x="91802" y="164888"/>
                  <a:pt x="91034" y="165383"/>
                </a:cubicBezTo>
                <a:cubicBezTo>
                  <a:pt x="89979" y="166064"/>
                  <a:pt x="88914" y="164001"/>
                  <a:pt x="88260" y="163533"/>
                </a:cubicBezTo>
                <a:cubicBezTo>
                  <a:pt x="86378" y="162185"/>
                  <a:pt x="82941" y="161036"/>
                  <a:pt x="81416" y="159462"/>
                </a:cubicBezTo>
                <a:cubicBezTo>
                  <a:pt x="80508" y="158526"/>
                  <a:pt x="80552" y="157192"/>
                  <a:pt x="79936" y="156133"/>
                </a:cubicBezTo>
                <a:cubicBezTo>
                  <a:pt x="79262" y="154976"/>
                  <a:pt x="78475" y="154540"/>
                  <a:pt x="77531" y="153729"/>
                </a:cubicBezTo>
                <a:cubicBezTo>
                  <a:pt x="77131" y="153384"/>
                  <a:pt x="76768" y="152833"/>
                  <a:pt x="76421" y="152434"/>
                </a:cubicBezTo>
                <a:cubicBezTo>
                  <a:pt x="70505" y="146950"/>
                  <a:pt x="73625" y="147806"/>
                  <a:pt x="76791" y="147994"/>
                </a:cubicBezTo>
                <a:cubicBezTo>
                  <a:pt x="77167" y="147994"/>
                  <a:pt x="77299" y="147365"/>
                  <a:pt x="77530" y="147069"/>
                </a:cubicBezTo>
                <a:cubicBezTo>
                  <a:pt x="78086" y="146353"/>
                  <a:pt x="79046" y="145930"/>
                  <a:pt x="79195" y="145035"/>
                </a:cubicBezTo>
                <a:cubicBezTo>
                  <a:pt x="79264" y="144664"/>
                  <a:pt x="78778" y="144466"/>
                  <a:pt x="78641" y="144110"/>
                </a:cubicBezTo>
                <a:cubicBezTo>
                  <a:pt x="78336" y="143325"/>
                  <a:pt x="79046" y="142890"/>
                  <a:pt x="78641" y="142075"/>
                </a:cubicBezTo>
                <a:cubicBezTo>
                  <a:pt x="76344" y="137468"/>
                  <a:pt x="71416" y="148566"/>
                  <a:pt x="67357" y="146514"/>
                </a:cubicBezTo>
                <a:cubicBezTo>
                  <a:pt x="64614" y="145127"/>
                  <a:pt x="69827" y="140819"/>
                  <a:pt x="70502" y="137820"/>
                </a:cubicBezTo>
                <a:cubicBezTo>
                  <a:pt x="70588" y="137493"/>
                  <a:pt x="63654" y="135018"/>
                  <a:pt x="62918" y="134491"/>
                </a:cubicBezTo>
                <a:cubicBezTo>
                  <a:pt x="61560" y="133518"/>
                  <a:pt x="60335" y="132278"/>
                  <a:pt x="59034" y="131346"/>
                </a:cubicBezTo>
                <a:cubicBezTo>
                  <a:pt x="58623" y="131053"/>
                  <a:pt x="58149" y="130906"/>
                  <a:pt x="57738" y="130605"/>
                </a:cubicBezTo>
                <a:cubicBezTo>
                  <a:pt x="57432" y="130380"/>
                  <a:pt x="57307" y="130087"/>
                  <a:pt x="57000" y="129863"/>
                </a:cubicBezTo>
                <a:cubicBezTo>
                  <a:pt x="54827" y="128306"/>
                  <a:pt x="52179" y="128010"/>
                  <a:pt x="50341" y="125979"/>
                </a:cubicBezTo>
                <a:cubicBezTo>
                  <a:pt x="50165" y="125789"/>
                  <a:pt x="48731" y="123666"/>
                  <a:pt x="47751" y="122834"/>
                </a:cubicBezTo>
                <a:cubicBezTo>
                  <a:pt x="48795" y="123015"/>
                  <a:pt x="51276" y="123144"/>
                  <a:pt x="51820" y="123205"/>
                </a:cubicBezTo>
                <a:cubicBezTo>
                  <a:pt x="53073" y="123360"/>
                  <a:pt x="55057" y="123506"/>
                  <a:pt x="56260" y="123205"/>
                </a:cubicBezTo>
                <a:cubicBezTo>
                  <a:pt x="56748" y="123084"/>
                  <a:pt x="57276" y="122851"/>
                  <a:pt x="57739" y="122653"/>
                </a:cubicBezTo>
                <a:cubicBezTo>
                  <a:pt x="58085" y="122455"/>
                  <a:pt x="58278" y="122213"/>
                  <a:pt x="58665" y="122101"/>
                </a:cubicBezTo>
                <a:cubicBezTo>
                  <a:pt x="59191" y="121946"/>
                  <a:pt x="60032" y="121756"/>
                  <a:pt x="60884" y="121730"/>
                </a:cubicBezTo>
                <a:close/>
                <a:moveTo>
                  <a:pt x="47193" y="122475"/>
                </a:moveTo>
                <a:cubicBezTo>
                  <a:pt x="47304" y="122482"/>
                  <a:pt x="47403" y="122562"/>
                  <a:pt x="47563" y="122656"/>
                </a:cubicBezTo>
                <a:lnTo>
                  <a:pt x="46823" y="122656"/>
                </a:lnTo>
                <a:cubicBezTo>
                  <a:pt x="46866" y="122518"/>
                  <a:pt x="47085" y="122466"/>
                  <a:pt x="47193" y="122475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8" name="任意多边形: 形状 217">
            <a:extLst>
              <a:ext uri="{FF2B5EF4-FFF2-40B4-BE49-F238E27FC236}">
                <a16:creationId xmlns:a16="http://schemas.microsoft.com/office/drawing/2014/main" id="{D7C16120-4679-DFE6-358A-918AE271859C}"/>
              </a:ext>
            </a:extLst>
          </p:cNvPr>
          <p:cNvSpPr/>
          <p:nvPr/>
        </p:nvSpPr>
        <p:spPr>
          <a:xfrm>
            <a:off x="6928203" y="4589687"/>
            <a:ext cx="261714" cy="420552"/>
          </a:xfrm>
          <a:custGeom>
            <a:avLst/>
            <a:gdLst>
              <a:gd name="connsiteX0" fmla="*/ 14980 w 261714"/>
              <a:gd name="connsiteY0" fmla="*/ 292448 h 420552"/>
              <a:gd name="connsiteX1" fmla="*/ 354 w 261714"/>
              <a:gd name="connsiteY1" fmla="*/ 278785 h 420552"/>
              <a:gd name="connsiteX2" fmla="*/ 354 w 261714"/>
              <a:gd name="connsiteY2" fmla="*/ 273321 h 420552"/>
              <a:gd name="connsiteX3" fmla="*/ 1626 w 261714"/>
              <a:gd name="connsiteY3" fmla="*/ 267309 h 420552"/>
              <a:gd name="connsiteX4" fmla="*/ 9257 w 261714"/>
              <a:gd name="connsiteY4" fmla="*/ 261298 h 420552"/>
              <a:gd name="connsiteX5" fmla="*/ 7349 w 261714"/>
              <a:gd name="connsiteY5" fmla="*/ 260745 h 420552"/>
              <a:gd name="connsiteX6" fmla="*/ 13708 w 261714"/>
              <a:gd name="connsiteY6" fmla="*/ 255280 h 420552"/>
              <a:gd name="connsiteX7" fmla="*/ 24518 w 261714"/>
              <a:gd name="connsiteY7" fmla="*/ 252548 h 420552"/>
              <a:gd name="connsiteX8" fmla="*/ 24518 w 261714"/>
              <a:gd name="connsiteY8" fmla="*/ 247629 h 420552"/>
              <a:gd name="connsiteX9" fmla="*/ 20703 w 261714"/>
              <a:gd name="connsiteY9" fmla="*/ 243257 h 420552"/>
              <a:gd name="connsiteX10" fmla="*/ 16252 w 261714"/>
              <a:gd name="connsiteY10" fmla="*/ 233966 h 420552"/>
              <a:gd name="connsiteX11" fmla="*/ 11165 w 261714"/>
              <a:gd name="connsiteY11" fmla="*/ 224676 h 420552"/>
              <a:gd name="connsiteX12" fmla="*/ 27697 w 261714"/>
              <a:gd name="connsiteY12" fmla="*/ 213199 h 420552"/>
              <a:gd name="connsiteX13" fmla="*/ 24518 w 261714"/>
              <a:gd name="connsiteY13" fmla="*/ 206095 h 420552"/>
              <a:gd name="connsiteX14" fmla="*/ 21339 w 261714"/>
              <a:gd name="connsiteY14" fmla="*/ 199538 h 420552"/>
              <a:gd name="connsiteX15" fmla="*/ 18795 w 261714"/>
              <a:gd name="connsiteY15" fmla="*/ 198443 h 420552"/>
              <a:gd name="connsiteX16" fmla="*/ 13708 w 261714"/>
              <a:gd name="connsiteY16" fmla="*/ 194619 h 420552"/>
              <a:gd name="connsiteX17" fmla="*/ 4805 w 261714"/>
              <a:gd name="connsiteY17" fmla="*/ 186421 h 420552"/>
              <a:gd name="connsiteX18" fmla="*/ 7985 w 261714"/>
              <a:gd name="connsiteY18" fmla="*/ 175490 h 420552"/>
              <a:gd name="connsiteX19" fmla="*/ 9893 w 261714"/>
              <a:gd name="connsiteY19" fmla="*/ 175490 h 420552"/>
              <a:gd name="connsiteX20" fmla="*/ 11800 w 261714"/>
              <a:gd name="connsiteY20" fmla="*/ 174947 h 420552"/>
              <a:gd name="connsiteX21" fmla="*/ 13708 w 261714"/>
              <a:gd name="connsiteY21" fmla="*/ 174947 h 420552"/>
              <a:gd name="connsiteX22" fmla="*/ 11800 w 261714"/>
              <a:gd name="connsiteY22" fmla="*/ 173854 h 420552"/>
              <a:gd name="connsiteX23" fmla="*/ 6713 w 261714"/>
              <a:gd name="connsiteY23" fmla="*/ 168388 h 420552"/>
              <a:gd name="connsiteX24" fmla="*/ 4805 w 261714"/>
              <a:gd name="connsiteY24" fmla="*/ 155272 h 420552"/>
              <a:gd name="connsiteX25" fmla="*/ 8621 w 261714"/>
              <a:gd name="connsiteY25" fmla="*/ 150355 h 420552"/>
              <a:gd name="connsiteX26" fmla="*/ 12436 w 261714"/>
              <a:gd name="connsiteY26" fmla="*/ 150355 h 420552"/>
              <a:gd name="connsiteX27" fmla="*/ 25155 w 261714"/>
              <a:gd name="connsiteY27" fmla="*/ 147621 h 420552"/>
              <a:gd name="connsiteX28" fmla="*/ 28333 w 261714"/>
              <a:gd name="connsiteY28" fmla="*/ 144889 h 420552"/>
              <a:gd name="connsiteX29" fmla="*/ 37236 w 261714"/>
              <a:gd name="connsiteY29" fmla="*/ 139970 h 420552"/>
              <a:gd name="connsiteX30" fmla="*/ 40415 w 261714"/>
              <a:gd name="connsiteY30" fmla="*/ 133958 h 420552"/>
              <a:gd name="connsiteX31" fmla="*/ 42323 w 261714"/>
              <a:gd name="connsiteY31" fmla="*/ 133406 h 420552"/>
              <a:gd name="connsiteX32" fmla="*/ 41685 w 261714"/>
              <a:gd name="connsiteY32" fmla="*/ 127942 h 420552"/>
              <a:gd name="connsiteX33" fmla="*/ 41685 w 261714"/>
              <a:gd name="connsiteY33" fmla="*/ 121930 h 420552"/>
              <a:gd name="connsiteX34" fmla="*/ 39142 w 261714"/>
              <a:gd name="connsiteY34" fmla="*/ 114279 h 420552"/>
              <a:gd name="connsiteX35" fmla="*/ 40413 w 261714"/>
              <a:gd name="connsiteY35" fmla="*/ 103895 h 420552"/>
              <a:gd name="connsiteX36" fmla="*/ 37233 w 261714"/>
              <a:gd name="connsiteY36" fmla="*/ 101163 h 420552"/>
              <a:gd name="connsiteX37" fmla="*/ 35326 w 261714"/>
              <a:gd name="connsiteY37" fmla="*/ 92965 h 420552"/>
              <a:gd name="connsiteX38" fmla="*/ 34688 w 261714"/>
              <a:gd name="connsiteY38" fmla="*/ 91325 h 420552"/>
              <a:gd name="connsiteX39" fmla="*/ 43591 w 261714"/>
              <a:gd name="connsiteY39" fmla="*/ 89685 h 420552"/>
              <a:gd name="connsiteX40" fmla="*/ 56308 w 261714"/>
              <a:gd name="connsiteY40" fmla="*/ 89133 h 420552"/>
              <a:gd name="connsiteX41" fmla="*/ 72205 w 261714"/>
              <a:gd name="connsiteY41" fmla="*/ 93506 h 420552"/>
              <a:gd name="connsiteX42" fmla="*/ 79200 w 261714"/>
              <a:gd name="connsiteY42" fmla="*/ 67820 h 420552"/>
              <a:gd name="connsiteX43" fmla="*/ 88102 w 261714"/>
              <a:gd name="connsiteY43" fmla="*/ 61263 h 420552"/>
              <a:gd name="connsiteX44" fmla="*/ 95733 w 261714"/>
              <a:gd name="connsiteY44" fmla="*/ 63995 h 420552"/>
              <a:gd name="connsiteX45" fmla="*/ 99549 w 261714"/>
              <a:gd name="connsiteY45" fmla="*/ 64547 h 420552"/>
              <a:gd name="connsiteX46" fmla="*/ 104635 w 261714"/>
              <a:gd name="connsiteY46" fmla="*/ 66733 h 420552"/>
              <a:gd name="connsiteX47" fmla="*/ 112266 w 261714"/>
              <a:gd name="connsiteY47" fmla="*/ 64000 h 420552"/>
              <a:gd name="connsiteX48" fmla="*/ 121805 w 261714"/>
              <a:gd name="connsiteY48" fmla="*/ 62360 h 420552"/>
              <a:gd name="connsiteX49" fmla="*/ 126892 w 261714"/>
              <a:gd name="connsiteY49" fmla="*/ 49791 h 420552"/>
              <a:gd name="connsiteX50" fmla="*/ 125620 w 261714"/>
              <a:gd name="connsiteY50" fmla="*/ 46512 h 420552"/>
              <a:gd name="connsiteX51" fmla="*/ 125620 w 261714"/>
              <a:gd name="connsiteY51" fmla="*/ 40500 h 420552"/>
              <a:gd name="connsiteX52" fmla="*/ 125620 w 261714"/>
              <a:gd name="connsiteY52" fmla="*/ 36674 h 420552"/>
              <a:gd name="connsiteX53" fmla="*/ 133251 w 261714"/>
              <a:gd name="connsiteY53" fmla="*/ 31756 h 420552"/>
              <a:gd name="connsiteX54" fmla="*/ 145332 w 261714"/>
              <a:gd name="connsiteY54" fmla="*/ 36674 h 420552"/>
              <a:gd name="connsiteX55" fmla="*/ 158687 w 261714"/>
              <a:gd name="connsiteY55" fmla="*/ 40500 h 420552"/>
              <a:gd name="connsiteX56" fmla="*/ 177127 w 261714"/>
              <a:gd name="connsiteY56" fmla="*/ 48151 h 420552"/>
              <a:gd name="connsiteX57" fmla="*/ 189209 w 261714"/>
              <a:gd name="connsiteY57" fmla="*/ 33396 h 420552"/>
              <a:gd name="connsiteX58" fmla="*/ 193025 w 261714"/>
              <a:gd name="connsiteY58" fmla="*/ 30663 h 420552"/>
              <a:gd name="connsiteX59" fmla="*/ 199383 w 261714"/>
              <a:gd name="connsiteY59" fmla="*/ 19186 h 420552"/>
              <a:gd name="connsiteX60" fmla="*/ 199383 w 261714"/>
              <a:gd name="connsiteY60" fmla="*/ 8256 h 420552"/>
              <a:gd name="connsiteX61" fmla="*/ 209558 w 261714"/>
              <a:gd name="connsiteY61" fmla="*/ 4977 h 420552"/>
              <a:gd name="connsiteX62" fmla="*/ 214009 w 261714"/>
              <a:gd name="connsiteY62" fmla="*/ 2245 h 420552"/>
              <a:gd name="connsiteX63" fmla="*/ 215917 w 261714"/>
              <a:gd name="connsiteY63" fmla="*/ 605 h 420552"/>
              <a:gd name="connsiteX64" fmla="*/ 214009 w 261714"/>
              <a:gd name="connsiteY64" fmla="*/ -487 h 420552"/>
              <a:gd name="connsiteX65" fmla="*/ 217825 w 261714"/>
              <a:gd name="connsiteY65" fmla="*/ 3338 h 420552"/>
              <a:gd name="connsiteX66" fmla="*/ 224184 w 261714"/>
              <a:gd name="connsiteY66" fmla="*/ 11535 h 420552"/>
              <a:gd name="connsiteX67" fmla="*/ 228634 w 261714"/>
              <a:gd name="connsiteY67" fmla="*/ 16454 h 420552"/>
              <a:gd name="connsiteX68" fmla="*/ 232450 w 261714"/>
              <a:gd name="connsiteY68" fmla="*/ 21372 h 420552"/>
              <a:gd name="connsiteX69" fmla="*/ 234358 w 261714"/>
              <a:gd name="connsiteY69" fmla="*/ 22465 h 420552"/>
              <a:gd name="connsiteX70" fmla="*/ 238809 w 261714"/>
              <a:gd name="connsiteY70" fmla="*/ 32303 h 420552"/>
              <a:gd name="connsiteX71" fmla="*/ 245803 w 261714"/>
              <a:gd name="connsiteY71" fmla="*/ 33942 h 420552"/>
              <a:gd name="connsiteX72" fmla="*/ 248347 w 261714"/>
              <a:gd name="connsiteY72" fmla="*/ 38860 h 420552"/>
              <a:gd name="connsiteX73" fmla="*/ 255342 w 261714"/>
              <a:gd name="connsiteY73" fmla="*/ 47605 h 420552"/>
              <a:gd name="connsiteX74" fmla="*/ 253434 w 261714"/>
              <a:gd name="connsiteY74" fmla="*/ 57442 h 420552"/>
              <a:gd name="connsiteX75" fmla="*/ 251527 w 261714"/>
              <a:gd name="connsiteY75" fmla="*/ 58536 h 420552"/>
              <a:gd name="connsiteX76" fmla="*/ 247712 w 261714"/>
              <a:gd name="connsiteY76" fmla="*/ 65093 h 420552"/>
              <a:gd name="connsiteX77" fmla="*/ 245168 w 261714"/>
              <a:gd name="connsiteY77" fmla="*/ 78756 h 420552"/>
              <a:gd name="connsiteX78" fmla="*/ 246440 w 261714"/>
              <a:gd name="connsiteY78" fmla="*/ 84221 h 420552"/>
              <a:gd name="connsiteX79" fmla="*/ 241988 w 261714"/>
              <a:gd name="connsiteY79" fmla="*/ 91872 h 420552"/>
              <a:gd name="connsiteX80" fmla="*/ 238809 w 261714"/>
              <a:gd name="connsiteY80" fmla="*/ 104442 h 420552"/>
              <a:gd name="connsiteX81" fmla="*/ 240716 w 261714"/>
              <a:gd name="connsiteY81" fmla="*/ 113186 h 420552"/>
              <a:gd name="connsiteX82" fmla="*/ 241354 w 261714"/>
              <a:gd name="connsiteY82" fmla="*/ 118651 h 420552"/>
              <a:gd name="connsiteX83" fmla="*/ 243898 w 261714"/>
              <a:gd name="connsiteY83" fmla="*/ 124116 h 420552"/>
              <a:gd name="connsiteX84" fmla="*/ 245170 w 261714"/>
              <a:gd name="connsiteY84" fmla="*/ 132313 h 420552"/>
              <a:gd name="connsiteX85" fmla="*/ 246442 w 261714"/>
              <a:gd name="connsiteY85" fmla="*/ 133953 h 420552"/>
              <a:gd name="connsiteX86" fmla="*/ 247079 w 261714"/>
              <a:gd name="connsiteY86" fmla="*/ 139965 h 420552"/>
              <a:gd name="connsiteX87" fmla="*/ 248351 w 261714"/>
              <a:gd name="connsiteY87" fmla="*/ 144884 h 420552"/>
              <a:gd name="connsiteX88" fmla="*/ 245807 w 261714"/>
              <a:gd name="connsiteY88" fmla="*/ 152535 h 420552"/>
              <a:gd name="connsiteX89" fmla="*/ 238813 w 261714"/>
              <a:gd name="connsiteY89" fmla="*/ 159639 h 420552"/>
              <a:gd name="connsiteX90" fmla="*/ 238813 w 261714"/>
              <a:gd name="connsiteY90" fmla="*/ 175488 h 420552"/>
              <a:gd name="connsiteX91" fmla="*/ 245171 w 261714"/>
              <a:gd name="connsiteY91" fmla="*/ 183686 h 420552"/>
              <a:gd name="connsiteX92" fmla="*/ 250895 w 261714"/>
              <a:gd name="connsiteY92" fmla="*/ 194069 h 420552"/>
              <a:gd name="connsiteX93" fmla="*/ 252167 w 261714"/>
              <a:gd name="connsiteY93" fmla="*/ 195709 h 420552"/>
              <a:gd name="connsiteX94" fmla="*/ 254074 w 261714"/>
              <a:gd name="connsiteY94" fmla="*/ 196803 h 420552"/>
              <a:gd name="connsiteX95" fmla="*/ 254074 w 261714"/>
              <a:gd name="connsiteY95" fmla="*/ 202814 h 420552"/>
              <a:gd name="connsiteX96" fmla="*/ 255982 w 261714"/>
              <a:gd name="connsiteY96" fmla="*/ 204453 h 420552"/>
              <a:gd name="connsiteX97" fmla="*/ 256620 w 261714"/>
              <a:gd name="connsiteY97" fmla="*/ 208279 h 420552"/>
              <a:gd name="connsiteX98" fmla="*/ 259799 w 261714"/>
              <a:gd name="connsiteY98" fmla="*/ 214290 h 420552"/>
              <a:gd name="connsiteX99" fmla="*/ 259799 w 261714"/>
              <a:gd name="connsiteY99" fmla="*/ 216476 h 420552"/>
              <a:gd name="connsiteX100" fmla="*/ 261708 w 261714"/>
              <a:gd name="connsiteY100" fmla="*/ 223581 h 420552"/>
              <a:gd name="connsiteX101" fmla="*/ 257256 w 261714"/>
              <a:gd name="connsiteY101" fmla="*/ 230686 h 420552"/>
              <a:gd name="connsiteX102" fmla="*/ 251533 w 261714"/>
              <a:gd name="connsiteY102" fmla="*/ 238883 h 420552"/>
              <a:gd name="connsiteX103" fmla="*/ 242630 w 261714"/>
              <a:gd name="connsiteY103" fmla="*/ 245441 h 420552"/>
              <a:gd name="connsiteX104" fmla="*/ 241358 w 261714"/>
              <a:gd name="connsiteY104" fmla="*/ 251453 h 420552"/>
              <a:gd name="connsiteX105" fmla="*/ 250261 w 261714"/>
              <a:gd name="connsiteY105" fmla="*/ 268395 h 420552"/>
              <a:gd name="connsiteX106" fmla="*/ 250261 w 261714"/>
              <a:gd name="connsiteY106" fmla="*/ 270035 h 420552"/>
              <a:gd name="connsiteX107" fmla="*/ 254713 w 261714"/>
              <a:gd name="connsiteY107" fmla="*/ 275499 h 420552"/>
              <a:gd name="connsiteX108" fmla="*/ 252805 w 261714"/>
              <a:gd name="connsiteY108" fmla="*/ 287522 h 420552"/>
              <a:gd name="connsiteX109" fmla="*/ 251533 w 261714"/>
              <a:gd name="connsiteY109" fmla="*/ 297359 h 420552"/>
              <a:gd name="connsiteX110" fmla="*/ 247717 w 261714"/>
              <a:gd name="connsiteY110" fmla="*/ 312115 h 420552"/>
              <a:gd name="connsiteX111" fmla="*/ 248989 w 261714"/>
              <a:gd name="connsiteY111" fmla="*/ 320313 h 420552"/>
              <a:gd name="connsiteX112" fmla="*/ 244539 w 261714"/>
              <a:gd name="connsiteY112" fmla="*/ 321406 h 420552"/>
              <a:gd name="connsiteX113" fmla="*/ 240723 w 261714"/>
              <a:gd name="connsiteY113" fmla="*/ 323045 h 420552"/>
              <a:gd name="connsiteX114" fmla="*/ 231184 w 261714"/>
              <a:gd name="connsiteY114" fmla="*/ 323045 h 420552"/>
              <a:gd name="connsiteX115" fmla="*/ 228005 w 261714"/>
              <a:gd name="connsiteY115" fmla="*/ 325778 h 420552"/>
              <a:gd name="connsiteX116" fmla="*/ 218467 w 261714"/>
              <a:gd name="connsiteY116" fmla="*/ 328511 h 420552"/>
              <a:gd name="connsiteX117" fmla="*/ 211472 w 261714"/>
              <a:gd name="connsiteY117" fmla="*/ 332883 h 420552"/>
              <a:gd name="connsiteX118" fmla="*/ 198118 w 261714"/>
              <a:gd name="connsiteY118" fmla="*/ 333434 h 420552"/>
              <a:gd name="connsiteX119" fmla="*/ 186037 w 261714"/>
              <a:gd name="connsiteY119" fmla="*/ 331248 h 420552"/>
              <a:gd name="connsiteX120" fmla="*/ 178406 w 261714"/>
              <a:gd name="connsiteY120" fmla="*/ 337807 h 420552"/>
              <a:gd name="connsiteX121" fmla="*/ 168232 w 261714"/>
              <a:gd name="connsiteY121" fmla="*/ 338900 h 420552"/>
              <a:gd name="connsiteX122" fmla="*/ 154877 w 261714"/>
              <a:gd name="connsiteY122" fmla="*/ 344911 h 420552"/>
              <a:gd name="connsiteX123" fmla="*/ 151062 w 261714"/>
              <a:gd name="connsiteY123" fmla="*/ 344359 h 420552"/>
              <a:gd name="connsiteX124" fmla="*/ 148518 w 261714"/>
              <a:gd name="connsiteY124" fmla="*/ 341080 h 420552"/>
              <a:gd name="connsiteX125" fmla="*/ 144704 w 261714"/>
              <a:gd name="connsiteY125" fmla="*/ 338348 h 420552"/>
              <a:gd name="connsiteX126" fmla="*/ 140252 w 261714"/>
              <a:gd name="connsiteY126" fmla="*/ 335615 h 420552"/>
              <a:gd name="connsiteX127" fmla="*/ 136437 w 261714"/>
              <a:gd name="connsiteY127" fmla="*/ 335072 h 420552"/>
              <a:gd name="connsiteX128" fmla="*/ 133258 w 261714"/>
              <a:gd name="connsiteY128" fmla="*/ 342176 h 420552"/>
              <a:gd name="connsiteX129" fmla="*/ 134530 w 261714"/>
              <a:gd name="connsiteY129" fmla="*/ 343816 h 420552"/>
              <a:gd name="connsiteX130" fmla="*/ 134530 w 261714"/>
              <a:gd name="connsiteY130" fmla="*/ 349281 h 420552"/>
              <a:gd name="connsiteX131" fmla="*/ 135800 w 261714"/>
              <a:gd name="connsiteY131" fmla="*/ 352561 h 420552"/>
              <a:gd name="connsiteX132" fmla="*/ 135800 w 261714"/>
              <a:gd name="connsiteY132" fmla="*/ 358572 h 420552"/>
              <a:gd name="connsiteX133" fmla="*/ 137072 w 261714"/>
              <a:gd name="connsiteY133" fmla="*/ 361851 h 420552"/>
              <a:gd name="connsiteX134" fmla="*/ 137710 w 261714"/>
              <a:gd name="connsiteY134" fmla="*/ 372234 h 420552"/>
              <a:gd name="connsiteX135" fmla="*/ 137710 w 261714"/>
              <a:gd name="connsiteY135" fmla="*/ 383165 h 420552"/>
              <a:gd name="connsiteX136" fmla="*/ 144069 w 261714"/>
              <a:gd name="connsiteY136" fmla="*/ 388084 h 420552"/>
              <a:gd name="connsiteX137" fmla="*/ 144069 w 261714"/>
              <a:gd name="connsiteY137" fmla="*/ 391362 h 420552"/>
              <a:gd name="connsiteX138" fmla="*/ 145341 w 261714"/>
              <a:gd name="connsiteY138" fmla="*/ 393001 h 420552"/>
              <a:gd name="connsiteX139" fmla="*/ 147885 w 261714"/>
              <a:gd name="connsiteY139" fmla="*/ 400653 h 420552"/>
              <a:gd name="connsiteX140" fmla="*/ 149157 w 261714"/>
              <a:gd name="connsiteY140" fmla="*/ 402293 h 420552"/>
              <a:gd name="connsiteX141" fmla="*/ 150428 w 261714"/>
              <a:gd name="connsiteY141" fmla="*/ 405572 h 420552"/>
              <a:gd name="connsiteX142" fmla="*/ 152336 w 261714"/>
              <a:gd name="connsiteY142" fmla="*/ 406115 h 420552"/>
              <a:gd name="connsiteX143" fmla="*/ 154880 w 261714"/>
              <a:gd name="connsiteY143" fmla="*/ 408847 h 420552"/>
              <a:gd name="connsiteX144" fmla="*/ 160602 w 261714"/>
              <a:gd name="connsiteY144" fmla="*/ 411033 h 420552"/>
              <a:gd name="connsiteX145" fmla="*/ 159965 w 261714"/>
              <a:gd name="connsiteY145" fmla="*/ 419231 h 420552"/>
              <a:gd name="connsiteX146" fmla="*/ 148518 w 261714"/>
              <a:gd name="connsiteY146" fmla="*/ 417046 h 420552"/>
              <a:gd name="connsiteX147" fmla="*/ 144703 w 261714"/>
              <a:gd name="connsiteY147" fmla="*/ 414859 h 420552"/>
              <a:gd name="connsiteX148" fmla="*/ 134528 w 261714"/>
              <a:gd name="connsiteY148" fmla="*/ 413219 h 420552"/>
              <a:gd name="connsiteX149" fmla="*/ 125626 w 261714"/>
              <a:gd name="connsiteY149" fmla="*/ 410487 h 420552"/>
              <a:gd name="connsiteX150" fmla="*/ 104642 w 261714"/>
              <a:gd name="connsiteY150" fmla="*/ 411580 h 420552"/>
              <a:gd name="connsiteX151" fmla="*/ 94467 w 261714"/>
              <a:gd name="connsiteY151" fmla="*/ 411580 h 420552"/>
              <a:gd name="connsiteX152" fmla="*/ 88109 w 261714"/>
              <a:gd name="connsiteY152" fmla="*/ 409393 h 420552"/>
              <a:gd name="connsiteX153" fmla="*/ 79843 w 261714"/>
              <a:gd name="connsiteY153" fmla="*/ 408850 h 420552"/>
              <a:gd name="connsiteX154" fmla="*/ 71576 w 261714"/>
              <a:gd name="connsiteY154" fmla="*/ 407757 h 420552"/>
              <a:gd name="connsiteX155" fmla="*/ 69668 w 261714"/>
              <a:gd name="connsiteY155" fmla="*/ 407757 h 420552"/>
              <a:gd name="connsiteX156" fmla="*/ 74120 w 261714"/>
              <a:gd name="connsiteY156" fmla="*/ 406118 h 420552"/>
              <a:gd name="connsiteX157" fmla="*/ 77935 w 261714"/>
              <a:gd name="connsiteY157" fmla="*/ 402293 h 420552"/>
              <a:gd name="connsiteX158" fmla="*/ 86201 w 261714"/>
              <a:gd name="connsiteY158" fmla="*/ 399560 h 420552"/>
              <a:gd name="connsiteX159" fmla="*/ 86201 w 261714"/>
              <a:gd name="connsiteY159" fmla="*/ 394641 h 420552"/>
              <a:gd name="connsiteX160" fmla="*/ 88745 w 261714"/>
              <a:gd name="connsiteY160" fmla="*/ 391908 h 420552"/>
              <a:gd name="connsiteX161" fmla="*/ 88107 w 261714"/>
              <a:gd name="connsiteY161" fmla="*/ 382071 h 420552"/>
              <a:gd name="connsiteX162" fmla="*/ 91922 w 261714"/>
              <a:gd name="connsiteY162" fmla="*/ 366770 h 420552"/>
              <a:gd name="connsiteX163" fmla="*/ 91284 w 261714"/>
              <a:gd name="connsiteY163" fmla="*/ 344909 h 420552"/>
              <a:gd name="connsiteX164" fmla="*/ 95100 w 261714"/>
              <a:gd name="connsiteY164" fmla="*/ 337805 h 420552"/>
              <a:gd name="connsiteX165" fmla="*/ 91284 w 261714"/>
              <a:gd name="connsiteY165" fmla="*/ 326874 h 420552"/>
              <a:gd name="connsiteX166" fmla="*/ 91284 w 261714"/>
              <a:gd name="connsiteY166" fmla="*/ 321955 h 420552"/>
              <a:gd name="connsiteX167" fmla="*/ 86197 w 261714"/>
              <a:gd name="connsiteY167" fmla="*/ 323595 h 420552"/>
              <a:gd name="connsiteX168" fmla="*/ 84289 w 261714"/>
              <a:gd name="connsiteY168" fmla="*/ 324147 h 420552"/>
              <a:gd name="connsiteX169" fmla="*/ 77294 w 261714"/>
              <a:gd name="connsiteY169" fmla="*/ 330158 h 420552"/>
              <a:gd name="connsiteX170" fmla="*/ 67120 w 261714"/>
              <a:gd name="connsiteY170" fmla="*/ 339996 h 420552"/>
              <a:gd name="connsiteX171" fmla="*/ 59489 w 261714"/>
              <a:gd name="connsiteY171" fmla="*/ 324693 h 420552"/>
              <a:gd name="connsiteX172" fmla="*/ 63305 w 261714"/>
              <a:gd name="connsiteY172" fmla="*/ 316496 h 420552"/>
              <a:gd name="connsiteX173" fmla="*/ 61397 w 261714"/>
              <a:gd name="connsiteY173" fmla="*/ 316496 h 420552"/>
              <a:gd name="connsiteX174" fmla="*/ 55039 w 261714"/>
              <a:gd name="connsiteY174" fmla="*/ 317039 h 420552"/>
              <a:gd name="connsiteX175" fmla="*/ 44864 w 261714"/>
              <a:gd name="connsiteY175" fmla="*/ 324690 h 420552"/>
              <a:gd name="connsiteX176" fmla="*/ 32146 w 261714"/>
              <a:gd name="connsiteY176" fmla="*/ 323597 h 420552"/>
              <a:gd name="connsiteX177" fmla="*/ 29603 w 261714"/>
              <a:gd name="connsiteY177" fmla="*/ 317585 h 420552"/>
              <a:gd name="connsiteX178" fmla="*/ 14978 w 261714"/>
              <a:gd name="connsiteY178" fmla="*/ 292446 h 420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</a:cxnLst>
            <a:rect l="l" t="t" r="r" b="b"/>
            <a:pathLst>
              <a:path w="261714" h="420552">
                <a:moveTo>
                  <a:pt x="14980" y="292448"/>
                </a:moveTo>
                <a:cubicBezTo>
                  <a:pt x="13904" y="287647"/>
                  <a:pt x="1534" y="282839"/>
                  <a:pt x="354" y="278785"/>
                </a:cubicBezTo>
                <a:cubicBezTo>
                  <a:pt x="-155" y="277037"/>
                  <a:pt x="121" y="275128"/>
                  <a:pt x="354" y="273321"/>
                </a:cubicBezTo>
                <a:cubicBezTo>
                  <a:pt x="440" y="272882"/>
                  <a:pt x="1571" y="267402"/>
                  <a:pt x="1626" y="267309"/>
                </a:cubicBezTo>
                <a:cubicBezTo>
                  <a:pt x="2749" y="265379"/>
                  <a:pt x="9257" y="261404"/>
                  <a:pt x="9257" y="261298"/>
                </a:cubicBezTo>
                <a:cubicBezTo>
                  <a:pt x="9257" y="260633"/>
                  <a:pt x="7534" y="261384"/>
                  <a:pt x="7349" y="260745"/>
                </a:cubicBezTo>
                <a:cubicBezTo>
                  <a:pt x="7073" y="259800"/>
                  <a:pt x="12851" y="255648"/>
                  <a:pt x="13708" y="255280"/>
                </a:cubicBezTo>
                <a:cubicBezTo>
                  <a:pt x="14953" y="254745"/>
                  <a:pt x="24321" y="252717"/>
                  <a:pt x="24518" y="252548"/>
                </a:cubicBezTo>
                <a:cubicBezTo>
                  <a:pt x="25738" y="251499"/>
                  <a:pt x="25260" y="248740"/>
                  <a:pt x="24518" y="247629"/>
                </a:cubicBezTo>
                <a:cubicBezTo>
                  <a:pt x="19018" y="239358"/>
                  <a:pt x="26202" y="251529"/>
                  <a:pt x="20703" y="243257"/>
                </a:cubicBezTo>
                <a:cubicBezTo>
                  <a:pt x="18853" y="240475"/>
                  <a:pt x="17938" y="236866"/>
                  <a:pt x="16252" y="233966"/>
                </a:cubicBezTo>
                <a:cubicBezTo>
                  <a:pt x="14449" y="230868"/>
                  <a:pt x="11707" y="228407"/>
                  <a:pt x="11165" y="224676"/>
                </a:cubicBezTo>
                <a:cubicBezTo>
                  <a:pt x="9119" y="210615"/>
                  <a:pt x="24704" y="219204"/>
                  <a:pt x="27697" y="213199"/>
                </a:cubicBezTo>
                <a:cubicBezTo>
                  <a:pt x="29036" y="210514"/>
                  <a:pt x="25612" y="207975"/>
                  <a:pt x="24518" y="206095"/>
                </a:cubicBezTo>
                <a:cubicBezTo>
                  <a:pt x="23424" y="204214"/>
                  <a:pt x="23103" y="201053"/>
                  <a:pt x="21339" y="199538"/>
                </a:cubicBezTo>
                <a:cubicBezTo>
                  <a:pt x="20641" y="198934"/>
                  <a:pt x="19608" y="198882"/>
                  <a:pt x="18795" y="198443"/>
                </a:cubicBezTo>
                <a:cubicBezTo>
                  <a:pt x="12825" y="195236"/>
                  <a:pt x="19773" y="198529"/>
                  <a:pt x="13708" y="194619"/>
                </a:cubicBezTo>
                <a:cubicBezTo>
                  <a:pt x="9758" y="192072"/>
                  <a:pt x="7541" y="190536"/>
                  <a:pt x="4805" y="186421"/>
                </a:cubicBezTo>
                <a:cubicBezTo>
                  <a:pt x="2705" y="183262"/>
                  <a:pt x="4720" y="177156"/>
                  <a:pt x="7985" y="175490"/>
                </a:cubicBezTo>
                <a:cubicBezTo>
                  <a:pt x="8545" y="175197"/>
                  <a:pt x="9262" y="175586"/>
                  <a:pt x="9893" y="175490"/>
                </a:cubicBezTo>
                <a:cubicBezTo>
                  <a:pt x="10548" y="175396"/>
                  <a:pt x="11146" y="175042"/>
                  <a:pt x="11800" y="174947"/>
                </a:cubicBezTo>
                <a:cubicBezTo>
                  <a:pt x="12429" y="174852"/>
                  <a:pt x="13708" y="175577"/>
                  <a:pt x="13708" y="174947"/>
                </a:cubicBezTo>
                <a:cubicBezTo>
                  <a:pt x="13708" y="174215"/>
                  <a:pt x="12356" y="174327"/>
                  <a:pt x="11800" y="173854"/>
                </a:cubicBezTo>
                <a:cubicBezTo>
                  <a:pt x="10946" y="173121"/>
                  <a:pt x="7166" y="169167"/>
                  <a:pt x="6713" y="168388"/>
                </a:cubicBezTo>
                <a:cubicBezTo>
                  <a:pt x="5326" y="166004"/>
                  <a:pt x="3258" y="157932"/>
                  <a:pt x="4805" y="155272"/>
                </a:cubicBezTo>
                <a:cubicBezTo>
                  <a:pt x="5675" y="153778"/>
                  <a:pt x="6938" y="151077"/>
                  <a:pt x="8621" y="150355"/>
                </a:cubicBezTo>
                <a:cubicBezTo>
                  <a:pt x="9789" y="149854"/>
                  <a:pt x="11177" y="150536"/>
                  <a:pt x="12436" y="150355"/>
                </a:cubicBezTo>
                <a:cubicBezTo>
                  <a:pt x="16480" y="149777"/>
                  <a:pt x="21311" y="149273"/>
                  <a:pt x="25155" y="147621"/>
                </a:cubicBezTo>
                <a:cubicBezTo>
                  <a:pt x="28649" y="146119"/>
                  <a:pt x="25680" y="147173"/>
                  <a:pt x="28333" y="144889"/>
                </a:cubicBezTo>
                <a:cubicBezTo>
                  <a:pt x="30899" y="142684"/>
                  <a:pt x="34869" y="142411"/>
                  <a:pt x="37236" y="139970"/>
                </a:cubicBezTo>
                <a:cubicBezTo>
                  <a:pt x="38256" y="138918"/>
                  <a:pt x="39662" y="134768"/>
                  <a:pt x="40415" y="133958"/>
                </a:cubicBezTo>
                <a:cubicBezTo>
                  <a:pt x="40864" y="133475"/>
                  <a:pt x="41888" y="133872"/>
                  <a:pt x="42323" y="133406"/>
                </a:cubicBezTo>
                <a:cubicBezTo>
                  <a:pt x="43270" y="132321"/>
                  <a:pt x="41875" y="129057"/>
                  <a:pt x="41685" y="127942"/>
                </a:cubicBezTo>
                <a:cubicBezTo>
                  <a:pt x="41357" y="125990"/>
                  <a:pt x="41970" y="123889"/>
                  <a:pt x="41685" y="121930"/>
                </a:cubicBezTo>
                <a:cubicBezTo>
                  <a:pt x="41288" y="119201"/>
                  <a:pt x="39579" y="116913"/>
                  <a:pt x="39142" y="114279"/>
                </a:cubicBezTo>
                <a:cubicBezTo>
                  <a:pt x="38477" y="110281"/>
                  <a:pt x="41883" y="106423"/>
                  <a:pt x="40413" y="103895"/>
                </a:cubicBezTo>
                <a:cubicBezTo>
                  <a:pt x="38764" y="101060"/>
                  <a:pt x="39663" y="103248"/>
                  <a:pt x="37233" y="101163"/>
                </a:cubicBezTo>
                <a:cubicBezTo>
                  <a:pt x="35079" y="99310"/>
                  <a:pt x="35694" y="95499"/>
                  <a:pt x="35326" y="92965"/>
                </a:cubicBezTo>
                <a:cubicBezTo>
                  <a:pt x="35240" y="92388"/>
                  <a:pt x="34443" y="91857"/>
                  <a:pt x="34688" y="91325"/>
                </a:cubicBezTo>
                <a:cubicBezTo>
                  <a:pt x="35658" y="89241"/>
                  <a:pt x="41882" y="89979"/>
                  <a:pt x="43591" y="89685"/>
                </a:cubicBezTo>
                <a:cubicBezTo>
                  <a:pt x="48981" y="88759"/>
                  <a:pt x="50945" y="88481"/>
                  <a:pt x="56308" y="89133"/>
                </a:cubicBezTo>
                <a:cubicBezTo>
                  <a:pt x="62756" y="89927"/>
                  <a:pt x="64914" y="94290"/>
                  <a:pt x="72205" y="93506"/>
                </a:cubicBezTo>
                <a:cubicBezTo>
                  <a:pt x="89939" y="91601"/>
                  <a:pt x="71271" y="74636"/>
                  <a:pt x="79200" y="67820"/>
                </a:cubicBezTo>
                <a:cubicBezTo>
                  <a:pt x="80888" y="66370"/>
                  <a:pt x="86131" y="61451"/>
                  <a:pt x="88102" y="61263"/>
                </a:cubicBezTo>
                <a:cubicBezTo>
                  <a:pt x="91048" y="60978"/>
                  <a:pt x="93255" y="62929"/>
                  <a:pt x="95733" y="63995"/>
                </a:cubicBezTo>
                <a:cubicBezTo>
                  <a:pt x="99856" y="65767"/>
                  <a:pt x="95440" y="63529"/>
                  <a:pt x="99549" y="64547"/>
                </a:cubicBezTo>
                <a:cubicBezTo>
                  <a:pt x="101341" y="64978"/>
                  <a:pt x="102790" y="66733"/>
                  <a:pt x="104635" y="66733"/>
                </a:cubicBezTo>
                <a:cubicBezTo>
                  <a:pt x="107135" y="66733"/>
                  <a:pt x="109970" y="64658"/>
                  <a:pt x="112266" y="64000"/>
                </a:cubicBezTo>
                <a:cubicBezTo>
                  <a:pt x="115212" y="63155"/>
                  <a:pt x="118804" y="63216"/>
                  <a:pt x="121805" y="62360"/>
                </a:cubicBezTo>
                <a:cubicBezTo>
                  <a:pt x="127362" y="60768"/>
                  <a:pt x="127678" y="54522"/>
                  <a:pt x="126892" y="49791"/>
                </a:cubicBezTo>
                <a:cubicBezTo>
                  <a:pt x="126693" y="48634"/>
                  <a:pt x="125812" y="47669"/>
                  <a:pt x="125620" y="46512"/>
                </a:cubicBezTo>
                <a:cubicBezTo>
                  <a:pt x="125309" y="44636"/>
                  <a:pt x="125620" y="42411"/>
                  <a:pt x="125620" y="40500"/>
                </a:cubicBezTo>
                <a:cubicBezTo>
                  <a:pt x="125620" y="39226"/>
                  <a:pt x="125051" y="37816"/>
                  <a:pt x="125620" y="36674"/>
                </a:cubicBezTo>
                <a:cubicBezTo>
                  <a:pt x="126902" y="34104"/>
                  <a:pt x="130619" y="32402"/>
                  <a:pt x="133251" y="31756"/>
                </a:cubicBezTo>
                <a:cubicBezTo>
                  <a:pt x="137769" y="30647"/>
                  <a:pt x="141233" y="34914"/>
                  <a:pt x="145332" y="36674"/>
                </a:cubicBezTo>
                <a:cubicBezTo>
                  <a:pt x="149695" y="38548"/>
                  <a:pt x="154326" y="38313"/>
                  <a:pt x="158687" y="40500"/>
                </a:cubicBezTo>
                <a:cubicBezTo>
                  <a:pt x="162470" y="42397"/>
                  <a:pt x="172846" y="49203"/>
                  <a:pt x="177127" y="48151"/>
                </a:cubicBezTo>
                <a:cubicBezTo>
                  <a:pt x="183211" y="46657"/>
                  <a:pt x="186424" y="38183"/>
                  <a:pt x="189209" y="33396"/>
                </a:cubicBezTo>
                <a:cubicBezTo>
                  <a:pt x="190729" y="30783"/>
                  <a:pt x="190270" y="32354"/>
                  <a:pt x="193025" y="30663"/>
                </a:cubicBezTo>
                <a:cubicBezTo>
                  <a:pt x="196257" y="28679"/>
                  <a:pt x="198788" y="22772"/>
                  <a:pt x="199383" y="19186"/>
                </a:cubicBezTo>
                <a:cubicBezTo>
                  <a:pt x="199624" y="17727"/>
                  <a:pt x="198978" y="8678"/>
                  <a:pt x="199383" y="8256"/>
                </a:cubicBezTo>
                <a:cubicBezTo>
                  <a:pt x="201987" y="5572"/>
                  <a:pt x="206413" y="6178"/>
                  <a:pt x="209558" y="4977"/>
                </a:cubicBezTo>
                <a:cubicBezTo>
                  <a:pt x="211184" y="4356"/>
                  <a:pt x="212594" y="3258"/>
                  <a:pt x="214009" y="2245"/>
                </a:cubicBezTo>
                <a:cubicBezTo>
                  <a:pt x="214690" y="1753"/>
                  <a:pt x="215917" y="1442"/>
                  <a:pt x="215917" y="605"/>
                </a:cubicBezTo>
                <a:cubicBezTo>
                  <a:pt x="215917" y="-128"/>
                  <a:pt x="214683" y="-777"/>
                  <a:pt x="214009" y="-487"/>
                </a:cubicBezTo>
                <a:cubicBezTo>
                  <a:pt x="212355" y="220"/>
                  <a:pt x="216311" y="2362"/>
                  <a:pt x="217825" y="3338"/>
                </a:cubicBezTo>
                <a:cubicBezTo>
                  <a:pt x="220964" y="5361"/>
                  <a:pt x="222328" y="8347"/>
                  <a:pt x="224184" y="11535"/>
                </a:cubicBezTo>
                <a:cubicBezTo>
                  <a:pt x="228671" y="19248"/>
                  <a:pt x="223373" y="11294"/>
                  <a:pt x="228634" y="16454"/>
                </a:cubicBezTo>
                <a:cubicBezTo>
                  <a:pt x="233050" y="20791"/>
                  <a:pt x="228109" y="17643"/>
                  <a:pt x="232450" y="21372"/>
                </a:cubicBezTo>
                <a:cubicBezTo>
                  <a:pt x="233010" y="21846"/>
                  <a:pt x="233858" y="21933"/>
                  <a:pt x="234358" y="22465"/>
                </a:cubicBezTo>
                <a:cubicBezTo>
                  <a:pt x="236999" y="25303"/>
                  <a:pt x="235647" y="29585"/>
                  <a:pt x="238809" y="32303"/>
                </a:cubicBezTo>
                <a:cubicBezTo>
                  <a:pt x="241122" y="34290"/>
                  <a:pt x="243384" y="33053"/>
                  <a:pt x="245803" y="33942"/>
                </a:cubicBezTo>
                <a:cubicBezTo>
                  <a:pt x="248921" y="35090"/>
                  <a:pt x="247369" y="36900"/>
                  <a:pt x="248347" y="38860"/>
                </a:cubicBezTo>
                <a:cubicBezTo>
                  <a:pt x="250073" y="42321"/>
                  <a:pt x="254328" y="43684"/>
                  <a:pt x="255342" y="47605"/>
                </a:cubicBezTo>
                <a:cubicBezTo>
                  <a:pt x="255972" y="50056"/>
                  <a:pt x="255205" y="55542"/>
                  <a:pt x="253434" y="57442"/>
                </a:cubicBezTo>
                <a:cubicBezTo>
                  <a:pt x="252934" y="57977"/>
                  <a:pt x="252026" y="58002"/>
                  <a:pt x="251527" y="58536"/>
                </a:cubicBezTo>
                <a:cubicBezTo>
                  <a:pt x="250121" y="60046"/>
                  <a:pt x="248789" y="63240"/>
                  <a:pt x="247712" y="65093"/>
                </a:cubicBezTo>
                <a:cubicBezTo>
                  <a:pt x="246112" y="67842"/>
                  <a:pt x="244564" y="75643"/>
                  <a:pt x="245168" y="78756"/>
                </a:cubicBezTo>
                <a:cubicBezTo>
                  <a:pt x="245495" y="80427"/>
                  <a:pt x="247143" y="82405"/>
                  <a:pt x="246440" y="84221"/>
                </a:cubicBezTo>
                <a:cubicBezTo>
                  <a:pt x="245435" y="86810"/>
                  <a:pt x="243232" y="89377"/>
                  <a:pt x="241988" y="91872"/>
                </a:cubicBezTo>
                <a:cubicBezTo>
                  <a:pt x="240264" y="95330"/>
                  <a:pt x="238809" y="100618"/>
                  <a:pt x="238809" y="104442"/>
                </a:cubicBezTo>
                <a:cubicBezTo>
                  <a:pt x="238809" y="107359"/>
                  <a:pt x="240298" y="110308"/>
                  <a:pt x="240716" y="113186"/>
                </a:cubicBezTo>
                <a:cubicBezTo>
                  <a:pt x="240984" y="115028"/>
                  <a:pt x="241001" y="116834"/>
                  <a:pt x="241354" y="118651"/>
                </a:cubicBezTo>
                <a:cubicBezTo>
                  <a:pt x="241742" y="120673"/>
                  <a:pt x="243561" y="122084"/>
                  <a:pt x="243898" y="124116"/>
                </a:cubicBezTo>
                <a:cubicBezTo>
                  <a:pt x="244381" y="127038"/>
                  <a:pt x="243760" y="129488"/>
                  <a:pt x="245170" y="132313"/>
                </a:cubicBezTo>
                <a:cubicBezTo>
                  <a:pt x="245480" y="132934"/>
                  <a:pt x="246249" y="133290"/>
                  <a:pt x="246442" y="133953"/>
                </a:cubicBezTo>
                <a:cubicBezTo>
                  <a:pt x="246942" y="135678"/>
                  <a:pt x="246726" y="138143"/>
                  <a:pt x="247079" y="139965"/>
                </a:cubicBezTo>
                <a:cubicBezTo>
                  <a:pt x="247433" y="141787"/>
                  <a:pt x="248731" y="142928"/>
                  <a:pt x="248351" y="144884"/>
                </a:cubicBezTo>
                <a:cubicBezTo>
                  <a:pt x="247989" y="146771"/>
                  <a:pt x="247199" y="151040"/>
                  <a:pt x="245807" y="152535"/>
                </a:cubicBezTo>
                <a:cubicBezTo>
                  <a:pt x="243579" y="154929"/>
                  <a:pt x="240156" y="156176"/>
                  <a:pt x="238813" y="159639"/>
                </a:cubicBezTo>
                <a:cubicBezTo>
                  <a:pt x="238503" y="160450"/>
                  <a:pt x="238494" y="174656"/>
                  <a:pt x="238813" y="175488"/>
                </a:cubicBezTo>
                <a:cubicBezTo>
                  <a:pt x="240221" y="179117"/>
                  <a:pt x="243355" y="180561"/>
                  <a:pt x="245171" y="183686"/>
                </a:cubicBezTo>
                <a:cubicBezTo>
                  <a:pt x="247146" y="187079"/>
                  <a:pt x="248919" y="190675"/>
                  <a:pt x="250895" y="194069"/>
                </a:cubicBezTo>
                <a:cubicBezTo>
                  <a:pt x="251240" y="194664"/>
                  <a:pt x="251740" y="195162"/>
                  <a:pt x="252167" y="195709"/>
                </a:cubicBezTo>
                <a:cubicBezTo>
                  <a:pt x="252805" y="196080"/>
                  <a:pt x="253655" y="196200"/>
                  <a:pt x="254074" y="196803"/>
                </a:cubicBezTo>
                <a:cubicBezTo>
                  <a:pt x="254902" y="197983"/>
                  <a:pt x="253522" y="201552"/>
                  <a:pt x="254074" y="202814"/>
                </a:cubicBezTo>
                <a:cubicBezTo>
                  <a:pt x="254410" y="203581"/>
                  <a:pt x="255468" y="203791"/>
                  <a:pt x="255982" y="204453"/>
                </a:cubicBezTo>
                <a:cubicBezTo>
                  <a:pt x="257504" y="206415"/>
                  <a:pt x="255844" y="205950"/>
                  <a:pt x="256620" y="208279"/>
                </a:cubicBezTo>
                <a:cubicBezTo>
                  <a:pt x="257301" y="210314"/>
                  <a:pt x="259216" y="212033"/>
                  <a:pt x="259799" y="214290"/>
                </a:cubicBezTo>
                <a:cubicBezTo>
                  <a:pt x="259980" y="214997"/>
                  <a:pt x="259696" y="215755"/>
                  <a:pt x="259799" y="216476"/>
                </a:cubicBezTo>
                <a:cubicBezTo>
                  <a:pt x="260152" y="218884"/>
                  <a:pt x="261354" y="221149"/>
                  <a:pt x="261708" y="223581"/>
                </a:cubicBezTo>
                <a:cubicBezTo>
                  <a:pt x="262285" y="227550"/>
                  <a:pt x="259359" y="228155"/>
                  <a:pt x="257256" y="230686"/>
                </a:cubicBezTo>
                <a:cubicBezTo>
                  <a:pt x="255153" y="233216"/>
                  <a:pt x="254245" y="236885"/>
                  <a:pt x="251533" y="238883"/>
                </a:cubicBezTo>
                <a:cubicBezTo>
                  <a:pt x="248501" y="241116"/>
                  <a:pt x="244674" y="241929"/>
                  <a:pt x="242630" y="245441"/>
                </a:cubicBezTo>
                <a:cubicBezTo>
                  <a:pt x="241554" y="247291"/>
                  <a:pt x="241358" y="249382"/>
                  <a:pt x="241358" y="251453"/>
                </a:cubicBezTo>
                <a:cubicBezTo>
                  <a:pt x="241358" y="261416"/>
                  <a:pt x="247431" y="261096"/>
                  <a:pt x="250261" y="268395"/>
                </a:cubicBezTo>
                <a:cubicBezTo>
                  <a:pt x="250460" y="268903"/>
                  <a:pt x="250063" y="269525"/>
                  <a:pt x="250261" y="270035"/>
                </a:cubicBezTo>
                <a:cubicBezTo>
                  <a:pt x="251080" y="272156"/>
                  <a:pt x="253996" y="273344"/>
                  <a:pt x="254713" y="275499"/>
                </a:cubicBezTo>
                <a:cubicBezTo>
                  <a:pt x="255938" y="279186"/>
                  <a:pt x="253326" y="283941"/>
                  <a:pt x="252805" y="287522"/>
                </a:cubicBezTo>
                <a:cubicBezTo>
                  <a:pt x="252331" y="290795"/>
                  <a:pt x="252072" y="294094"/>
                  <a:pt x="251533" y="297359"/>
                </a:cubicBezTo>
                <a:cubicBezTo>
                  <a:pt x="250705" y="302319"/>
                  <a:pt x="248547" y="307124"/>
                  <a:pt x="247717" y="312115"/>
                </a:cubicBezTo>
                <a:cubicBezTo>
                  <a:pt x="247476" y="313560"/>
                  <a:pt x="250382" y="318816"/>
                  <a:pt x="248989" y="320313"/>
                </a:cubicBezTo>
                <a:cubicBezTo>
                  <a:pt x="247395" y="322027"/>
                  <a:pt x="246312" y="321150"/>
                  <a:pt x="244539" y="321406"/>
                </a:cubicBezTo>
                <a:cubicBezTo>
                  <a:pt x="240059" y="322044"/>
                  <a:pt x="245271" y="321742"/>
                  <a:pt x="240723" y="323045"/>
                </a:cubicBezTo>
                <a:cubicBezTo>
                  <a:pt x="237779" y="323891"/>
                  <a:pt x="234163" y="322313"/>
                  <a:pt x="231184" y="323045"/>
                </a:cubicBezTo>
                <a:cubicBezTo>
                  <a:pt x="224753" y="324625"/>
                  <a:pt x="231098" y="323132"/>
                  <a:pt x="228005" y="325778"/>
                </a:cubicBezTo>
                <a:cubicBezTo>
                  <a:pt x="228005" y="325778"/>
                  <a:pt x="219604" y="328022"/>
                  <a:pt x="218467" y="328511"/>
                </a:cubicBezTo>
                <a:cubicBezTo>
                  <a:pt x="215871" y="329626"/>
                  <a:pt x="214131" y="332502"/>
                  <a:pt x="211472" y="332883"/>
                </a:cubicBezTo>
                <a:cubicBezTo>
                  <a:pt x="210358" y="333047"/>
                  <a:pt x="198949" y="333547"/>
                  <a:pt x="198118" y="333434"/>
                </a:cubicBezTo>
                <a:cubicBezTo>
                  <a:pt x="194228" y="332874"/>
                  <a:pt x="190357" y="329656"/>
                  <a:pt x="186037" y="331248"/>
                </a:cubicBezTo>
                <a:cubicBezTo>
                  <a:pt x="182691" y="332481"/>
                  <a:pt x="181093" y="335958"/>
                  <a:pt x="178406" y="337807"/>
                </a:cubicBezTo>
                <a:cubicBezTo>
                  <a:pt x="175664" y="339692"/>
                  <a:pt x="171301" y="337574"/>
                  <a:pt x="168232" y="338900"/>
                </a:cubicBezTo>
                <a:cubicBezTo>
                  <a:pt x="163502" y="340932"/>
                  <a:pt x="160367" y="344911"/>
                  <a:pt x="154877" y="344911"/>
                </a:cubicBezTo>
                <a:cubicBezTo>
                  <a:pt x="153721" y="344911"/>
                  <a:pt x="152111" y="345083"/>
                  <a:pt x="151062" y="344359"/>
                </a:cubicBezTo>
                <a:cubicBezTo>
                  <a:pt x="149922" y="343575"/>
                  <a:pt x="149481" y="342074"/>
                  <a:pt x="148518" y="341080"/>
                </a:cubicBezTo>
                <a:cubicBezTo>
                  <a:pt x="147429" y="339956"/>
                  <a:pt x="145768" y="339493"/>
                  <a:pt x="144704" y="338348"/>
                </a:cubicBezTo>
                <a:cubicBezTo>
                  <a:pt x="142464" y="335941"/>
                  <a:pt x="144928" y="336285"/>
                  <a:pt x="140252" y="335615"/>
                </a:cubicBezTo>
                <a:cubicBezTo>
                  <a:pt x="139367" y="335486"/>
                  <a:pt x="137435" y="334497"/>
                  <a:pt x="136437" y="335072"/>
                </a:cubicBezTo>
                <a:cubicBezTo>
                  <a:pt x="134893" y="335956"/>
                  <a:pt x="132505" y="340236"/>
                  <a:pt x="133258" y="342176"/>
                </a:cubicBezTo>
                <a:cubicBezTo>
                  <a:pt x="133508" y="342814"/>
                  <a:pt x="134280" y="343171"/>
                  <a:pt x="134530" y="343816"/>
                </a:cubicBezTo>
                <a:cubicBezTo>
                  <a:pt x="135133" y="345370"/>
                  <a:pt x="134211" y="347632"/>
                  <a:pt x="134530" y="349281"/>
                </a:cubicBezTo>
                <a:cubicBezTo>
                  <a:pt x="134754" y="350432"/>
                  <a:pt x="135609" y="351404"/>
                  <a:pt x="135800" y="352561"/>
                </a:cubicBezTo>
                <a:cubicBezTo>
                  <a:pt x="136128" y="354510"/>
                  <a:pt x="135473" y="356622"/>
                  <a:pt x="135800" y="358572"/>
                </a:cubicBezTo>
                <a:cubicBezTo>
                  <a:pt x="135999" y="359728"/>
                  <a:pt x="136850" y="360699"/>
                  <a:pt x="137072" y="361851"/>
                </a:cubicBezTo>
                <a:cubicBezTo>
                  <a:pt x="137728" y="365227"/>
                  <a:pt x="137072" y="368852"/>
                  <a:pt x="137710" y="372234"/>
                </a:cubicBezTo>
                <a:cubicBezTo>
                  <a:pt x="138159" y="374552"/>
                  <a:pt x="136761" y="381532"/>
                  <a:pt x="137710" y="383165"/>
                </a:cubicBezTo>
                <a:cubicBezTo>
                  <a:pt x="138792" y="385024"/>
                  <a:pt x="142704" y="384563"/>
                  <a:pt x="144069" y="388084"/>
                </a:cubicBezTo>
                <a:cubicBezTo>
                  <a:pt x="144466" y="389102"/>
                  <a:pt x="143672" y="390343"/>
                  <a:pt x="144069" y="391362"/>
                </a:cubicBezTo>
                <a:cubicBezTo>
                  <a:pt x="144319" y="392009"/>
                  <a:pt x="144993" y="392404"/>
                  <a:pt x="145341" y="393001"/>
                </a:cubicBezTo>
                <a:cubicBezTo>
                  <a:pt x="146694" y="395328"/>
                  <a:pt x="146532" y="398328"/>
                  <a:pt x="147885" y="400653"/>
                </a:cubicBezTo>
                <a:cubicBezTo>
                  <a:pt x="148229" y="401248"/>
                  <a:pt x="148906" y="401647"/>
                  <a:pt x="149157" y="402293"/>
                </a:cubicBezTo>
                <a:cubicBezTo>
                  <a:pt x="149984" y="404430"/>
                  <a:pt x="147772" y="403746"/>
                  <a:pt x="150428" y="405572"/>
                </a:cubicBezTo>
                <a:cubicBezTo>
                  <a:pt x="150971" y="405942"/>
                  <a:pt x="151834" y="405684"/>
                  <a:pt x="152336" y="406115"/>
                </a:cubicBezTo>
                <a:cubicBezTo>
                  <a:pt x="156196" y="409433"/>
                  <a:pt x="148763" y="406227"/>
                  <a:pt x="154880" y="408847"/>
                </a:cubicBezTo>
                <a:cubicBezTo>
                  <a:pt x="156561" y="409562"/>
                  <a:pt x="159116" y="410010"/>
                  <a:pt x="160602" y="411033"/>
                </a:cubicBezTo>
                <a:cubicBezTo>
                  <a:pt x="163277" y="412872"/>
                  <a:pt x="161662" y="417410"/>
                  <a:pt x="159965" y="419231"/>
                </a:cubicBezTo>
                <a:cubicBezTo>
                  <a:pt x="157903" y="421446"/>
                  <a:pt x="150993" y="418260"/>
                  <a:pt x="148518" y="417046"/>
                </a:cubicBezTo>
                <a:cubicBezTo>
                  <a:pt x="147203" y="416390"/>
                  <a:pt x="146078" y="415366"/>
                  <a:pt x="144703" y="414859"/>
                </a:cubicBezTo>
                <a:cubicBezTo>
                  <a:pt x="141442" y="413658"/>
                  <a:pt x="137854" y="414040"/>
                  <a:pt x="134528" y="413219"/>
                </a:cubicBezTo>
                <a:cubicBezTo>
                  <a:pt x="131333" y="412434"/>
                  <a:pt x="129054" y="410855"/>
                  <a:pt x="125626" y="410487"/>
                </a:cubicBezTo>
                <a:cubicBezTo>
                  <a:pt x="118539" y="409719"/>
                  <a:pt x="111697" y="411580"/>
                  <a:pt x="104642" y="411580"/>
                </a:cubicBezTo>
                <a:cubicBezTo>
                  <a:pt x="101326" y="411580"/>
                  <a:pt x="97755" y="411985"/>
                  <a:pt x="94467" y="411580"/>
                </a:cubicBezTo>
                <a:cubicBezTo>
                  <a:pt x="92012" y="411278"/>
                  <a:pt x="90482" y="409685"/>
                  <a:pt x="88109" y="409393"/>
                </a:cubicBezTo>
                <a:cubicBezTo>
                  <a:pt x="85382" y="409057"/>
                  <a:pt x="82562" y="409238"/>
                  <a:pt x="79843" y="408850"/>
                </a:cubicBezTo>
                <a:cubicBezTo>
                  <a:pt x="76879" y="408427"/>
                  <a:pt x="74665" y="407757"/>
                  <a:pt x="71576" y="407757"/>
                </a:cubicBezTo>
                <a:cubicBezTo>
                  <a:pt x="70938" y="407757"/>
                  <a:pt x="69186" y="408172"/>
                  <a:pt x="69668" y="407757"/>
                </a:cubicBezTo>
                <a:cubicBezTo>
                  <a:pt x="70868" y="406726"/>
                  <a:pt x="72846" y="407051"/>
                  <a:pt x="74120" y="406118"/>
                </a:cubicBezTo>
                <a:cubicBezTo>
                  <a:pt x="75569" y="405050"/>
                  <a:pt x="76450" y="403313"/>
                  <a:pt x="77935" y="402293"/>
                </a:cubicBezTo>
                <a:cubicBezTo>
                  <a:pt x="80117" y="400792"/>
                  <a:pt x="84554" y="401922"/>
                  <a:pt x="86201" y="399560"/>
                </a:cubicBezTo>
                <a:cubicBezTo>
                  <a:pt x="86822" y="398671"/>
                  <a:pt x="85986" y="395734"/>
                  <a:pt x="86201" y="394641"/>
                </a:cubicBezTo>
                <a:cubicBezTo>
                  <a:pt x="87342" y="388757"/>
                  <a:pt x="86029" y="397745"/>
                  <a:pt x="88745" y="391908"/>
                </a:cubicBezTo>
                <a:cubicBezTo>
                  <a:pt x="88831" y="391787"/>
                  <a:pt x="87789" y="383719"/>
                  <a:pt x="88107" y="382071"/>
                </a:cubicBezTo>
                <a:cubicBezTo>
                  <a:pt x="88822" y="378400"/>
                  <a:pt x="92371" y="369471"/>
                  <a:pt x="91922" y="366770"/>
                </a:cubicBezTo>
                <a:cubicBezTo>
                  <a:pt x="91361" y="363401"/>
                  <a:pt x="90229" y="347632"/>
                  <a:pt x="91284" y="344909"/>
                </a:cubicBezTo>
                <a:cubicBezTo>
                  <a:pt x="92236" y="342454"/>
                  <a:pt x="94557" y="340602"/>
                  <a:pt x="95100" y="337805"/>
                </a:cubicBezTo>
                <a:cubicBezTo>
                  <a:pt x="95789" y="334269"/>
                  <a:pt x="91961" y="330364"/>
                  <a:pt x="91284" y="326874"/>
                </a:cubicBezTo>
                <a:cubicBezTo>
                  <a:pt x="91068" y="325780"/>
                  <a:pt x="91905" y="322844"/>
                  <a:pt x="91284" y="321955"/>
                </a:cubicBezTo>
                <a:cubicBezTo>
                  <a:pt x="89130" y="318870"/>
                  <a:pt x="87609" y="322619"/>
                  <a:pt x="86197" y="323595"/>
                </a:cubicBezTo>
                <a:cubicBezTo>
                  <a:pt x="85654" y="323966"/>
                  <a:pt x="84853" y="323793"/>
                  <a:pt x="84289" y="324147"/>
                </a:cubicBezTo>
                <a:cubicBezTo>
                  <a:pt x="81946" y="325586"/>
                  <a:pt x="79225" y="328166"/>
                  <a:pt x="77294" y="330158"/>
                </a:cubicBezTo>
                <a:cubicBezTo>
                  <a:pt x="72828" y="334765"/>
                  <a:pt x="74232" y="337958"/>
                  <a:pt x="67120" y="339996"/>
                </a:cubicBezTo>
                <a:cubicBezTo>
                  <a:pt x="62559" y="341303"/>
                  <a:pt x="58139" y="328173"/>
                  <a:pt x="59489" y="324693"/>
                </a:cubicBezTo>
                <a:cubicBezTo>
                  <a:pt x="60007" y="323370"/>
                  <a:pt x="65391" y="318290"/>
                  <a:pt x="63305" y="316496"/>
                </a:cubicBezTo>
                <a:cubicBezTo>
                  <a:pt x="62822" y="316082"/>
                  <a:pt x="62033" y="316496"/>
                  <a:pt x="61397" y="316496"/>
                </a:cubicBezTo>
                <a:cubicBezTo>
                  <a:pt x="59254" y="316496"/>
                  <a:pt x="57069" y="316169"/>
                  <a:pt x="55039" y="317039"/>
                </a:cubicBezTo>
                <a:cubicBezTo>
                  <a:pt x="51010" y="318770"/>
                  <a:pt x="48521" y="322595"/>
                  <a:pt x="44864" y="324690"/>
                </a:cubicBezTo>
                <a:cubicBezTo>
                  <a:pt x="41037" y="326882"/>
                  <a:pt x="34953" y="327214"/>
                  <a:pt x="32146" y="323597"/>
                </a:cubicBezTo>
                <a:cubicBezTo>
                  <a:pt x="30979" y="322092"/>
                  <a:pt x="29535" y="319607"/>
                  <a:pt x="29603" y="317585"/>
                </a:cubicBezTo>
                <a:cubicBezTo>
                  <a:pt x="29793" y="311925"/>
                  <a:pt x="30448" y="306291"/>
                  <a:pt x="14978" y="292446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9" name="任意多边形: 形状 218">
            <a:extLst>
              <a:ext uri="{FF2B5EF4-FFF2-40B4-BE49-F238E27FC236}">
                <a16:creationId xmlns:a16="http://schemas.microsoft.com/office/drawing/2014/main" id="{A2F630BD-0CA9-6CCF-AFF0-40DB3E639CBF}"/>
              </a:ext>
            </a:extLst>
          </p:cNvPr>
          <p:cNvSpPr/>
          <p:nvPr/>
        </p:nvSpPr>
        <p:spPr>
          <a:xfrm>
            <a:off x="7494974" y="4831880"/>
            <a:ext cx="163318" cy="304056"/>
          </a:xfrm>
          <a:custGeom>
            <a:avLst/>
            <a:gdLst>
              <a:gd name="connsiteX0" fmla="*/ 67 w 163318"/>
              <a:gd name="connsiteY0" fmla="*/ 251518 h 304056"/>
              <a:gd name="connsiteX1" fmla="*/ 88826 w 163318"/>
              <a:gd name="connsiteY1" fmla="*/ 56248 h 304056"/>
              <a:gd name="connsiteX2" fmla="*/ 103028 w 163318"/>
              <a:gd name="connsiteY2" fmla="*/ -558 h 304056"/>
              <a:gd name="connsiteX3" fmla="*/ 113679 w 163318"/>
              <a:gd name="connsiteY3" fmla="*/ 27845 h 304056"/>
              <a:gd name="connsiteX4" fmla="*/ 124330 w 163318"/>
              <a:gd name="connsiteY4" fmla="*/ 27845 h 304056"/>
              <a:gd name="connsiteX5" fmla="*/ 142082 w 163318"/>
              <a:gd name="connsiteY5" fmla="*/ 10094 h 304056"/>
              <a:gd name="connsiteX6" fmla="*/ 163385 w 163318"/>
              <a:gd name="connsiteY6" fmla="*/ 24295 h 304056"/>
              <a:gd name="connsiteX7" fmla="*/ 134981 w 163318"/>
              <a:gd name="connsiteY7" fmla="*/ 287026 h 304056"/>
              <a:gd name="connsiteX8" fmla="*/ 56873 w 163318"/>
              <a:gd name="connsiteY8" fmla="*/ 301228 h 304056"/>
              <a:gd name="connsiteX9" fmla="*/ 67 w 163318"/>
              <a:gd name="connsiteY9" fmla="*/ 251523 h 304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3318" h="304056">
                <a:moveTo>
                  <a:pt x="67" y="251518"/>
                </a:moveTo>
                <a:cubicBezTo>
                  <a:pt x="67" y="251518"/>
                  <a:pt x="78176" y="95299"/>
                  <a:pt x="88826" y="56248"/>
                </a:cubicBezTo>
                <a:cubicBezTo>
                  <a:pt x="99476" y="17197"/>
                  <a:pt x="103028" y="-558"/>
                  <a:pt x="103028" y="-558"/>
                </a:cubicBezTo>
                <a:lnTo>
                  <a:pt x="113679" y="27845"/>
                </a:lnTo>
                <a:lnTo>
                  <a:pt x="124330" y="27845"/>
                </a:lnTo>
                <a:lnTo>
                  <a:pt x="142082" y="10094"/>
                </a:lnTo>
                <a:lnTo>
                  <a:pt x="163385" y="24295"/>
                </a:lnTo>
                <a:cubicBezTo>
                  <a:pt x="163385" y="24295"/>
                  <a:pt x="117229" y="262168"/>
                  <a:pt x="134981" y="287026"/>
                </a:cubicBezTo>
                <a:cubicBezTo>
                  <a:pt x="152733" y="311884"/>
                  <a:pt x="56873" y="301228"/>
                  <a:pt x="56873" y="301228"/>
                </a:cubicBezTo>
                <a:lnTo>
                  <a:pt x="67" y="251523"/>
                </a:ln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20" name="任意多边形: 形状 219">
            <a:extLst>
              <a:ext uri="{FF2B5EF4-FFF2-40B4-BE49-F238E27FC236}">
                <a16:creationId xmlns:a16="http://schemas.microsoft.com/office/drawing/2014/main" id="{76FB902E-6921-4CE0-F542-0D9C71E09167}"/>
              </a:ext>
            </a:extLst>
          </p:cNvPr>
          <p:cNvSpPr/>
          <p:nvPr/>
        </p:nvSpPr>
        <p:spPr>
          <a:xfrm>
            <a:off x="7576644" y="4853134"/>
            <a:ext cx="69697" cy="280483"/>
          </a:xfrm>
          <a:custGeom>
            <a:avLst/>
            <a:gdLst>
              <a:gd name="connsiteX0" fmla="*/ 56873 w 69697"/>
              <a:gd name="connsiteY0" fmla="*/ -556 h 280483"/>
              <a:gd name="connsiteX1" fmla="*/ 14269 w 69697"/>
              <a:gd name="connsiteY1" fmla="*/ 212467 h 280483"/>
              <a:gd name="connsiteX2" fmla="*/ 67 w 69697"/>
              <a:gd name="connsiteY2" fmla="*/ 279925 h 280483"/>
              <a:gd name="connsiteX3" fmla="*/ 60423 w 69697"/>
              <a:gd name="connsiteY3" fmla="*/ 262174 h 280483"/>
              <a:gd name="connsiteX4" fmla="*/ 60423 w 69697"/>
              <a:gd name="connsiteY4" fmla="*/ 95305 h 280483"/>
              <a:gd name="connsiteX5" fmla="*/ 56873 w 69697"/>
              <a:gd name="connsiteY5" fmla="*/ -558 h 280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697" h="280483">
                <a:moveTo>
                  <a:pt x="56873" y="-556"/>
                </a:moveTo>
                <a:cubicBezTo>
                  <a:pt x="56873" y="-556"/>
                  <a:pt x="21369" y="184065"/>
                  <a:pt x="14269" y="212467"/>
                </a:cubicBezTo>
                <a:cubicBezTo>
                  <a:pt x="7168" y="240869"/>
                  <a:pt x="67" y="279925"/>
                  <a:pt x="67" y="279925"/>
                </a:cubicBezTo>
                <a:lnTo>
                  <a:pt x="60423" y="262174"/>
                </a:lnTo>
                <a:cubicBezTo>
                  <a:pt x="60423" y="262174"/>
                  <a:pt x="39122" y="184065"/>
                  <a:pt x="60423" y="95305"/>
                </a:cubicBezTo>
                <a:cubicBezTo>
                  <a:pt x="81724" y="6546"/>
                  <a:pt x="60423" y="2994"/>
                  <a:pt x="56873" y="-558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21" name="任意多边形: 形状 220">
            <a:extLst>
              <a:ext uri="{FF2B5EF4-FFF2-40B4-BE49-F238E27FC236}">
                <a16:creationId xmlns:a16="http://schemas.microsoft.com/office/drawing/2014/main" id="{86B35036-C12E-28BC-63CB-E195FB9CE38D}"/>
              </a:ext>
            </a:extLst>
          </p:cNvPr>
          <p:cNvSpPr/>
          <p:nvPr/>
        </p:nvSpPr>
        <p:spPr>
          <a:xfrm>
            <a:off x="7423988" y="4792813"/>
            <a:ext cx="365691" cy="184620"/>
          </a:xfrm>
          <a:custGeom>
            <a:avLst/>
            <a:gdLst>
              <a:gd name="connsiteX0" fmla="*/ 28470 w 365691"/>
              <a:gd name="connsiteY0" fmla="*/ 184062 h 184620"/>
              <a:gd name="connsiteX1" fmla="*/ 181138 w 365691"/>
              <a:gd name="connsiteY1" fmla="*/ 102403 h 184620"/>
              <a:gd name="connsiteX2" fmla="*/ 365759 w 365691"/>
              <a:gd name="connsiteY2" fmla="*/ 84652 h 184620"/>
              <a:gd name="connsiteX3" fmla="*/ 355108 w 365691"/>
              <a:gd name="connsiteY3" fmla="*/ -558 h 184620"/>
              <a:gd name="connsiteX4" fmla="*/ 188239 w 365691"/>
              <a:gd name="connsiteY4" fmla="*/ 66899 h 184620"/>
              <a:gd name="connsiteX5" fmla="*/ 333805 w 365691"/>
              <a:gd name="connsiteY5" fmla="*/ 17194 h 184620"/>
              <a:gd name="connsiteX6" fmla="*/ 344457 w 365691"/>
              <a:gd name="connsiteY6" fmla="*/ 63349 h 184620"/>
              <a:gd name="connsiteX7" fmla="*/ 316053 w 365691"/>
              <a:gd name="connsiteY7" fmla="*/ 70450 h 184620"/>
              <a:gd name="connsiteX8" fmla="*/ 312503 w 365691"/>
              <a:gd name="connsiteY8" fmla="*/ 34945 h 184620"/>
              <a:gd name="connsiteX9" fmla="*/ 280549 w 365691"/>
              <a:gd name="connsiteY9" fmla="*/ 42047 h 184620"/>
              <a:gd name="connsiteX10" fmla="*/ 298301 w 365691"/>
              <a:gd name="connsiteY10" fmla="*/ 74000 h 184620"/>
              <a:gd name="connsiteX11" fmla="*/ 262797 w 365691"/>
              <a:gd name="connsiteY11" fmla="*/ 81101 h 184620"/>
              <a:gd name="connsiteX12" fmla="*/ 262797 w 365691"/>
              <a:gd name="connsiteY12" fmla="*/ 49147 h 184620"/>
              <a:gd name="connsiteX13" fmla="*/ 241495 w 365691"/>
              <a:gd name="connsiteY13" fmla="*/ 56248 h 184620"/>
              <a:gd name="connsiteX14" fmla="*/ 248595 w 365691"/>
              <a:gd name="connsiteY14" fmla="*/ 81101 h 184620"/>
              <a:gd name="connsiteX15" fmla="*/ 195339 w 365691"/>
              <a:gd name="connsiteY15" fmla="*/ 84652 h 184620"/>
              <a:gd name="connsiteX16" fmla="*/ 181138 w 365691"/>
              <a:gd name="connsiteY16" fmla="*/ 70450 h 184620"/>
              <a:gd name="connsiteX17" fmla="*/ 67 w 365691"/>
              <a:gd name="connsiteY17" fmla="*/ 134357 h 184620"/>
              <a:gd name="connsiteX18" fmla="*/ 10718 w 365691"/>
              <a:gd name="connsiteY18" fmla="*/ 166310 h 184620"/>
              <a:gd name="connsiteX19" fmla="*/ 42672 w 365691"/>
              <a:gd name="connsiteY19" fmla="*/ 162761 h 184620"/>
              <a:gd name="connsiteX20" fmla="*/ 17819 w 365691"/>
              <a:gd name="connsiteY20" fmla="*/ 141458 h 184620"/>
              <a:gd name="connsiteX21" fmla="*/ 49772 w 365691"/>
              <a:gd name="connsiteY21" fmla="*/ 130806 h 184620"/>
              <a:gd name="connsiteX22" fmla="*/ 56874 w 365691"/>
              <a:gd name="connsiteY22" fmla="*/ 159210 h 184620"/>
              <a:gd name="connsiteX23" fmla="*/ 85276 w 365691"/>
              <a:gd name="connsiteY23" fmla="*/ 137908 h 184620"/>
              <a:gd name="connsiteX24" fmla="*/ 67525 w 365691"/>
              <a:gd name="connsiteY24" fmla="*/ 113054 h 184620"/>
              <a:gd name="connsiteX25" fmla="*/ 99479 w 365691"/>
              <a:gd name="connsiteY25" fmla="*/ 105954 h 184620"/>
              <a:gd name="connsiteX26" fmla="*/ 110130 w 365691"/>
              <a:gd name="connsiteY26" fmla="*/ 127256 h 184620"/>
              <a:gd name="connsiteX27" fmla="*/ 152734 w 365691"/>
              <a:gd name="connsiteY27" fmla="*/ 105954 h 184620"/>
              <a:gd name="connsiteX28" fmla="*/ 131432 w 365691"/>
              <a:gd name="connsiteY28" fmla="*/ 84652 h 184620"/>
              <a:gd name="connsiteX29" fmla="*/ 159835 w 365691"/>
              <a:gd name="connsiteY29" fmla="*/ 84652 h 184620"/>
              <a:gd name="connsiteX30" fmla="*/ 166936 w 365691"/>
              <a:gd name="connsiteY30" fmla="*/ 105954 h 184620"/>
              <a:gd name="connsiteX31" fmla="*/ 28470 w 365691"/>
              <a:gd name="connsiteY31" fmla="*/ 184062 h 184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65691" h="184620">
                <a:moveTo>
                  <a:pt x="28470" y="184062"/>
                </a:moveTo>
                <a:lnTo>
                  <a:pt x="181138" y="102403"/>
                </a:lnTo>
                <a:lnTo>
                  <a:pt x="365759" y="84652"/>
                </a:lnTo>
                <a:lnTo>
                  <a:pt x="355108" y="-558"/>
                </a:lnTo>
                <a:lnTo>
                  <a:pt x="188239" y="66899"/>
                </a:lnTo>
                <a:lnTo>
                  <a:pt x="333805" y="17194"/>
                </a:lnTo>
                <a:lnTo>
                  <a:pt x="344457" y="63349"/>
                </a:lnTo>
                <a:lnTo>
                  <a:pt x="316053" y="70450"/>
                </a:lnTo>
                <a:lnTo>
                  <a:pt x="312503" y="34945"/>
                </a:lnTo>
                <a:lnTo>
                  <a:pt x="280549" y="42047"/>
                </a:lnTo>
                <a:lnTo>
                  <a:pt x="298301" y="74000"/>
                </a:lnTo>
                <a:lnTo>
                  <a:pt x="262797" y="81101"/>
                </a:lnTo>
                <a:lnTo>
                  <a:pt x="262797" y="49147"/>
                </a:lnTo>
                <a:lnTo>
                  <a:pt x="241495" y="56248"/>
                </a:lnTo>
                <a:lnTo>
                  <a:pt x="248595" y="81101"/>
                </a:lnTo>
                <a:lnTo>
                  <a:pt x="195339" y="84652"/>
                </a:lnTo>
                <a:lnTo>
                  <a:pt x="181138" y="70450"/>
                </a:lnTo>
                <a:lnTo>
                  <a:pt x="67" y="134357"/>
                </a:lnTo>
                <a:lnTo>
                  <a:pt x="10718" y="166310"/>
                </a:lnTo>
                <a:lnTo>
                  <a:pt x="42672" y="162761"/>
                </a:lnTo>
                <a:lnTo>
                  <a:pt x="17819" y="141458"/>
                </a:lnTo>
                <a:lnTo>
                  <a:pt x="49772" y="130806"/>
                </a:lnTo>
                <a:lnTo>
                  <a:pt x="56874" y="159210"/>
                </a:lnTo>
                <a:lnTo>
                  <a:pt x="85276" y="137908"/>
                </a:lnTo>
                <a:lnTo>
                  <a:pt x="67525" y="113054"/>
                </a:lnTo>
                <a:lnTo>
                  <a:pt x="99479" y="105954"/>
                </a:lnTo>
                <a:lnTo>
                  <a:pt x="110130" y="127256"/>
                </a:lnTo>
                <a:lnTo>
                  <a:pt x="152734" y="105954"/>
                </a:lnTo>
                <a:lnTo>
                  <a:pt x="131432" y="84652"/>
                </a:lnTo>
                <a:lnTo>
                  <a:pt x="159835" y="84652"/>
                </a:lnTo>
                <a:lnTo>
                  <a:pt x="166936" y="105954"/>
                </a:lnTo>
                <a:lnTo>
                  <a:pt x="28470" y="184062"/>
                </a:ln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22" name="任意多边形: 形状 221">
            <a:extLst>
              <a:ext uri="{FF2B5EF4-FFF2-40B4-BE49-F238E27FC236}">
                <a16:creationId xmlns:a16="http://schemas.microsoft.com/office/drawing/2014/main" id="{F6B7895A-E318-8D9C-F190-91D84A52BC95}"/>
              </a:ext>
            </a:extLst>
          </p:cNvPr>
          <p:cNvSpPr/>
          <p:nvPr/>
        </p:nvSpPr>
        <p:spPr>
          <a:xfrm>
            <a:off x="7482758" y="4720412"/>
            <a:ext cx="225019" cy="319692"/>
          </a:xfrm>
          <a:custGeom>
            <a:avLst/>
            <a:gdLst>
              <a:gd name="connsiteX0" fmla="*/ 225083 w 225019"/>
              <a:gd name="connsiteY0" fmla="*/ 288145 h 319692"/>
              <a:gd name="connsiteX1" fmla="*/ 124504 w 225019"/>
              <a:gd name="connsiteY1" fmla="*/ 161689 h 319692"/>
              <a:gd name="connsiteX2" fmla="*/ 83204 w 225019"/>
              <a:gd name="connsiteY2" fmla="*/ -558 h 319692"/>
              <a:gd name="connsiteX3" fmla="*/ 67 w 225019"/>
              <a:gd name="connsiteY3" fmla="*/ 18733 h 319692"/>
              <a:gd name="connsiteX4" fmla="*/ 88385 w 225019"/>
              <a:gd name="connsiteY4" fmla="*/ 159459 h 319692"/>
              <a:gd name="connsiteX5" fmla="*/ 20409 w 225019"/>
              <a:gd name="connsiteY5" fmla="*/ 35641 h 319692"/>
              <a:gd name="connsiteX6" fmla="*/ 64815 w 225019"/>
              <a:gd name="connsiteY6" fmla="*/ 20848 h 319692"/>
              <a:gd name="connsiteX7" fmla="*/ 75503 w 225019"/>
              <a:gd name="connsiteY7" fmla="*/ 45306 h 319692"/>
              <a:gd name="connsiteX8" fmla="*/ 40748 w 225019"/>
              <a:gd name="connsiteY8" fmla="*/ 52553 h 319692"/>
              <a:gd name="connsiteX9" fmla="*/ 51891 w 225019"/>
              <a:gd name="connsiteY9" fmla="*/ 80171 h 319692"/>
              <a:gd name="connsiteX10" fmla="*/ 81302 w 225019"/>
              <a:gd name="connsiteY10" fmla="*/ 60694 h 319692"/>
              <a:gd name="connsiteX11" fmla="*/ 92901 w 225019"/>
              <a:gd name="connsiteY11" fmla="*/ 91470 h 319692"/>
              <a:gd name="connsiteX12" fmla="*/ 61211 w 225019"/>
              <a:gd name="connsiteY12" fmla="*/ 95151 h 319692"/>
              <a:gd name="connsiteX13" fmla="*/ 70987 w 225019"/>
              <a:gd name="connsiteY13" fmla="*/ 113288 h 319692"/>
              <a:gd name="connsiteX14" fmla="*/ 94723 w 225019"/>
              <a:gd name="connsiteY14" fmla="*/ 104108 h 319692"/>
              <a:gd name="connsiteX15" fmla="*/ 105079 w 225019"/>
              <a:gd name="connsiteY15" fmla="*/ 151092 h 319692"/>
              <a:gd name="connsiteX16" fmla="*/ 92817 w 225019"/>
              <a:gd name="connsiteY16" fmla="*/ 165364 h 319692"/>
              <a:gd name="connsiteX17" fmla="*/ 179437 w 225019"/>
              <a:gd name="connsiteY17" fmla="*/ 319135 h 319692"/>
              <a:gd name="connsiteX18" fmla="*/ 209760 w 225019"/>
              <a:gd name="connsiteY18" fmla="*/ 305977 h 319692"/>
              <a:gd name="connsiteX19" fmla="*/ 202137 w 225019"/>
              <a:gd name="connsiteY19" fmla="*/ 277950 h 319692"/>
              <a:gd name="connsiteX20" fmla="*/ 184201 w 225019"/>
              <a:gd name="connsiteY20" fmla="*/ 302519 h 319692"/>
              <a:gd name="connsiteX21" fmla="*/ 169536 w 225019"/>
              <a:gd name="connsiteY21" fmla="*/ 275312 h 319692"/>
              <a:gd name="connsiteX22" fmla="*/ 196794 w 225019"/>
              <a:gd name="connsiteY22" fmla="*/ 265722 h 319692"/>
              <a:gd name="connsiteX23" fmla="*/ 172022 w 225019"/>
              <a:gd name="connsiteY23" fmla="*/ 242899 h 319692"/>
              <a:gd name="connsiteX24" fmla="*/ 149653 w 225019"/>
              <a:gd name="connsiteY24" fmla="*/ 261558 h 319692"/>
              <a:gd name="connsiteX25" fmla="*/ 138511 w 225019"/>
              <a:gd name="connsiteY25" fmla="*/ 233941 h 319692"/>
              <a:gd name="connsiteX26" fmla="*/ 158269 w 225019"/>
              <a:gd name="connsiteY26" fmla="*/ 222009 h 319692"/>
              <a:gd name="connsiteX27" fmla="*/ 131675 w 225019"/>
              <a:gd name="connsiteY27" fmla="*/ 186549 h 319692"/>
              <a:gd name="connsiteX28" fmla="*/ 113284 w 225019"/>
              <a:gd name="connsiteY28" fmla="*/ 207959 h 319692"/>
              <a:gd name="connsiteX29" fmla="*/ 109638 w 225019"/>
              <a:gd name="connsiteY29" fmla="*/ 182683 h 319692"/>
              <a:gd name="connsiteX30" fmla="*/ 129853 w 225019"/>
              <a:gd name="connsiteY30" fmla="*/ 173911 h 319692"/>
              <a:gd name="connsiteX31" fmla="*/ 225087 w 225019"/>
              <a:gd name="connsiteY31" fmla="*/ 288131 h 31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25019" h="319692">
                <a:moveTo>
                  <a:pt x="225083" y="288145"/>
                </a:moveTo>
                <a:lnTo>
                  <a:pt x="124504" y="161689"/>
                </a:lnTo>
                <a:lnTo>
                  <a:pt x="83204" y="-558"/>
                </a:lnTo>
                <a:lnTo>
                  <a:pt x="67" y="18733"/>
                </a:lnTo>
                <a:lnTo>
                  <a:pt x="88385" y="159459"/>
                </a:lnTo>
                <a:lnTo>
                  <a:pt x="20409" y="35641"/>
                </a:lnTo>
                <a:lnTo>
                  <a:pt x="64815" y="20848"/>
                </a:lnTo>
                <a:lnTo>
                  <a:pt x="75503" y="45306"/>
                </a:lnTo>
                <a:lnTo>
                  <a:pt x="40748" y="52553"/>
                </a:lnTo>
                <a:lnTo>
                  <a:pt x="51891" y="80171"/>
                </a:lnTo>
                <a:lnTo>
                  <a:pt x="81302" y="60694"/>
                </a:lnTo>
                <a:lnTo>
                  <a:pt x="92901" y="91470"/>
                </a:lnTo>
                <a:lnTo>
                  <a:pt x="61211" y="95151"/>
                </a:lnTo>
                <a:lnTo>
                  <a:pt x="70987" y="113288"/>
                </a:lnTo>
                <a:lnTo>
                  <a:pt x="94723" y="104108"/>
                </a:lnTo>
                <a:lnTo>
                  <a:pt x="105079" y="151092"/>
                </a:lnTo>
                <a:lnTo>
                  <a:pt x="92817" y="165364"/>
                </a:lnTo>
                <a:lnTo>
                  <a:pt x="179437" y="319135"/>
                </a:lnTo>
                <a:lnTo>
                  <a:pt x="209760" y="305977"/>
                </a:lnTo>
                <a:lnTo>
                  <a:pt x="202137" y="277950"/>
                </a:lnTo>
                <a:lnTo>
                  <a:pt x="184201" y="302519"/>
                </a:lnTo>
                <a:lnTo>
                  <a:pt x="169536" y="275312"/>
                </a:lnTo>
                <a:lnTo>
                  <a:pt x="196794" y="265722"/>
                </a:lnTo>
                <a:lnTo>
                  <a:pt x="172022" y="242899"/>
                </a:lnTo>
                <a:lnTo>
                  <a:pt x="149653" y="261558"/>
                </a:lnTo>
                <a:lnTo>
                  <a:pt x="138511" y="233941"/>
                </a:lnTo>
                <a:lnTo>
                  <a:pt x="158269" y="222009"/>
                </a:lnTo>
                <a:lnTo>
                  <a:pt x="131675" y="186549"/>
                </a:lnTo>
                <a:lnTo>
                  <a:pt x="113284" y="207959"/>
                </a:lnTo>
                <a:lnTo>
                  <a:pt x="109638" y="182683"/>
                </a:lnTo>
                <a:lnTo>
                  <a:pt x="129853" y="173911"/>
                </a:lnTo>
                <a:lnTo>
                  <a:pt x="225087" y="288131"/>
                </a:ln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grpSp>
        <p:nvGrpSpPr>
          <p:cNvPr id="315" name="组合 314">
            <a:extLst>
              <a:ext uri="{FF2B5EF4-FFF2-40B4-BE49-F238E27FC236}">
                <a16:creationId xmlns:a16="http://schemas.microsoft.com/office/drawing/2014/main" id="{8FBD3A65-6C54-318D-C16D-98B7FFB96EA2}"/>
              </a:ext>
            </a:extLst>
          </p:cNvPr>
          <p:cNvGrpSpPr/>
          <p:nvPr/>
        </p:nvGrpSpPr>
        <p:grpSpPr>
          <a:xfrm>
            <a:off x="2879778" y="5109765"/>
            <a:ext cx="315672" cy="269708"/>
            <a:chOff x="2900875" y="3748562"/>
            <a:chExt cx="315672" cy="269708"/>
          </a:xfrm>
        </p:grpSpPr>
        <p:sp>
          <p:nvSpPr>
            <p:cNvPr id="194" name="任意多边形: 形状 193">
              <a:extLst>
                <a:ext uri="{FF2B5EF4-FFF2-40B4-BE49-F238E27FC236}">
                  <a16:creationId xmlns:a16="http://schemas.microsoft.com/office/drawing/2014/main" id="{6ACFD2F7-F549-C3DA-B081-95850722272C}"/>
                </a:ext>
              </a:extLst>
            </p:cNvPr>
            <p:cNvSpPr/>
            <p:nvPr/>
          </p:nvSpPr>
          <p:spPr>
            <a:xfrm>
              <a:off x="3017209" y="3797417"/>
              <a:ext cx="199338" cy="220853"/>
            </a:xfrm>
            <a:custGeom>
              <a:avLst/>
              <a:gdLst>
                <a:gd name="connsiteX0" fmla="*/ 187929 w 199338"/>
                <a:gd name="connsiteY0" fmla="*/ -553 h 220853"/>
                <a:gd name="connsiteX1" fmla="*/ 132716 w 199338"/>
                <a:gd name="connsiteY1" fmla="*/ 112736 h 220853"/>
                <a:gd name="connsiteX2" fmla="*/ 120048 w 199338"/>
                <a:gd name="connsiteY2" fmla="*/ 207625 h 220853"/>
                <a:gd name="connsiteX3" fmla="*/ 138452 w 199338"/>
                <a:gd name="connsiteY3" fmla="*/ 212405 h 220853"/>
                <a:gd name="connsiteX4" fmla="*/ 142993 w 199338"/>
                <a:gd name="connsiteY4" fmla="*/ 114887 h 220853"/>
                <a:gd name="connsiteX5" fmla="*/ 187928 w 199338"/>
                <a:gd name="connsiteY5" fmla="*/ -558 h 220853"/>
                <a:gd name="connsiteX6" fmla="*/ 25880 w 199338"/>
                <a:gd name="connsiteY6" fmla="*/ 41035 h 220853"/>
                <a:gd name="connsiteX7" fmla="*/ 67 w 199338"/>
                <a:gd name="connsiteY7" fmla="*/ 177269 h 220853"/>
                <a:gd name="connsiteX8" fmla="*/ 20861 w 199338"/>
                <a:gd name="connsiteY8" fmla="*/ 182527 h 220853"/>
                <a:gd name="connsiteX9" fmla="*/ 25880 w 199338"/>
                <a:gd name="connsiteY9" fmla="*/ 41034 h 220853"/>
                <a:gd name="connsiteX10" fmla="*/ 124831 w 199338"/>
                <a:gd name="connsiteY10" fmla="*/ 56572 h 220853"/>
                <a:gd name="connsiteX11" fmla="*/ 106905 w 199338"/>
                <a:gd name="connsiteY11" fmla="*/ 138792 h 220853"/>
                <a:gd name="connsiteX12" fmla="*/ 72964 w 199338"/>
                <a:gd name="connsiteY12" fmla="*/ 195439 h 220853"/>
                <a:gd name="connsiteX13" fmla="*/ 92325 w 199338"/>
                <a:gd name="connsiteY13" fmla="*/ 200459 h 220853"/>
                <a:gd name="connsiteX14" fmla="*/ 117182 w 199338"/>
                <a:gd name="connsiteY14" fmla="*/ 142377 h 220853"/>
                <a:gd name="connsiteX15" fmla="*/ 124831 w 199338"/>
                <a:gd name="connsiteY15" fmla="*/ 56572 h 220853"/>
                <a:gd name="connsiteX16" fmla="*/ 90651 w 199338"/>
                <a:gd name="connsiteY16" fmla="*/ 83580 h 220853"/>
                <a:gd name="connsiteX17" fmla="*/ 40219 w 199338"/>
                <a:gd name="connsiteY17" fmla="*/ 187315 h 220853"/>
                <a:gd name="connsiteX18" fmla="*/ 61492 w 199338"/>
                <a:gd name="connsiteY18" fmla="*/ 192574 h 220853"/>
                <a:gd name="connsiteX19" fmla="*/ 90651 w 199338"/>
                <a:gd name="connsiteY19" fmla="*/ 83587 h 220853"/>
                <a:gd name="connsiteX20" fmla="*/ 199405 w 199338"/>
                <a:gd name="connsiteY20" fmla="*/ 105331 h 220853"/>
                <a:gd name="connsiteX21" fmla="*/ 150168 w 199338"/>
                <a:gd name="connsiteY21" fmla="*/ 215516 h 220853"/>
                <a:gd name="connsiteX22" fmla="*/ 167855 w 199338"/>
                <a:gd name="connsiteY22" fmla="*/ 220296 h 220853"/>
                <a:gd name="connsiteX23" fmla="*/ 199405 w 199338"/>
                <a:gd name="connsiteY23" fmla="*/ 105334 h 220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99338" h="220853">
                  <a:moveTo>
                    <a:pt x="187929" y="-553"/>
                  </a:moveTo>
                  <a:cubicBezTo>
                    <a:pt x="163114" y="33237"/>
                    <a:pt x="142875" y="71152"/>
                    <a:pt x="132716" y="112736"/>
                  </a:cubicBezTo>
                  <a:cubicBezTo>
                    <a:pt x="125143" y="143983"/>
                    <a:pt x="122239" y="175878"/>
                    <a:pt x="120048" y="207625"/>
                  </a:cubicBezTo>
                  <a:cubicBezTo>
                    <a:pt x="126184" y="209226"/>
                    <a:pt x="132317" y="210788"/>
                    <a:pt x="138452" y="212405"/>
                  </a:cubicBezTo>
                  <a:cubicBezTo>
                    <a:pt x="137847" y="179468"/>
                    <a:pt x="137966" y="147023"/>
                    <a:pt x="142993" y="114887"/>
                  </a:cubicBezTo>
                  <a:cubicBezTo>
                    <a:pt x="149245" y="74328"/>
                    <a:pt x="166053" y="35207"/>
                    <a:pt x="187928" y="-558"/>
                  </a:cubicBezTo>
                  <a:close/>
                  <a:moveTo>
                    <a:pt x="25880" y="41035"/>
                  </a:moveTo>
                  <a:cubicBezTo>
                    <a:pt x="10767" y="84290"/>
                    <a:pt x="75" y="129958"/>
                    <a:pt x="67" y="177269"/>
                  </a:cubicBezTo>
                  <a:lnTo>
                    <a:pt x="20861" y="182527"/>
                  </a:lnTo>
                  <a:cubicBezTo>
                    <a:pt x="12794" y="136865"/>
                    <a:pt x="16752" y="88362"/>
                    <a:pt x="25880" y="41034"/>
                  </a:cubicBezTo>
                  <a:close/>
                  <a:moveTo>
                    <a:pt x="124831" y="56572"/>
                  </a:moveTo>
                  <a:cubicBezTo>
                    <a:pt x="123028" y="85016"/>
                    <a:pt x="117895" y="113385"/>
                    <a:pt x="106905" y="138792"/>
                  </a:cubicBezTo>
                  <a:cubicBezTo>
                    <a:pt x="98234" y="159012"/>
                    <a:pt x="86096" y="177493"/>
                    <a:pt x="72964" y="195439"/>
                  </a:cubicBezTo>
                  <a:lnTo>
                    <a:pt x="92325" y="200459"/>
                  </a:lnTo>
                  <a:cubicBezTo>
                    <a:pt x="102335" y="181915"/>
                    <a:pt x="111288" y="162759"/>
                    <a:pt x="117182" y="142377"/>
                  </a:cubicBezTo>
                  <a:cubicBezTo>
                    <a:pt x="125253" y="114183"/>
                    <a:pt x="126634" y="85016"/>
                    <a:pt x="124831" y="56572"/>
                  </a:cubicBezTo>
                  <a:close/>
                  <a:moveTo>
                    <a:pt x="90651" y="83580"/>
                  </a:moveTo>
                  <a:cubicBezTo>
                    <a:pt x="75965" y="120350"/>
                    <a:pt x="64993" y="160832"/>
                    <a:pt x="40219" y="187315"/>
                  </a:cubicBezTo>
                  <a:cubicBezTo>
                    <a:pt x="47306" y="189082"/>
                    <a:pt x="54403" y="190786"/>
                    <a:pt x="61492" y="192574"/>
                  </a:cubicBezTo>
                  <a:cubicBezTo>
                    <a:pt x="80009" y="157805"/>
                    <a:pt x="83339" y="119807"/>
                    <a:pt x="90651" y="83587"/>
                  </a:cubicBezTo>
                  <a:close/>
                  <a:moveTo>
                    <a:pt x="199405" y="105331"/>
                  </a:moveTo>
                  <a:cubicBezTo>
                    <a:pt x="182154" y="141402"/>
                    <a:pt x="163859" y="177191"/>
                    <a:pt x="150168" y="215516"/>
                  </a:cubicBezTo>
                  <a:cubicBezTo>
                    <a:pt x="156077" y="217083"/>
                    <a:pt x="161947" y="218713"/>
                    <a:pt x="167855" y="220296"/>
                  </a:cubicBezTo>
                  <a:cubicBezTo>
                    <a:pt x="175272" y="181873"/>
                    <a:pt x="187818" y="143619"/>
                    <a:pt x="199405" y="105334"/>
                  </a:cubicBezTo>
                  <a:close/>
                </a:path>
              </a:pathLst>
            </a:custGeom>
            <a:solidFill>
              <a:srgbClr val="CFFF7C"/>
            </a:solidFill>
            <a:ln w="862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10" name="任意多边形: 形状 209">
              <a:extLst>
                <a:ext uri="{FF2B5EF4-FFF2-40B4-BE49-F238E27FC236}">
                  <a16:creationId xmlns:a16="http://schemas.microsoft.com/office/drawing/2014/main" id="{BEFC77C1-768D-2686-81B2-0AE338ED01A0}"/>
                </a:ext>
              </a:extLst>
            </p:cNvPr>
            <p:cNvSpPr/>
            <p:nvPr/>
          </p:nvSpPr>
          <p:spPr>
            <a:xfrm>
              <a:off x="3009258" y="3851408"/>
              <a:ext cx="58657" cy="152167"/>
            </a:xfrm>
            <a:custGeom>
              <a:avLst/>
              <a:gdLst>
                <a:gd name="connsiteX0" fmla="*/ 67 w 58657"/>
                <a:gd name="connsiteY0" fmla="*/ 124457 h 152167"/>
                <a:gd name="connsiteX1" fmla="*/ 37362 w 58657"/>
                <a:gd name="connsiteY1" fmla="*/ 151609 h 152167"/>
                <a:gd name="connsiteX2" fmla="*/ 54563 w 58657"/>
                <a:gd name="connsiteY2" fmla="*/ -558 h 152167"/>
                <a:gd name="connsiteX3" fmla="*/ 68 w 58657"/>
                <a:gd name="connsiteY3" fmla="*/ 124449 h 15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657" h="152167">
                  <a:moveTo>
                    <a:pt x="67" y="124457"/>
                  </a:moveTo>
                  <a:lnTo>
                    <a:pt x="37362" y="151609"/>
                  </a:lnTo>
                  <a:cubicBezTo>
                    <a:pt x="63413" y="100717"/>
                    <a:pt x="60785" y="48115"/>
                    <a:pt x="54563" y="-558"/>
                  </a:cubicBezTo>
                  <a:cubicBezTo>
                    <a:pt x="45414" y="47648"/>
                    <a:pt x="31064" y="96996"/>
                    <a:pt x="68" y="124449"/>
                  </a:cubicBezTo>
                  <a:close/>
                </a:path>
              </a:pathLst>
            </a:custGeom>
            <a:solidFill>
              <a:srgbClr val="CFFF7C"/>
            </a:soli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" name="任意多边形: 形状 210">
              <a:extLst>
                <a:ext uri="{FF2B5EF4-FFF2-40B4-BE49-F238E27FC236}">
                  <a16:creationId xmlns:a16="http://schemas.microsoft.com/office/drawing/2014/main" id="{8B7D8A77-3D8A-C821-98C5-8878FFFF606A}"/>
                </a:ext>
              </a:extLst>
            </p:cNvPr>
            <p:cNvSpPr/>
            <p:nvPr/>
          </p:nvSpPr>
          <p:spPr>
            <a:xfrm>
              <a:off x="2980287" y="3856956"/>
              <a:ext cx="49286" cy="138639"/>
            </a:xfrm>
            <a:custGeom>
              <a:avLst/>
              <a:gdLst>
                <a:gd name="connsiteX0" fmla="*/ 67 w 49286"/>
                <a:gd name="connsiteY0" fmla="*/ 124340 h 138639"/>
                <a:gd name="connsiteX1" fmla="*/ 44106 w 49286"/>
                <a:gd name="connsiteY1" fmla="*/ 138081 h 138639"/>
                <a:gd name="connsiteX2" fmla="*/ 39029 w 49286"/>
                <a:gd name="connsiteY2" fmla="*/ -558 h 138639"/>
                <a:gd name="connsiteX3" fmla="*/ 67 w 49286"/>
                <a:gd name="connsiteY3" fmla="*/ 124346 h 138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286" h="138639">
                  <a:moveTo>
                    <a:pt x="67" y="124340"/>
                  </a:moveTo>
                  <a:lnTo>
                    <a:pt x="44106" y="138081"/>
                  </a:lnTo>
                  <a:cubicBezTo>
                    <a:pt x="50880" y="92023"/>
                    <a:pt x="52902" y="42545"/>
                    <a:pt x="39029" y="-558"/>
                  </a:cubicBezTo>
                  <a:cubicBezTo>
                    <a:pt x="37676" y="44708"/>
                    <a:pt x="19881" y="85197"/>
                    <a:pt x="67" y="124346"/>
                  </a:cubicBezTo>
                  <a:close/>
                </a:path>
              </a:pathLst>
            </a:custGeom>
            <a:solidFill>
              <a:srgbClr val="CFFF7C"/>
            </a:soli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" name="任意多边形: 形状 211">
              <a:extLst>
                <a:ext uri="{FF2B5EF4-FFF2-40B4-BE49-F238E27FC236}">
                  <a16:creationId xmlns:a16="http://schemas.microsoft.com/office/drawing/2014/main" id="{F922B93D-0F59-B301-A670-CAB8536F77C0}"/>
                </a:ext>
              </a:extLst>
            </p:cNvPr>
            <p:cNvSpPr/>
            <p:nvPr/>
          </p:nvSpPr>
          <p:spPr>
            <a:xfrm>
              <a:off x="2942607" y="3748562"/>
              <a:ext cx="74083" cy="246905"/>
            </a:xfrm>
            <a:custGeom>
              <a:avLst/>
              <a:gdLst>
                <a:gd name="connsiteX0" fmla="*/ 67 w 74083"/>
                <a:gd name="connsiteY0" fmla="*/ 228079 h 246905"/>
                <a:gd name="connsiteX1" fmla="*/ 42429 w 74083"/>
                <a:gd name="connsiteY1" fmla="*/ 246347 h 246905"/>
                <a:gd name="connsiteX2" fmla="*/ 55880 w 74083"/>
                <a:gd name="connsiteY2" fmla="*/ 119806 h 246905"/>
                <a:gd name="connsiteX3" fmla="*/ 57279 w 74083"/>
                <a:gd name="connsiteY3" fmla="*/ 63995 h 246905"/>
                <a:gd name="connsiteX4" fmla="*/ 74150 w 74083"/>
                <a:gd name="connsiteY4" fmla="*/ -558 h 246905"/>
                <a:gd name="connsiteX5" fmla="*/ 44871 w 74083"/>
                <a:gd name="connsiteY5" fmla="*/ 61342 h 246905"/>
                <a:gd name="connsiteX6" fmla="*/ 32556 w 74083"/>
                <a:gd name="connsiteY6" fmla="*/ 118295 h 246905"/>
                <a:gd name="connsiteX7" fmla="*/ 67 w 74083"/>
                <a:gd name="connsiteY7" fmla="*/ 228074 h 246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083" h="246905">
                  <a:moveTo>
                    <a:pt x="67" y="228079"/>
                  </a:moveTo>
                  <a:lnTo>
                    <a:pt x="42429" y="246347"/>
                  </a:lnTo>
                  <a:cubicBezTo>
                    <a:pt x="56355" y="203352"/>
                    <a:pt x="57155" y="160679"/>
                    <a:pt x="55880" y="119806"/>
                  </a:cubicBezTo>
                  <a:cubicBezTo>
                    <a:pt x="55342" y="100963"/>
                    <a:pt x="55148" y="82386"/>
                    <a:pt x="57279" y="63995"/>
                  </a:cubicBezTo>
                  <a:cubicBezTo>
                    <a:pt x="59778" y="42150"/>
                    <a:pt x="65588" y="20363"/>
                    <a:pt x="74150" y="-558"/>
                  </a:cubicBezTo>
                  <a:cubicBezTo>
                    <a:pt x="61841" y="18402"/>
                    <a:pt x="51781" y="39168"/>
                    <a:pt x="44871" y="61342"/>
                  </a:cubicBezTo>
                  <a:cubicBezTo>
                    <a:pt x="39077" y="80013"/>
                    <a:pt x="35548" y="99316"/>
                    <a:pt x="32556" y="118295"/>
                  </a:cubicBezTo>
                  <a:cubicBezTo>
                    <a:pt x="26058" y="157993"/>
                    <a:pt x="18111" y="196932"/>
                    <a:pt x="67" y="228074"/>
                  </a:cubicBezTo>
                  <a:close/>
                </a:path>
              </a:pathLst>
            </a:custGeom>
            <a:solidFill>
              <a:srgbClr val="CFFF7C"/>
            </a:soli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3" name="任意多边形: 形状 212">
              <a:extLst>
                <a:ext uri="{FF2B5EF4-FFF2-40B4-BE49-F238E27FC236}">
                  <a16:creationId xmlns:a16="http://schemas.microsoft.com/office/drawing/2014/main" id="{ABA17BB6-D409-8AF6-D8EA-EF7BDD62ACA7}"/>
                </a:ext>
              </a:extLst>
            </p:cNvPr>
            <p:cNvSpPr/>
            <p:nvPr/>
          </p:nvSpPr>
          <p:spPr>
            <a:xfrm>
              <a:off x="2900875" y="3858181"/>
              <a:ext cx="47096" cy="121431"/>
            </a:xfrm>
            <a:custGeom>
              <a:avLst/>
              <a:gdLst>
                <a:gd name="connsiteX0" fmla="*/ 67 w 47096"/>
                <a:gd name="connsiteY0" fmla="*/ 120874 h 121431"/>
                <a:gd name="connsiteX1" fmla="*/ 45951 w 47096"/>
                <a:gd name="connsiteY1" fmla="*/ 116089 h 121431"/>
                <a:gd name="connsiteX2" fmla="*/ 32820 w 47096"/>
                <a:gd name="connsiteY2" fmla="*/ 56787 h 121431"/>
                <a:gd name="connsiteX3" fmla="*/ 47164 w 47096"/>
                <a:gd name="connsiteY3" fmla="*/ -558 h 121431"/>
                <a:gd name="connsiteX4" fmla="*/ 10189 w 47096"/>
                <a:gd name="connsiteY4" fmla="*/ 53614 h 121431"/>
                <a:gd name="connsiteX5" fmla="*/ 67 w 47096"/>
                <a:gd name="connsiteY5" fmla="*/ 120874 h 12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096" h="121431">
                  <a:moveTo>
                    <a:pt x="67" y="120874"/>
                  </a:moveTo>
                  <a:lnTo>
                    <a:pt x="45951" y="116089"/>
                  </a:lnTo>
                  <a:cubicBezTo>
                    <a:pt x="40083" y="95414"/>
                    <a:pt x="33850" y="76407"/>
                    <a:pt x="32820" y="56787"/>
                  </a:cubicBezTo>
                  <a:cubicBezTo>
                    <a:pt x="31533" y="38020"/>
                    <a:pt x="36485" y="17651"/>
                    <a:pt x="47164" y="-558"/>
                  </a:cubicBezTo>
                  <a:cubicBezTo>
                    <a:pt x="30717" y="12675"/>
                    <a:pt x="17241" y="31259"/>
                    <a:pt x="10189" y="53614"/>
                  </a:cubicBezTo>
                  <a:cubicBezTo>
                    <a:pt x="3285" y="75890"/>
                    <a:pt x="1546" y="99472"/>
                    <a:pt x="67" y="120874"/>
                  </a:cubicBezTo>
                  <a:close/>
                </a:path>
              </a:pathLst>
            </a:custGeom>
            <a:solidFill>
              <a:srgbClr val="CFFF7C"/>
            </a:soli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4" name="任意多边形: 形状 213">
              <a:extLst>
                <a:ext uri="{FF2B5EF4-FFF2-40B4-BE49-F238E27FC236}">
                  <a16:creationId xmlns:a16="http://schemas.microsoft.com/office/drawing/2014/main" id="{B664C898-380B-8B97-93B8-04B8DFD57892}"/>
                </a:ext>
              </a:extLst>
            </p:cNvPr>
            <p:cNvSpPr/>
            <p:nvPr/>
          </p:nvSpPr>
          <p:spPr>
            <a:xfrm>
              <a:off x="3036763" y="3896195"/>
              <a:ext cx="79060" cy="106434"/>
            </a:xfrm>
            <a:custGeom>
              <a:avLst/>
              <a:gdLst>
                <a:gd name="connsiteX0" fmla="*/ 67 w 79060"/>
                <a:gd name="connsiteY0" fmla="*/ 65183 h 106434"/>
                <a:gd name="connsiteX1" fmla="*/ 21801 w 79060"/>
                <a:gd name="connsiteY1" fmla="*/ 105876 h 106434"/>
                <a:gd name="connsiteX2" fmla="*/ 79128 w 79060"/>
                <a:gd name="connsiteY2" fmla="*/ -558 h 106434"/>
                <a:gd name="connsiteX3" fmla="*/ 67 w 79060"/>
                <a:gd name="connsiteY3" fmla="*/ 65188 h 106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060" h="106434">
                  <a:moveTo>
                    <a:pt x="67" y="65183"/>
                  </a:moveTo>
                  <a:lnTo>
                    <a:pt x="21801" y="105876"/>
                  </a:lnTo>
                  <a:cubicBezTo>
                    <a:pt x="57418" y="77437"/>
                    <a:pt x="74991" y="37609"/>
                    <a:pt x="79128" y="-558"/>
                  </a:cubicBezTo>
                  <a:cubicBezTo>
                    <a:pt x="60344" y="32928"/>
                    <a:pt x="30812" y="58185"/>
                    <a:pt x="67" y="65188"/>
                  </a:cubicBezTo>
                  <a:close/>
                </a:path>
              </a:pathLst>
            </a:custGeom>
            <a:solidFill>
              <a:srgbClr val="CFFF7C"/>
            </a:soli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0" name="任意多边形: 形状 269">
              <a:extLst>
                <a:ext uri="{FF2B5EF4-FFF2-40B4-BE49-F238E27FC236}">
                  <a16:creationId xmlns:a16="http://schemas.microsoft.com/office/drawing/2014/main" id="{BD88D8D6-3842-ECBB-EF33-253110321D51}"/>
                </a:ext>
              </a:extLst>
            </p:cNvPr>
            <p:cNvSpPr/>
            <p:nvPr/>
          </p:nvSpPr>
          <p:spPr>
            <a:xfrm>
              <a:off x="2910532" y="3750977"/>
              <a:ext cx="74083" cy="246905"/>
            </a:xfrm>
            <a:custGeom>
              <a:avLst/>
              <a:gdLst>
                <a:gd name="connsiteX0" fmla="*/ 67 w 74083"/>
                <a:gd name="connsiteY0" fmla="*/ 228078 h 246905"/>
                <a:gd name="connsiteX1" fmla="*/ 42429 w 74083"/>
                <a:gd name="connsiteY1" fmla="*/ 246347 h 246905"/>
                <a:gd name="connsiteX2" fmla="*/ 55881 w 74083"/>
                <a:gd name="connsiteY2" fmla="*/ 119806 h 246905"/>
                <a:gd name="connsiteX3" fmla="*/ 57279 w 74083"/>
                <a:gd name="connsiteY3" fmla="*/ 63995 h 246905"/>
                <a:gd name="connsiteX4" fmla="*/ 74150 w 74083"/>
                <a:gd name="connsiteY4" fmla="*/ -558 h 246905"/>
                <a:gd name="connsiteX5" fmla="*/ 44871 w 74083"/>
                <a:gd name="connsiteY5" fmla="*/ 61342 h 246905"/>
                <a:gd name="connsiteX6" fmla="*/ 32556 w 74083"/>
                <a:gd name="connsiteY6" fmla="*/ 118294 h 246905"/>
                <a:gd name="connsiteX7" fmla="*/ 67 w 74083"/>
                <a:gd name="connsiteY7" fmla="*/ 228074 h 246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083" h="246905">
                  <a:moveTo>
                    <a:pt x="67" y="228078"/>
                  </a:moveTo>
                  <a:lnTo>
                    <a:pt x="42429" y="246347"/>
                  </a:lnTo>
                  <a:cubicBezTo>
                    <a:pt x="56355" y="203352"/>
                    <a:pt x="57155" y="160678"/>
                    <a:pt x="55881" y="119806"/>
                  </a:cubicBezTo>
                  <a:cubicBezTo>
                    <a:pt x="55342" y="100963"/>
                    <a:pt x="55148" y="82386"/>
                    <a:pt x="57279" y="63995"/>
                  </a:cubicBezTo>
                  <a:cubicBezTo>
                    <a:pt x="59778" y="42150"/>
                    <a:pt x="65588" y="20363"/>
                    <a:pt x="74150" y="-558"/>
                  </a:cubicBezTo>
                  <a:cubicBezTo>
                    <a:pt x="61841" y="18401"/>
                    <a:pt x="51781" y="39168"/>
                    <a:pt x="44871" y="61342"/>
                  </a:cubicBezTo>
                  <a:cubicBezTo>
                    <a:pt x="39077" y="80012"/>
                    <a:pt x="35548" y="99315"/>
                    <a:pt x="32556" y="118294"/>
                  </a:cubicBezTo>
                  <a:cubicBezTo>
                    <a:pt x="26058" y="157993"/>
                    <a:pt x="18112" y="196931"/>
                    <a:pt x="67" y="228074"/>
                  </a:cubicBezTo>
                  <a:close/>
                </a:path>
              </a:pathLst>
            </a:custGeom>
            <a:solidFill>
              <a:srgbClr val="CFFF7C"/>
            </a:solidFill>
            <a:ln w="86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71" name="任意多边形: 形状 270">
            <a:extLst>
              <a:ext uri="{FF2B5EF4-FFF2-40B4-BE49-F238E27FC236}">
                <a16:creationId xmlns:a16="http://schemas.microsoft.com/office/drawing/2014/main" id="{994346DA-4FA1-1AB2-4BA6-BFCBDB3CFD4F}"/>
              </a:ext>
            </a:extLst>
          </p:cNvPr>
          <p:cNvSpPr/>
          <p:nvPr/>
        </p:nvSpPr>
        <p:spPr>
          <a:xfrm>
            <a:off x="2576756" y="5010316"/>
            <a:ext cx="2852240" cy="349786"/>
          </a:xfrm>
          <a:custGeom>
            <a:avLst/>
            <a:gdLst>
              <a:gd name="connsiteX0" fmla="*/ 2654058 w 2852240"/>
              <a:gd name="connsiteY0" fmla="*/ 333218 h 349786"/>
              <a:gd name="connsiteX1" fmla="*/ 573054 w 2852240"/>
              <a:gd name="connsiteY1" fmla="*/ 127308 h 349786"/>
              <a:gd name="connsiteX2" fmla="*/ 68854 w 2852240"/>
              <a:gd name="connsiteY2" fmla="*/ 43151 h 349786"/>
              <a:gd name="connsiteX3" fmla="*/ 134 w 2852240"/>
              <a:gd name="connsiteY3" fmla="*/ 34311 h 349786"/>
              <a:gd name="connsiteX4" fmla="*/ 116958 w 2852240"/>
              <a:gd name="connsiteY4" fmla="*/ 5305 h 349786"/>
              <a:gd name="connsiteX5" fmla="*/ 641619 w 2852240"/>
              <a:gd name="connsiteY5" fmla="*/ 3687 h 349786"/>
              <a:gd name="connsiteX6" fmla="*/ 2429204 w 2852240"/>
              <a:gd name="connsiteY6" fmla="*/ 218184 h 349786"/>
              <a:gd name="connsiteX7" fmla="*/ 2852286 w 2852240"/>
              <a:gd name="connsiteY7" fmla="*/ 331474 h 349786"/>
              <a:gd name="connsiteX8" fmla="*/ 2654041 w 2852240"/>
              <a:gd name="connsiteY8" fmla="*/ 333217 h 349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52240" h="349786">
                <a:moveTo>
                  <a:pt x="2654058" y="333218"/>
                </a:moveTo>
                <a:cubicBezTo>
                  <a:pt x="1983222" y="49293"/>
                  <a:pt x="1273879" y="168186"/>
                  <a:pt x="573054" y="127308"/>
                </a:cubicBezTo>
                <a:cubicBezTo>
                  <a:pt x="402220" y="117343"/>
                  <a:pt x="236989" y="53838"/>
                  <a:pt x="68854" y="43151"/>
                </a:cubicBezTo>
                <a:cubicBezTo>
                  <a:pt x="60392" y="42616"/>
                  <a:pt x="1262" y="46536"/>
                  <a:pt x="134" y="34311"/>
                </a:cubicBezTo>
                <a:cubicBezTo>
                  <a:pt x="-2975" y="634"/>
                  <a:pt x="103404" y="5607"/>
                  <a:pt x="116958" y="5305"/>
                </a:cubicBezTo>
                <a:cubicBezTo>
                  <a:pt x="291940" y="1399"/>
                  <a:pt x="466577" y="-4789"/>
                  <a:pt x="641619" y="3687"/>
                </a:cubicBezTo>
                <a:cubicBezTo>
                  <a:pt x="1234897" y="32417"/>
                  <a:pt x="1843229" y="122864"/>
                  <a:pt x="2429204" y="218184"/>
                </a:cubicBezTo>
                <a:cubicBezTo>
                  <a:pt x="2465295" y="224055"/>
                  <a:pt x="2855674" y="298476"/>
                  <a:pt x="2852286" y="331474"/>
                </a:cubicBezTo>
                <a:cubicBezTo>
                  <a:pt x="2849516" y="358399"/>
                  <a:pt x="2699696" y="351148"/>
                  <a:pt x="2654041" y="333217"/>
                </a:cubicBezTo>
                <a:close/>
              </a:path>
            </a:pathLst>
          </a:custGeom>
          <a:gradFill flip="none" rotWithShape="1">
            <a:gsLst>
              <a:gs pos="0">
                <a:srgbClr val="2E8F5C"/>
              </a:gs>
              <a:gs pos="100000">
                <a:srgbClr val="61AE6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72" name="任意多边形: 形状 271">
            <a:extLst>
              <a:ext uri="{FF2B5EF4-FFF2-40B4-BE49-F238E27FC236}">
                <a16:creationId xmlns:a16="http://schemas.microsoft.com/office/drawing/2014/main" id="{CE3335F7-C339-4569-F0DB-E8E1F69A32B7}"/>
              </a:ext>
            </a:extLst>
          </p:cNvPr>
          <p:cNvSpPr/>
          <p:nvPr/>
        </p:nvSpPr>
        <p:spPr>
          <a:xfrm>
            <a:off x="3324053" y="5016992"/>
            <a:ext cx="2313886" cy="300456"/>
          </a:xfrm>
          <a:custGeom>
            <a:avLst/>
            <a:gdLst>
              <a:gd name="connsiteX0" fmla="*/ 220661 w 2313886"/>
              <a:gd name="connsiteY0" fmla="*/ 55197 h 300456"/>
              <a:gd name="connsiteX1" fmla="*/ 2038252 w 2313886"/>
              <a:gd name="connsiteY1" fmla="*/ 261676 h 300456"/>
              <a:gd name="connsiteX2" fmla="*/ 2285842 w 2313886"/>
              <a:gd name="connsiteY2" fmla="*/ 298650 h 300456"/>
              <a:gd name="connsiteX3" fmla="*/ 2114551 w 2313886"/>
              <a:gd name="connsiteY3" fmla="*/ 168771 h 300456"/>
              <a:gd name="connsiteX4" fmla="*/ 773948 w 2313886"/>
              <a:gd name="connsiteY4" fmla="*/ 11759 h 300456"/>
              <a:gd name="connsiteX5" fmla="*/ 154286 w 2313886"/>
              <a:gd name="connsiteY5" fmla="*/ -353 h 300456"/>
              <a:gd name="connsiteX6" fmla="*/ 33935 w 2313886"/>
              <a:gd name="connsiteY6" fmla="*/ 49086 h 300456"/>
              <a:gd name="connsiteX7" fmla="*/ 220652 w 2313886"/>
              <a:gd name="connsiteY7" fmla="*/ 55196 h 300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13886" h="300456">
                <a:moveTo>
                  <a:pt x="220661" y="55197"/>
                </a:moveTo>
                <a:cubicBezTo>
                  <a:pt x="1347429" y="186257"/>
                  <a:pt x="1898914" y="245440"/>
                  <a:pt x="2038252" y="261676"/>
                </a:cubicBezTo>
                <a:cubicBezTo>
                  <a:pt x="2177589" y="277912"/>
                  <a:pt x="2215148" y="306175"/>
                  <a:pt x="2285842" y="298650"/>
                </a:cubicBezTo>
                <a:cubicBezTo>
                  <a:pt x="2356537" y="291125"/>
                  <a:pt x="2291882" y="203545"/>
                  <a:pt x="2114551" y="168771"/>
                </a:cubicBezTo>
                <a:cubicBezTo>
                  <a:pt x="1937220" y="133998"/>
                  <a:pt x="945188" y="14147"/>
                  <a:pt x="773948" y="11759"/>
                </a:cubicBezTo>
                <a:cubicBezTo>
                  <a:pt x="602709" y="9370"/>
                  <a:pt x="274680" y="-2230"/>
                  <a:pt x="154286" y="-353"/>
                </a:cubicBezTo>
                <a:cubicBezTo>
                  <a:pt x="33892" y="1524"/>
                  <a:pt x="-49891" y="39896"/>
                  <a:pt x="33935" y="49086"/>
                </a:cubicBezTo>
                <a:cubicBezTo>
                  <a:pt x="117762" y="58275"/>
                  <a:pt x="207977" y="56776"/>
                  <a:pt x="220652" y="55196"/>
                </a:cubicBezTo>
                <a:close/>
              </a:path>
            </a:pathLst>
          </a:custGeom>
          <a:gradFill flip="none" rotWithShape="1">
            <a:gsLst>
              <a:gs pos="0">
                <a:srgbClr val="2E8F5C"/>
              </a:gs>
              <a:gs pos="100000">
                <a:srgbClr val="61AE6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73" name="任意多边形: 形状 272">
            <a:extLst>
              <a:ext uri="{FF2B5EF4-FFF2-40B4-BE49-F238E27FC236}">
                <a16:creationId xmlns:a16="http://schemas.microsoft.com/office/drawing/2014/main" id="{EE96C1ED-51E6-D32A-68A2-B476C6B8B624}"/>
              </a:ext>
            </a:extLst>
          </p:cNvPr>
          <p:cNvSpPr/>
          <p:nvPr/>
        </p:nvSpPr>
        <p:spPr>
          <a:xfrm>
            <a:off x="4495804" y="4633261"/>
            <a:ext cx="298521" cy="468568"/>
          </a:xfrm>
          <a:custGeom>
            <a:avLst/>
            <a:gdLst>
              <a:gd name="connsiteX0" fmla="*/ 54361 w 298521"/>
              <a:gd name="connsiteY0" fmla="*/ 282692 h 468568"/>
              <a:gd name="connsiteX1" fmla="*/ 126 w 298521"/>
              <a:gd name="connsiteY1" fmla="*/ 168911 h 468568"/>
              <a:gd name="connsiteX2" fmla="*/ 35400 w 298521"/>
              <a:gd name="connsiteY2" fmla="*/ 131035 h 468568"/>
              <a:gd name="connsiteX3" fmla="*/ 31338 w 298521"/>
              <a:gd name="connsiteY3" fmla="*/ 58643 h 468568"/>
              <a:gd name="connsiteX4" fmla="*/ 90513 w 298521"/>
              <a:gd name="connsiteY4" fmla="*/ 10577 h 468568"/>
              <a:gd name="connsiteX5" fmla="*/ 151761 w 298521"/>
              <a:gd name="connsiteY5" fmla="*/ 22379 h 468568"/>
              <a:gd name="connsiteX6" fmla="*/ 211588 w 298521"/>
              <a:gd name="connsiteY6" fmla="*/ -279 h 468568"/>
              <a:gd name="connsiteX7" fmla="*/ 298432 w 298521"/>
              <a:gd name="connsiteY7" fmla="*/ 110500 h 468568"/>
              <a:gd name="connsiteX8" fmla="*/ 220060 w 298521"/>
              <a:gd name="connsiteY8" fmla="*/ 320636 h 468568"/>
              <a:gd name="connsiteX9" fmla="*/ 168716 w 298521"/>
              <a:gd name="connsiteY9" fmla="*/ 316129 h 468568"/>
              <a:gd name="connsiteX10" fmla="*/ 165959 w 298521"/>
              <a:gd name="connsiteY10" fmla="*/ 460156 h 468568"/>
              <a:gd name="connsiteX11" fmla="*/ 52808 w 298521"/>
              <a:gd name="connsiteY11" fmla="*/ 452668 h 468568"/>
              <a:gd name="connsiteX12" fmla="*/ 54357 w 298521"/>
              <a:gd name="connsiteY12" fmla="*/ 282687 h 468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8521" h="468568">
                <a:moveTo>
                  <a:pt x="54361" y="282692"/>
                </a:moveTo>
                <a:cubicBezTo>
                  <a:pt x="26339" y="272651"/>
                  <a:pt x="-1388" y="203308"/>
                  <a:pt x="126" y="168911"/>
                </a:cubicBezTo>
                <a:cubicBezTo>
                  <a:pt x="885" y="151675"/>
                  <a:pt x="41593" y="147138"/>
                  <a:pt x="35400" y="131035"/>
                </a:cubicBezTo>
                <a:cubicBezTo>
                  <a:pt x="25707" y="105833"/>
                  <a:pt x="19069" y="85687"/>
                  <a:pt x="31338" y="58643"/>
                </a:cubicBezTo>
                <a:cubicBezTo>
                  <a:pt x="33227" y="54479"/>
                  <a:pt x="81412" y="19186"/>
                  <a:pt x="90513" y="10577"/>
                </a:cubicBezTo>
                <a:cubicBezTo>
                  <a:pt x="122071" y="-19274"/>
                  <a:pt x="133737" y="20927"/>
                  <a:pt x="151761" y="22379"/>
                </a:cubicBezTo>
                <a:cubicBezTo>
                  <a:pt x="165241" y="23465"/>
                  <a:pt x="189748" y="-3574"/>
                  <a:pt x="211588" y="-279"/>
                </a:cubicBezTo>
                <a:cubicBezTo>
                  <a:pt x="230111" y="2514"/>
                  <a:pt x="302398" y="92445"/>
                  <a:pt x="298432" y="110500"/>
                </a:cubicBezTo>
                <a:cubicBezTo>
                  <a:pt x="283411" y="178993"/>
                  <a:pt x="325474" y="272704"/>
                  <a:pt x="220060" y="320636"/>
                </a:cubicBezTo>
                <a:cubicBezTo>
                  <a:pt x="199671" y="329907"/>
                  <a:pt x="183164" y="309823"/>
                  <a:pt x="168716" y="316129"/>
                </a:cubicBezTo>
                <a:cubicBezTo>
                  <a:pt x="106053" y="343472"/>
                  <a:pt x="189660" y="462070"/>
                  <a:pt x="165959" y="460156"/>
                </a:cubicBezTo>
                <a:cubicBezTo>
                  <a:pt x="160799" y="459743"/>
                  <a:pt x="54360" y="482356"/>
                  <a:pt x="52808" y="452668"/>
                </a:cubicBezTo>
                <a:cubicBezTo>
                  <a:pt x="52722" y="451648"/>
                  <a:pt x="177513" y="381641"/>
                  <a:pt x="54357" y="282687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74" name="任意多边形: 形状 273">
            <a:extLst>
              <a:ext uri="{FF2B5EF4-FFF2-40B4-BE49-F238E27FC236}">
                <a16:creationId xmlns:a16="http://schemas.microsoft.com/office/drawing/2014/main" id="{1E925BA5-70AB-2472-AAEB-B93A426C03DF}"/>
              </a:ext>
            </a:extLst>
          </p:cNvPr>
          <p:cNvSpPr/>
          <p:nvPr/>
        </p:nvSpPr>
        <p:spPr>
          <a:xfrm>
            <a:off x="4629359" y="4671196"/>
            <a:ext cx="23696" cy="2109"/>
          </a:xfrm>
          <a:custGeom>
            <a:avLst/>
            <a:gdLst>
              <a:gd name="connsiteX0" fmla="*/ 653 w 23696"/>
              <a:gd name="connsiteY0" fmla="*/ -149 h 2109"/>
              <a:gd name="connsiteX1" fmla="*/ 67 w 23696"/>
              <a:gd name="connsiteY1" fmla="*/ 1551 h 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696" h="2109">
                <a:moveTo>
                  <a:pt x="653" y="-149"/>
                </a:moveTo>
                <a:cubicBezTo>
                  <a:pt x="46809" y="-1458"/>
                  <a:pt x="11490" y="723"/>
                  <a:pt x="67" y="1551"/>
                </a:cubicBezTo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75" name="任意多边形: 形状 274">
            <a:extLst>
              <a:ext uri="{FF2B5EF4-FFF2-40B4-BE49-F238E27FC236}">
                <a16:creationId xmlns:a16="http://schemas.microsoft.com/office/drawing/2014/main" id="{30138791-27E0-E528-C8A2-8DC5B0CE22FB}"/>
              </a:ext>
            </a:extLst>
          </p:cNvPr>
          <p:cNvSpPr/>
          <p:nvPr/>
        </p:nvSpPr>
        <p:spPr>
          <a:xfrm>
            <a:off x="4510857" y="4659469"/>
            <a:ext cx="264855" cy="274004"/>
          </a:xfrm>
          <a:custGeom>
            <a:avLst/>
            <a:gdLst>
              <a:gd name="connsiteX0" fmla="*/ 97202 w 264855"/>
              <a:gd name="connsiteY0" fmla="*/ -558 h 274004"/>
              <a:gd name="connsiteX1" fmla="*/ 45644 w 264855"/>
              <a:gd name="connsiteY1" fmla="*/ 116690 h 274004"/>
              <a:gd name="connsiteX2" fmla="*/ 12495 w 264855"/>
              <a:gd name="connsiteY2" fmla="*/ 193329 h 274004"/>
              <a:gd name="connsiteX3" fmla="*/ 44693 w 264855"/>
              <a:gd name="connsiteY3" fmla="*/ 243882 h 274004"/>
              <a:gd name="connsiteX4" fmla="*/ 103088 w 264855"/>
              <a:gd name="connsiteY4" fmla="*/ 244589 h 274004"/>
              <a:gd name="connsiteX5" fmla="*/ 114897 w 264855"/>
              <a:gd name="connsiteY5" fmla="*/ 272892 h 274004"/>
              <a:gd name="connsiteX6" fmla="*/ 156889 w 264855"/>
              <a:gd name="connsiteY6" fmla="*/ 257665 h 274004"/>
              <a:gd name="connsiteX7" fmla="*/ 231412 w 264855"/>
              <a:gd name="connsiteY7" fmla="*/ 247930 h 274004"/>
              <a:gd name="connsiteX8" fmla="*/ 236755 w 264855"/>
              <a:gd name="connsiteY8" fmla="*/ 224380 h 274004"/>
              <a:gd name="connsiteX9" fmla="*/ 256475 w 264855"/>
              <a:gd name="connsiteY9" fmla="*/ 217724 h 274004"/>
              <a:gd name="connsiteX10" fmla="*/ 236869 w 264855"/>
              <a:gd name="connsiteY10" fmla="*/ 178302 h 274004"/>
              <a:gd name="connsiteX11" fmla="*/ 264174 w 264855"/>
              <a:gd name="connsiteY11" fmla="*/ 116554 h 274004"/>
              <a:gd name="connsiteX12" fmla="*/ 245756 w 264855"/>
              <a:gd name="connsiteY12" fmla="*/ 101457 h 274004"/>
              <a:gd name="connsiteX13" fmla="*/ 253244 w 264855"/>
              <a:gd name="connsiteY13" fmla="*/ 58721 h 274004"/>
              <a:gd name="connsiteX14" fmla="*/ 217934 w 264855"/>
              <a:gd name="connsiteY14" fmla="*/ 54254 h 274004"/>
              <a:gd name="connsiteX15" fmla="*/ 207125 w 264855"/>
              <a:gd name="connsiteY15" fmla="*/ 11668 h 274004"/>
              <a:gd name="connsiteX16" fmla="*/ 97202 w 264855"/>
              <a:gd name="connsiteY16" fmla="*/ -557 h 274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64855" h="274004">
                <a:moveTo>
                  <a:pt x="97202" y="-558"/>
                </a:moveTo>
                <a:cubicBezTo>
                  <a:pt x="21671" y="26960"/>
                  <a:pt x="55769" y="62844"/>
                  <a:pt x="45644" y="116690"/>
                </a:cubicBezTo>
                <a:cubicBezTo>
                  <a:pt x="38570" y="154318"/>
                  <a:pt x="-26657" y="134049"/>
                  <a:pt x="12495" y="193329"/>
                </a:cubicBezTo>
                <a:cubicBezTo>
                  <a:pt x="17283" y="200579"/>
                  <a:pt x="42631" y="242657"/>
                  <a:pt x="44693" y="243882"/>
                </a:cubicBezTo>
                <a:cubicBezTo>
                  <a:pt x="69628" y="258699"/>
                  <a:pt x="86459" y="237516"/>
                  <a:pt x="103088" y="244589"/>
                </a:cubicBezTo>
                <a:cubicBezTo>
                  <a:pt x="112043" y="248398"/>
                  <a:pt x="102097" y="269493"/>
                  <a:pt x="114897" y="272892"/>
                </a:cubicBezTo>
                <a:cubicBezTo>
                  <a:pt x="128937" y="276621"/>
                  <a:pt x="143611" y="260403"/>
                  <a:pt x="156889" y="257665"/>
                </a:cubicBezTo>
                <a:cubicBezTo>
                  <a:pt x="174795" y="253971"/>
                  <a:pt x="201669" y="273896"/>
                  <a:pt x="231412" y="247930"/>
                </a:cubicBezTo>
                <a:cubicBezTo>
                  <a:pt x="241175" y="239406"/>
                  <a:pt x="232284" y="228610"/>
                  <a:pt x="236755" y="224380"/>
                </a:cubicBezTo>
                <a:cubicBezTo>
                  <a:pt x="241023" y="220344"/>
                  <a:pt x="252654" y="227189"/>
                  <a:pt x="256475" y="217724"/>
                </a:cubicBezTo>
                <a:cubicBezTo>
                  <a:pt x="265554" y="195240"/>
                  <a:pt x="236516" y="180047"/>
                  <a:pt x="236869" y="178302"/>
                </a:cubicBezTo>
                <a:cubicBezTo>
                  <a:pt x="241449" y="155684"/>
                  <a:pt x="269859" y="143086"/>
                  <a:pt x="264174" y="116554"/>
                </a:cubicBezTo>
                <a:cubicBezTo>
                  <a:pt x="262360" y="108089"/>
                  <a:pt x="248947" y="106736"/>
                  <a:pt x="245756" y="101457"/>
                </a:cubicBezTo>
                <a:cubicBezTo>
                  <a:pt x="240191" y="92250"/>
                  <a:pt x="264288" y="71857"/>
                  <a:pt x="253244" y="58721"/>
                </a:cubicBezTo>
                <a:cubicBezTo>
                  <a:pt x="243315" y="46911"/>
                  <a:pt x="225746" y="61907"/>
                  <a:pt x="217934" y="54254"/>
                </a:cubicBezTo>
                <a:cubicBezTo>
                  <a:pt x="209566" y="46057"/>
                  <a:pt x="228330" y="18964"/>
                  <a:pt x="207125" y="11668"/>
                </a:cubicBezTo>
                <a:cubicBezTo>
                  <a:pt x="180437" y="2487"/>
                  <a:pt x="183890" y="56957"/>
                  <a:pt x="97202" y="-557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76" name="任意多边形: 形状 275">
            <a:extLst>
              <a:ext uri="{FF2B5EF4-FFF2-40B4-BE49-F238E27FC236}">
                <a16:creationId xmlns:a16="http://schemas.microsoft.com/office/drawing/2014/main" id="{02FB4237-5764-9EC1-4DA8-84568772DBF4}"/>
              </a:ext>
            </a:extLst>
          </p:cNvPr>
          <p:cNvSpPr/>
          <p:nvPr/>
        </p:nvSpPr>
        <p:spPr>
          <a:xfrm>
            <a:off x="4558310" y="4700986"/>
            <a:ext cx="161216" cy="165163"/>
          </a:xfrm>
          <a:custGeom>
            <a:avLst/>
            <a:gdLst>
              <a:gd name="connsiteX0" fmla="*/ 61718 w 161216"/>
              <a:gd name="connsiteY0" fmla="*/ 980 h 165163"/>
              <a:gd name="connsiteX1" fmla="*/ 45995 w 161216"/>
              <a:gd name="connsiteY1" fmla="*/ 34310 h 165163"/>
              <a:gd name="connsiteX2" fmla="*/ 24833 w 161216"/>
              <a:gd name="connsiteY2" fmla="*/ 45845 h 165163"/>
              <a:gd name="connsiteX3" fmla="*/ 30453 w 161216"/>
              <a:gd name="connsiteY3" fmla="*/ 82142 h 165163"/>
              <a:gd name="connsiteX4" fmla="*/ 151 w 161216"/>
              <a:gd name="connsiteY4" fmla="*/ 123416 h 165163"/>
              <a:gd name="connsiteX5" fmla="*/ 18826 w 161216"/>
              <a:gd name="connsiteY5" fmla="*/ 140906 h 165163"/>
              <a:gd name="connsiteX6" fmla="*/ 37389 w 161216"/>
              <a:gd name="connsiteY6" fmla="*/ 161635 h 165163"/>
              <a:gd name="connsiteX7" fmla="*/ 86257 w 161216"/>
              <a:gd name="connsiteY7" fmla="*/ 155955 h 165163"/>
              <a:gd name="connsiteX8" fmla="*/ 148625 w 161216"/>
              <a:gd name="connsiteY8" fmla="*/ 151984 h 165163"/>
              <a:gd name="connsiteX9" fmla="*/ 147025 w 161216"/>
              <a:gd name="connsiteY9" fmla="*/ 136493 h 165163"/>
              <a:gd name="connsiteX10" fmla="*/ 161012 w 161216"/>
              <a:gd name="connsiteY10" fmla="*/ 100526 h 165163"/>
              <a:gd name="connsiteX11" fmla="*/ 149275 w 161216"/>
              <a:gd name="connsiteY11" fmla="*/ 86217 h 165163"/>
              <a:gd name="connsiteX12" fmla="*/ 160258 w 161216"/>
              <a:gd name="connsiteY12" fmla="*/ 44761 h 165163"/>
              <a:gd name="connsiteX13" fmla="*/ 149850 w 161216"/>
              <a:gd name="connsiteY13" fmla="*/ 32557 h 165163"/>
              <a:gd name="connsiteX14" fmla="*/ 142539 w 161216"/>
              <a:gd name="connsiteY14" fmla="*/ 2368 h 165163"/>
              <a:gd name="connsiteX15" fmla="*/ 61718 w 161216"/>
              <a:gd name="connsiteY15" fmla="*/ 980 h 165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1216" h="165163">
                <a:moveTo>
                  <a:pt x="61718" y="980"/>
                </a:moveTo>
                <a:cubicBezTo>
                  <a:pt x="32456" y="-8286"/>
                  <a:pt x="51193" y="27042"/>
                  <a:pt x="45995" y="34310"/>
                </a:cubicBezTo>
                <a:cubicBezTo>
                  <a:pt x="41272" y="40916"/>
                  <a:pt x="29703" y="39618"/>
                  <a:pt x="24833" y="45845"/>
                </a:cubicBezTo>
                <a:cubicBezTo>
                  <a:pt x="5403" y="70687"/>
                  <a:pt x="34313" y="70332"/>
                  <a:pt x="30453" y="82142"/>
                </a:cubicBezTo>
                <a:cubicBezTo>
                  <a:pt x="25765" y="96484"/>
                  <a:pt x="-1643" y="107079"/>
                  <a:pt x="151" y="123416"/>
                </a:cubicBezTo>
                <a:cubicBezTo>
                  <a:pt x="1210" y="133062"/>
                  <a:pt x="11766" y="135895"/>
                  <a:pt x="18826" y="140906"/>
                </a:cubicBezTo>
                <a:cubicBezTo>
                  <a:pt x="26329" y="146233"/>
                  <a:pt x="29423" y="157023"/>
                  <a:pt x="37389" y="161635"/>
                </a:cubicBezTo>
                <a:cubicBezTo>
                  <a:pt x="53782" y="171126"/>
                  <a:pt x="71059" y="154731"/>
                  <a:pt x="86257" y="155955"/>
                </a:cubicBezTo>
                <a:cubicBezTo>
                  <a:pt x="120590" y="158719"/>
                  <a:pt x="116069" y="172943"/>
                  <a:pt x="148625" y="151984"/>
                </a:cubicBezTo>
                <a:cubicBezTo>
                  <a:pt x="158064" y="145908"/>
                  <a:pt x="145272" y="142127"/>
                  <a:pt x="147025" y="136493"/>
                </a:cubicBezTo>
                <a:cubicBezTo>
                  <a:pt x="150511" y="125289"/>
                  <a:pt x="163296" y="113726"/>
                  <a:pt x="161012" y="100526"/>
                </a:cubicBezTo>
                <a:cubicBezTo>
                  <a:pt x="159697" y="92923"/>
                  <a:pt x="150177" y="92874"/>
                  <a:pt x="149275" y="86217"/>
                </a:cubicBezTo>
                <a:cubicBezTo>
                  <a:pt x="147562" y="73555"/>
                  <a:pt x="163991" y="58508"/>
                  <a:pt x="160258" y="44761"/>
                </a:cubicBezTo>
                <a:cubicBezTo>
                  <a:pt x="158783" y="39330"/>
                  <a:pt x="149943" y="40585"/>
                  <a:pt x="149850" y="32557"/>
                </a:cubicBezTo>
                <a:cubicBezTo>
                  <a:pt x="149746" y="23551"/>
                  <a:pt x="159992" y="-2055"/>
                  <a:pt x="142539" y="2368"/>
                </a:cubicBezTo>
                <a:cubicBezTo>
                  <a:pt x="117012" y="8837"/>
                  <a:pt x="113883" y="14767"/>
                  <a:pt x="61718" y="980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77" name="任意多边形: 形状 276">
            <a:extLst>
              <a:ext uri="{FF2B5EF4-FFF2-40B4-BE49-F238E27FC236}">
                <a16:creationId xmlns:a16="http://schemas.microsoft.com/office/drawing/2014/main" id="{A8CBE9BE-1120-B114-2A2A-A9348FE69C9D}"/>
              </a:ext>
            </a:extLst>
          </p:cNvPr>
          <p:cNvSpPr/>
          <p:nvPr/>
        </p:nvSpPr>
        <p:spPr>
          <a:xfrm>
            <a:off x="4581376" y="4927506"/>
            <a:ext cx="81184" cy="90716"/>
          </a:xfrm>
          <a:custGeom>
            <a:avLst/>
            <a:gdLst>
              <a:gd name="connsiteX0" fmla="*/ 45601 w 81184"/>
              <a:gd name="connsiteY0" fmla="*/ 87785 h 90716"/>
              <a:gd name="connsiteX1" fmla="*/ 56463 w 81184"/>
              <a:gd name="connsiteY1" fmla="*/ 65135 h 90716"/>
              <a:gd name="connsiteX2" fmla="*/ 65850 w 81184"/>
              <a:gd name="connsiteY2" fmla="*/ 29373 h 90716"/>
              <a:gd name="connsiteX3" fmla="*/ 80585 w 81184"/>
              <a:gd name="connsiteY3" fmla="*/ 7192 h 90716"/>
              <a:gd name="connsiteX4" fmla="*/ 38566 w 81184"/>
              <a:gd name="connsiteY4" fmla="*/ 2185 h 90716"/>
              <a:gd name="connsiteX5" fmla="*/ 294 w 81184"/>
              <a:gd name="connsiteY5" fmla="*/ 2875 h 90716"/>
              <a:gd name="connsiteX6" fmla="*/ 31251 w 81184"/>
              <a:gd name="connsiteY6" fmla="*/ 32643 h 90716"/>
              <a:gd name="connsiteX7" fmla="*/ 27627 w 81184"/>
              <a:gd name="connsiteY7" fmla="*/ 52605 h 90716"/>
              <a:gd name="connsiteX8" fmla="*/ 45601 w 81184"/>
              <a:gd name="connsiteY8" fmla="*/ 87785 h 90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184" h="90716">
                <a:moveTo>
                  <a:pt x="45601" y="87785"/>
                </a:moveTo>
                <a:cubicBezTo>
                  <a:pt x="46326" y="78706"/>
                  <a:pt x="52631" y="73005"/>
                  <a:pt x="56463" y="65135"/>
                </a:cubicBezTo>
                <a:cubicBezTo>
                  <a:pt x="62104" y="53549"/>
                  <a:pt x="56265" y="40360"/>
                  <a:pt x="65850" y="29373"/>
                </a:cubicBezTo>
                <a:cubicBezTo>
                  <a:pt x="69652" y="25018"/>
                  <a:pt x="84553" y="15089"/>
                  <a:pt x="80585" y="7192"/>
                </a:cubicBezTo>
                <a:cubicBezTo>
                  <a:pt x="76617" y="-704"/>
                  <a:pt x="45356" y="2180"/>
                  <a:pt x="38566" y="2185"/>
                </a:cubicBezTo>
                <a:cubicBezTo>
                  <a:pt x="31948" y="2189"/>
                  <a:pt x="2432" y="-4426"/>
                  <a:pt x="294" y="2875"/>
                </a:cubicBezTo>
                <a:cubicBezTo>
                  <a:pt x="-2805" y="13456"/>
                  <a:pt x="26790" y="23766"/>
                  <a:pt x="31251" y="32643"/>
                </a:cubicBezTo>
                <a:cubicBezTo>
                  <a:pt x="35017" y="40139"/>
                  <a:pt x="27117" y="46565"/>
                  <a:pt x="27627" y="52605"/>
                </a:cubicBezTo>
                <a:cubicBezTo>
                  <a:pt x="29136" y="70444"/>
                  <a:pt x="43793" y="98509"/>
                  <a:pt x="45601" y="87785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78" name="任意多边形: 形状 277">
            <a:extLst>
              <a:ext uri="{FF2B5EF4-FFF2-40B4-BE49-F238E27FC236}">
                <a16:creationId xmlns:a16="http://schemas.microsoft.com/office/drawing/2014/main" id="{A75ABF42-645B-BA74-46EC-FFBEBEE6B139}"/>
              </a:ext>
            </a:extLst>
          </p:cNvPr>
          <p:cNvSpPr/>
          <p:nvPr/>
        </p:nvSpPr>
        <p:spPr>
          <a:xfrm>
            <a:off x="4837332" y="4608450"/>
            <a:ext cx="328436" cy="539051"/>
          </a:xfrm>
          <a:custGeom>
            <a:avLst/>
            <a:gdLst>
              <a:gd name="connsiteX0" fmla="*/ 146681 w 328436"/>
              <a:gd name="connsiteY0" fmla="*/ 875 h 539051"/>
              <a:gd name="connsiteX1" fmla="*/ 101607 w 328436"/>
              <a:gd name="connsiteY1" fmla="*/ 30225 h 539051"/>
              <a:gd name="connsiteX2" fmla="*/ 34048 w 328436"/>
              <a:gd name="connsiteY2" fmla="*/ 87843 h 539051"/>
              <a:gd name="connsiteX3" fmla="*/ 31124 w 328436"/>
              <a:gd name="connsiteY3" fmla="*/ 147271 h 539051"/>
              <a:gd name="connsiteX4" fmla="*/ 13000 w 328436"/>
              <a:gd name="connsiteY4" fmla="*/ 199695 h 539051"/>
              <a:gd name="connsiteX5" fmla="*/ 2217 w 328436"/>
              <a:gd name="connsiteY5" fmla="*/ 274160 h 539051"/>
              <a:gd name="connsiteX6" fmla="*/ 70291 w 328436"/>
              <a:gd name="connsiteY6" fmla="*/ 332612 h 539051"/>
              <a:gd name="connsiteX7" fmla="*/ 112264 w 328436"/>
              <a:gd name="connsiteY7" fmla="*/ 354386 h 539051"/>
              <a:gd name="connsiteX8" fmla="*/ 106961 w 328436"/>
              <a:gd name="connsiteY8" fmla="*/ 407283 h 539051"/>
              <a:gd name="connsiteX9" fmla="*/ 59356 w 328436"/>
              <a:gd name="connsiteY9" fmla="*/ 503162 h 539051"/>
              <a:gd name="connsiteX10" fmla="*/ 44005 w 328436"/>
              <a:gd name="connsiteY10" fmla="*/ 526232 h 539051"/>
              <a:gd name="connsiteX11" fmla="*/ 67309 w 328436"/>
              <a:gd name="connsiteY11" fmla="*/ 536571 h 539051"/>
              <a:gd name="connsiteX12" fmla="*/ 159805 w 328436"/>
              <a:gd name="connsiteY12" fmla="*/ 536089 h 539051"/>
              <a:gd name="connsiteX13" fmla="*/ 160133 w 328436"/>
              <a:gd name="connsiteY13" fmla="*/ 514428 h 539051"/>
              <a:gd name="connsiteX14" fmla="*/ 150974 w 328436"/>
              <a:gd name="connsiteY14" fmla="*/ 422409 h 539051"/>
              <a:gd name="connsiteX15" fmla="*/ 173390 w 328436"/>
              <a:gd name="connsiteY15" fmla="*/ 360665 h 539051"/>
              <a:gd name="connsiteX16" fmla="*/ 219022 w 328436"/>
              <a:gd name="connsiteY16" fmla="*/ 371553 h 539051"/>
              <a:gd name="connsiteX17" fmla="*/ 274371 w 328436"/>
              <a:gd name="connsiteY17" fmla="*/ 344940 h 539051"/>
              <a:gd name="connsiteX18" fmla="*/ 290154 w 328436"/>
              <a:gd name="connsiteY18" fmla="*/ 297081 h 539051"/>
              <a:gd name="connsiteX19" fmla="*/ 318464 w 328436"/>
              <a:gd name="connsiteY19" fmla="*/ 255485 h 539051"/>
              <a:gd name="connsiteX20" fmla="*/ 322917 w 328436"/>
              <a:gd name="connsiteY20" fmla="*/ 121849 h 539051"/>
              <a:gd name="connsiteX21" fmla="*/ 288779 w 328436"/>
              <a:gd name="connsiteY21" fmla="*/ 54479 h 539051"/>
              <a:gd name="connsiteX22" fmla="*/ 228148 w 328436"/>
              <a:gd name="connsiteY22" fmla="*/ 28748 h 539051"/>
              <a:gd name="connsiteX23" fmla="*/ 170717 w 328436"/>
              <a:gd name="connsiteY23" fmla="*/ 2438 h 539051"/>
              <a:gd name="connsiteX24" fmla="*/ 147250 w 328436"/>
              <a:gd name="connsiteY24" fmla="*/ 548 h 539051"/>
              <a:gd name="connsiteX25" fmla="*/ 146681 w 328436"/>
              <a:gd name="connsiteY25" fmla="*/ 850 h 539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28436" h="539051">
                <a:moveTo>
                  <a:pt x="146681" y="875"/>
                </a:moveTo>
                <a:cubicBezTo>
                  <a:pt x="130954" y="9587"/>
                  <a:pt x="121297" y="29418"/>
                  <a:pt x="101607" y="30225"/>
                </a:cubicBezTo>
                <a:cubicBezTo>
                  <a:pt x="70155" y="32681"/>
                  <a:pt x="39216" y="55615"/>
                  <a:pt x="34048" y="87843"/>
                </a:cubicBezTo>
                <a:cubicBezTo>
                  <a:pt x="29469" y="107389"/>
                  <a:pt x="37060" y="127999"/>
                  <a:pt x="31124" y="147271"/>
                </a:cubicBezTo>
                <a:cubicBezTo>
                  <a:pt x="23613" y="164106"/>
                  <a:pt x="10844" y="180239"/>
                  <a:pt x="13000" y="199695"/>
                </a:cubicBezTo>
                <a:cubicBezTo>
                  <a:pt x="10508" y="224657"/>
                  <a:pt x="-5674" y="248607"/>
                  <a:pt x="2217" y="274160"/>
                </a:cubicBezTo>
                <a:cubicBezTo>
                  <a:pt x="11609" y="304700"/>
                  <a:pt x="40476" y="324837"/>
                  <a:pt x="70291" y="332612"/>
                </a:cubicBezTo>
                <a:cubicBezTo>
                  <a:pt x="85294" y="336735"/>
                  <a:pt x="104451" y="338918"/>
                  <a:pt x="112264" y="354386"/>
                </a:cubicBezTo>
                <a:cubicBezTo>
                  <a:pt x="119887" y="371854"/>
                  <a:pt x="109600" y="389908"/>
                  <a:pt x="106961" y="407283"/>
                </a:cubicBezTo>
                <a:cubicBezTo>
                  <a:pt x="98995" y="442270"/>
                  <a:pt x="86692" y="478408"/>
                  <a:pt x="59356" y="503162"/>
                </a:cubicBezTo>
                <a:cubicBezTo>
                  <a:pt x="53471" y="509900"/>
                  <a:pt x="42831" y="516200"/>
                  <a:pt x="44005" y="526232"/>
                </a:cubicBezTo>
                <a:cubicBezTo>
                  <a:pt x="46684" y="536270"/>
                  <a:pt x="58894" y="536241"/>
                  <a:pt x="67309" y="536571"/>
                </a:cubicBezTo>
                <a:cubicBezTo>
                  <a:pt x="98048" y="539817"/>
                  <a:pt x="129055" y="538470"/>
                  <a:pt x="159805" y="536089"/>
                </a:cubicBezTo>
                <a:cubicBezTo>
                  <a:pt x="168955" y="532369"/>
                  <a:pt x="166174" y="519729"/>
                  <a:pt x="160133" y="514428"/>
                </a:cubicBezTo>
                <a:cubicBezTo>
                  <a:pt x="141929" y="487453"/>
                  <a:pt x="145134" y="452769"/>
                  <a:pt x="150974" y="422409"/>
                </a:cubicBezTo>
                <a:cubicBezTo>
                  <a:pt x="154507" y="400788"/>
                  <a:pt x="158709" y="377813"/>
                  <a:pt x="173390" y="360665"/>
                </a:cubicBezTo>
                <a:cubicBezTo>
                  <a:pt x="189373" y="352910"/>
                  <a:pt x="205088" y="364903"/>
                  <a:pt x="219022" y="371553"/>
                </a:cubicBezTo>
                <a:cubicBezTo>
                  <a:pt x="240254" y="380294"/>
                  <a:pt x="269998" y="368939"/>
                  <a:pt x="274371" y="344940"/>
                </a:cubicBezTo>
                <a:cubicBezTo>
                  <a:pt x="278534" y="328851"/>
                  <a:pt x="275678" y="308635"/>
                  <a:pt x="290154" y="297081"/>
                </a:cubicBezTo>
                <a:cubicBezTo>
                  <a:pt x="303000" y="286399"/>
                  <a:pt x="318576" y="273776"/>
                  <a:pt x="318464" y="255485"/>
                </a:cubicBezTo>
                <a:cubicBezTo>
                  <a:pt x="324647" y="211437"/>
                  <a:pt x="334991" y="165854"/>
                  <a:pt x="322917" y="121849"/>
                </a:cubicBezTo>
                <a:cubicBezTo>
                  <a:pt x="316396" y="97436"/>
                  <a:pt x="305878" y="73325"/>
                  <a:pt x="288779" y="54479"/>
                </a:cubicBezTo>
                <a:cubicBezTo>
                  <a:pt x="271625" y="39097"/>
                  <a:pt x="243828" y="46637"/>
                  <a:pt x="228148" y="28748"/>
                </a:cubicBezTo>
                <a:cubicBezTo>
                  <a:pt x="213202" y="12942"/>
                  <a:pt x="191227" y="7071"/>
                  <a:pt x="170717" y="2438"/>
                </a:cubicBezTo>
                <a:cubicBezTo>
                  <a:pt x="163196" y="1010"/>
                  <a:pt x="154521" y="-2266"/>
                  <a:pt x="147250" y="548"/>
                </a:cubicBezTo>
                <a:lnTo>
                  <a:pt x="146681" y="850"/>
                </a:ln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79" name="任意多边形: 形状 278">
            <a:extLst>
              <a:ext uri="{FF2B5EF4-FFF2-40B4-BE49-F238E27FC236}">
                <a16:creationId xmlns:a16="http://schemas.microsoft.com/office/drawing/2014/main" id="{CF160D7A-2B07-7AC3-25DC-FFA0054F0B43}"/>
              </a:ext>
            </a:extLst>
          </p:cNvPr>
          <p:cNvSpPr/>
          <p:nvPr/>
        </p:nvSpPr>
        <p:spPr>
          <a:xfrm>
            <a:off x="5040969" y="4616297"/>
            <a:ext cx="847" cy="666"/>
          </a:xfrm>
          <a:custGeom>
            <a:avLst/>
            <a:gdLst>
              <a:gd name="connsiteX0" fmla="*/ 67 w 847"/>
              <a:gd name="connsiteY0" fmla="*/ -230 h 666"/>
              <a:gd name="connsiteX1" fmla="*/ 67 w 847"/>
              <a:gd name="connsiteY1" fmla="*/ -230 h 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7" h="666">
                <a:moveTo>
                  <a:pt x="67" y="-230"/>
                </a:moveTo>
                <a:cubicBezTo>
                  <a:pt x="541" y="935"/>
                  <a:pt x="1711" y="-1373"/>
                  <a:pt x="67" y="-230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80" name="任意多边形: 形状 279">
            <a:extLst>
              <a:ext uri="{FF2B5EF4-FFF2-40B4-BE49-F238E27FC236}">
                <a16:creationId xmlns:a16="http://schemas.microsoft.com/office/drawing/2014/main" id="{D3EC13D2-402E-9036-E2F9-EF06AE0EDD6D}"/>
              </a:ext>
            </a:extLst>
          </p:cNvPr>
          <p:cNvSpPr/>
          <p:nvPr/>
        </p:nvSpPr>
        <p:spPr>
          <a:xfrm>
            <a:off x="4853921" y="4632956"/>
            <a:ext cx="295964" cy="316471"/>
          </a:xfrm>
          <a:custGeom>
            <a:avLst/>
            <a:gdLst>
              <a:gd name="connsiteX0" fmla="*/ 187418 w 295964"/>
              <a:gd name="connsiteY0" fmla="*/ -358 h 316471"/>
              <a:gd name="connsiteX1" fmla="*/ 124331 w 295964"/>
              <a:gd name="connsiteY1" fmla="*/ 24807 h 316471"/>
              <a:gd name="connsiteX2" fmla="*/ 64159 w 295964"/>
              <a:gd name="connsiteY2" fmla="*/ 53266 h 316471"/>
              <a:gd name="connsiteX3" fmla="*/ 52246 w 295964"/>
              <a:gd name="connsiteY3" fmla="*/ 110557 h 316471"/>
              <a:gd name="connsiteX4" fmla="*/ 36579 w 295964"/>
              <a:gd name="connsiteY4" fmla="*/ 162396 h 316471"/>
              <a:gd name="connsiteX5" fmla="*/ 67 w 295964"/>
              <a:gd name="connsiteY5" fmla="*/ 237779 h 316471"/>
              <a:gd name="connsiteX6" fmla="*/ 69065 w 295964"/>
              <a:gd name="connsiteY6" fmla="*/ 288669 h 316471"/>
              <a:gd name="connsiteX7" fmla="*/ 108813 w 295964"/>
              <a:gd name="connsiteY7" fmla="*/ 294736 h 316471"/>
              <a:gd name="connsiteX8" fmla="*/ 127136 w 295964"/>
              <a:gd name="connsiteY8" fmla="*/ 315914 h 316471"/>
              <a:gd name="connsiteX9" fmla="*/ 192287 w 295964"/>
              <a:gd name="connsiteY9" fmla="*/ 308410 h 316471"/>
              <a:gd name="connsiteX10" fmla="*/ 235762 w 295964"/>
              <a:gd name="connsiteY10" fmla="*/ 302275 h 316471"/>
              <a:gd name="connsiteX11" fmla="*/ 244197 w 295964"/>
              <a:gd name="connsiteY11" fmla="*/ 264667 h 316471"/>
              <a:gd name="connsiteX12" fmla="*/ 279020 w 295964"/>
              <a:gd name="connsiteY12" fmla="*/ 251845 h 316471"/>
              <a:gd name="connsiteX13" fmla="*/ 279796 w 295964"/>
              <a:gd name="connsiteY13" fmla="*/ 205286 h 316471"/>
              <a:gd name="connsiteX14" fmla="*/ 293967 w 295964"/>
              <a:gd name="connsiteY14" fmla="*/ 150170 h 316471"/>
              <a:gd name="connsiteX15" fmla="*/ 291384 w 295964"/>
              <a:gd name="connsiteY15" fmla="*/ 100692 h 316471"/>
              <a:gd name="connsiteX16" fmla="*/ 264862 w 295964"/>
              <a:gd name="connsiteY16" fmla="*/ 81965 h 316471"/>
              <a:gd name="connsiteX17" fmla="*/ 253181 w 295964"/>
              <a:gd name="connsiteY17" fmla="*/ 54484 h 316471"/>
              <a:gd name="connsiteX18" fmla="*/ 222360 w 295964"/>
              <a:gd name="connsiteY18" fmla="*/ 48263 h 316471"/>
              <a:gd name="connsiteX19" fmla="*/ 205408 w 295964"/>
              <a:gd name="connsiteY19" fmla="*/ 38074 h 316471"/>
              <a:gd name="connsiteX20" fmla="*/ 190393 w 295964"/>
              <a:gd name="connsiteY20" fmla="*/ -378 h 316471"/>
              <a:gd name="connsiteX21" fmla="*/ 187418 w 295964"/>
              <a:gd name="connsiteY21" fmla="*/ -378 h 316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95964" h="316471">
                <a:moveTo>
                  <a:pt x="187418" y="-358"/>
                </a:moveTo>
                <a:cubicBezTo>
                  <a:pt x="167532" y="10699"/>
                  <a:pt x="140674" y="7411"/>
                  <a:pt x="124331" y="24807"/>
                </a:cubicBezTo>
                <a:cubicBezTo>
                  <a:pt x="108857" y="42499"/>
                  <a:pt x="78356" y="34083"/>
                  <a:pt x="64159" y="53266"/>
                </a:cubicBezTo>
                <a:cubicBezTo>
                  <a:pt x="53100" y="70210"/>
                  <a:pt x="54520" y="91337"/>
                  <a:pt x="52246" y="110557"/>
                </a:cubicBezTo>
                <a:cubicBezTo>
                  <a:pt x="51214" y="128754"/>
                  <a:pt x="46778" y="146909"/>
                  <a:pt x="36579" y="162396"/>
                </a:cubicBezTo>
                <a:cubicBezTo>
                  <a:pt x="23325" y="186849"/>
                  <a:pt x="2784" y="209300"/>
                  <a:pt x="67" y="237779"/>
                </a:cubicBezTo>
                <a:cubicBezTo>
                  <a:pt x="1257" y="269841"/>
                  <a:pt x="36689" y="296057"/>
                  <a:pt x="69065" y="288669"/>
                </a:cubicBezTo>
                <a:cubicBezTo>
                  <a:pt x="82263" y="288539"/>
                  <a:pt x="98190" y="285419"/>
                  <a:pt x="108813" y="294736"/>
                </a:cubicBezTo>
                <a:cubicBezTo>
                  <a:pt x="114371" y="301885"/>
                  <a:pt x="115706" y="315580"/>
                  <a:pt x="127136" y="315914"/>
                </a:cubicBezTo>
                <a:cubicBezTo>
                  <a:pt x="148799" y="313705"/>
                  <a:pt x="170309" y="300128"/>
                  <a:pt x="192287" y="308410"/>
                </a:cubicBezTo>
                <a:cubicBezTo>
                  <a:pt x="206472" y="312411"/>
                  <a:pt x="225471" y="314925"/>
                  <a:pt x="235762" y="302275"/>
                </a:cubicBezTo>
                <a:cubicBezTo>
                  <a:pt x="241479" y="290379"/>
                  <a:pt x="232861" y="274342"/>
                  <a:pt x="244197" y="264667"/>
                </a:cubicBezTo>
                <a:cubicBezTo>
                  <a:pt x="255251" y="258896"/>
                  <a:pt x="271452" y="263463"/>
                  <a:pt x="279020" y="251845"/>
                </a:cubicBezTo>
                <a:cubicBezTo>
                  <a:pt x="284263" y="236453"/>
                  <a:pt x="269934" y="219832"/>
                  <a:pt x="279796" y="205286"/>
                </a:cubicBezTo>
                <a:cubicBezTo>
                  <a:pt x="288046" y="188261"/>
                  <a:pt x="301120" y="169793"/>
                  <a:pt x="293967" y="150170"/>
                </a:cubicBezTo>
                <a:cubicBezTo>
                  <a:pt x="287687" y="134289"/>
                  <a:pt x="289975" y="117046"/>
                  <a:pt x="291384" y="100692"/>
                </a:cubicBezTo>
                <a:cubicBezTo>
                  <a:pt x="288871" y="89009"/>
                  <a:pt x="276184" y="82611"/>
                  <a:pt x="264862" y="81965"/>
                </a:cubicBezTo>
                <a:cubicBezTo>
                  <a:pt x="253767" y="77313"/>
                  <a:pt x="253974" y="64161"/>
                  <a:pt x="253181" y="54484"/>
                </a:cubicBezTo>
                <a:cubicBezTo>
                  <a:pt x="247374" y="43540"/>
                  <a:pt x="232524" y="45688"/>
                  <a:pt x="222360" y="48263"/>
                </a:cubicBezTo>
                <a:cubicBezTo>
                  <a:pt x="215194" y="49596"/>
                  <a:pt x="204699" y="46486"/>
                  <a:pt x="205408" y="38074"/>
                </a:cubicBezTo>
                <a:cubicBezTo>
                  <a:pt x="202657" y="24716"/>
                  <a:pt x="202577" y="8841"/>
                  <a:pt x="190393" y="-378"/>
                </a:cubicBezTo>
                <a:cubicBezTo>
                  <a:pt x="189414" y="-240"/>
                  <a:pt x="188368" y="-844"/>
                  <a:pt x="187418" y="-378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81" name="任意多边形: 形状 280">
            <a:extLst>
              <a:ext uri="{FF2B5EF4-FFF2-40B4-BE49-F238E27FC236}">
                <a16:creationId xmlns:a16="http://schemas.microsoft.com/office/drawing/2014/main" id="{06C7ED20-DF4F-4B13-0662-C7833E70E6D5}"/>
              </a:ext>
            </a:extLst>
          </p:cNvPr>
          <p:cNvSpPr/>
          <p:nvPr/>
        </p:nvSpPr>
        <p:spPr>
          <a:xfrm>
            <a:off x="4894033" y="4655114"/>
            <a:ext cx="180905" cy="234443"/>
          </a:xfrm>
          <a:custGeom>
            <a:avLst/>
            <a:gdLst>
              <a:gd name="connsiteX0" fmla="*/ 128174 w 180905"/>
              <a:gd name="connsiteY0" fmla="*/ -87 h 234443"/>
              <a:gd name="connsiteX1" fmla="*/ 63260 w 180905"/>
              <a:gd name="connsiteY1" fmla="*/ 42501 h 234443"/>
              <a:gd name="connsiteX2" fmla="*/ 43949 w 180905"/>
              <a:gd name="connsiteY2" fmla="*/ 82341 h 234443"/>
              <a:gd name="connsiteX3" fmla="*/ 18961 w 180905"/>
              <a:gd name="connsiteY3" fmla="*/ 107357 h 234443"/>
              <a:gd name="connsiteX4" fmla="*/ 26640 w 180905"/>
              <a:gd name="connsiteY4" fmla="*/ 132844 h 234443"/>
              <a:gd name="connsiteX5" fmla="*/ 1974 w 180905"/>
              <a:gd name="connsiteY5" fmla="*/ 174450 h 234443"/>
              <a:gd name="connsiteX6" fmla="*/ 8510 w 180905"/>
              <a:gd name="connsiteY6" fmla="*/ 203560 h 234443"/>
              <a:gd name="connsiteX7" fmla="*/ 33140 w 180905"/>
              <a:gd name="connsiteY7" fmla="*/ 230085 h 234443"/>
              <a:gd name="connsiteX8" fmla="*/ 97441 w 180905"/>
              <a:gd name="connsiteY8" fmla="*/ 228993 h 234443"/>
              <a:gd name="connsiteX9" fmla="*/ 164232 w 180905"/>
              <a:gd name="connsiteY9" fmla="*/ 197638 h 234443"/>
              <a:gd name="connsiteX10" fmla="*/ 176203 w 180905"/>
              <a:gd name="connsiteY10" fmla="*/ 164928 h 234443"/>
              <a:gd name="connsiteX11" fmla="*/ 176375 w 180905"/>
              <a:gd name="connsiteY11" fmla="*/ 128669 h 234443"/>
              <a:gd name="connsiteX12" fmla="*/ 175190 w 180905"/>
              <a:gd name="connsiteY12" fmla="*/ 90744 h 234443"/>
              <a:gd name="connsiteX13" fmla="*/ 172587 w 180905"/>
              <a:gd name="connsiteY13" fmla="*/ 55933 h 234443"/>
              <a:gd name="connsiteX14" fmla="*/ 130234 w 180905"/>
              <a:gd name="connsiteY14" fmla="*/ 58199 h 234443"/>
              <a:gd name="connsiteX15" fmla="*/ 134836 w 180905"/>
              <a:gd name="connsiteY15" fmla="*/ 31267 h 234443"/>
              <a:gd name="connsiteX16" fmla="*/ 130093 w 180905"/>
              <a:gd name="connsiteY16" fmla="*/ -472 h 234443"/>
              <a:gd name="connsiteX17" fmla="*/ 129019 w 180905"/>
              <a:gd name="connsiteY17" fmla="*/ -558 h 234443"/>
              <a:gd name="connsiteX18" fmla="*/ 128174 w 180905"/>
              <a:gd name="connsiteY18" fmla="*/ -93 h 234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0905" h="234443">
                <a:moveTo>
                  <a:pt x="128174" y="-87"/>
                </a:moveTo>
                <a:cubicBezTo>
                  <a:pt x="110128" y="19484"/>
                  <a:pt x="79563" y="20718"/>
                  <a:pt x="63260" y="42501"/>
                </a:cubicBezTo>
                <a:cubicBezTo>
                  <a:pt x="53352" y="54128"/>
                  <a:pt x="57175" y="72897"/>
                  <a:pt x="43949" y="82341"/>
                </a:cubicBezTo>
                <a:cubicBezTo>
                  <a:pt x="35859" y="90731"/>
                  <a:pt x="22832" y="95640"/>
                  <a:pt x="18961" y="107357"/>
                </a:cubicBezTo>
                <a:cubicBezTo>
                  <a:pt x="17182" y="116779"/>
                  <a:pt x="24209" y="124520"/>
                  <a:pt x="26640" y="132844"/>
                </a:cubicBezTo>
                <a:cubicBezTo>
                  <a:pt x="26796" y="150600"/>
                  <a:pt x="6183" y="158206"/>
                  <a:pt x="1974" y="174450"/>
                </a:cubicBezTo>
                <a:cubicBezTo>
                  <a:pt x="-2277" y="184565"/>
                  <a:pt x="872" y="196006"/>
                  <a:pt x="8510" y="203560"/>
                </a:cubicBezTo>
                <a:cubicBezTo>
                  <a:pt x="16519" y="212526"/>
                  <a:pt x="24188" y="222235"/>
                  <a:pt x="33140" y="230085"/>
                </a:cubicBezTo>
                <a:cubicBezTo>
                  <a:pt x="53829" y="239820"/>
                  <a:pt x="75975" y="227614"/>
                  <a:pt x="97441" y="228993"/>
                </a:cubicBezTo>
                <a:cubicBezTo>
                  <a:pt x="122947" y="228191"/>
                  <a:pt x="146178" y="214951"/>
                  <a:pt x="164232" y="197638"/>
                </a:cubicBezTo>
                <a:cubicBezTo>
                  <a:pt x="173781" y="190081"/>
                  <a:pt x="181963" y="177231"/>
                  <a:pt x="176203" y="164928"/>
                </a:cubicBezTo>
                <a:cubicBezTo>
                  <a:pt x="172276" y="153409"/>
                  <a:pt x="168278" y="139361"/>
                  <a:pt x="176375" y="128669"/>
                </a:cubicBezTo>
                <a:cubicBezTo>
                  <a:pt x="181915" y="116925"/>
                  <a:pt x="183487" y="101630"/>
                  <a:pt x="175190" y="90744"/>
                </a:cubicBezTo>
                <a:cubicBezTo>
                  <a:pt x="172618" y="79238"/>
                  <a:pt x="181513" y="65993"/>
                  <a:pt x="172587" y="55933"/>
                </a:cubicBezTo>
                <a:cubicBezTo>
                  <a:pt x="158661" y="48001"/>
                  <a:pt x="144453" y="64490"/>
                  <a:pt x="130234" y="58199"/>
                </a:cubicBezTo>
                <a:cubicBezTo>
                  <a:pt x="123117" y="49379"/>
                  <a:pt x="133972" y="40356"/>
                  <a:pt x="134836" y="31267"/>
                </a:cubicBezTo>
                <a:cubicBezTo>
                  <a:pt x="138057" y="20803"/>
                  <a:pt x="138488" y="7773"/>
                  <a:pt x="130093" y="-472"/>
                </a:cubicBezTo>
                <a:lnTo>
                  <a:pt x="129019" y="-558"/>
                </a:lnTo>
                <a:lnTo>
                  <a:pt x="128174" y="-93"/>
                </a:ln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82" name="任意多边形: 形状 281">
            <a:extLst>
              <a:ext uri="{FF2B5EF4-FFF2-40B4-BE49-F238E27FC236}">
                <a16:creationId xmlns:a16="http://schemas.microsoft.com/office/drawing/2014/main" id="{79FC364C-7698-CA3F-A855-1AB0DE33F608}"/>
              </a:ext>
            </a:extLst>
          </p:cNvPr>
          <p:cNvSpPr/>
          <p:nvPr/>
        </p:nvSpPr>
        <p:spPr>
          <a:xfrm>
            <a:off x="4943583" y="4934025"/>
            <a:ext cx="66264" cy="168190"/>
          </a:xfrm>
          <a:custGeom>
            <a:avLst/>
            <a:gdLst>
              <a:gd name="connsiteX0" fmla="*/ 2349 w 66264"/>
              <a:gd name="connsiteY0" fmla="*/ 167317 h 168190"/>
              <a:gd name="connsiteX1" fmla="*/ 41790 w 66264"/>
              <a:gd name="connsiteY1" fmla="*/ 80501 h 168190"/>
              <a:gd name="connsiteX2" fmla="*/ 65611 w 66264"/>
              <a:gd name="connsiteY2" fmla="*/ 37805 h 168190"/>
              <a:gd name="connsiteX3" fmla="*/ 53599 w 66264"/>
              <a:gd name="connsiteY3" fmla="*/ 15460 h 168190"/>
              <a:gd name="connsiteX4" fmla="*/ 17327 w 66264"/>
              <a:gd name="connsiteY4" fmla="*/ -558 h 168190"/>
              <a:gd name="connsiteX5" fmla="*/ 15298 w 66264"/>
              <a:gd name="connsiteY5" fmla="*/ 32004 h 168190"/>
              <a:gd name="connsiteX6" fmla="*/ 13872 w 66264"/>
              <a:gd name="connsiteY6" fmla="*/ 87037 h 168190"/>
              <a:gd name="connsiteX7" fmla="*/ 68 w 66264"/>
              <a:gd name="connsiteY7" fmla="*/ 165232 h 168190"/>
              <a:gd name="connsiteX8" fmla="*/ 2349 w 66264"/>
              <a:gd name="connsiteY8" fmla="*/ 167317 h 168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6264" h="168190">
                <a:moveTo>
                  <a:pt x="2349" y="167317"/>
                </a:moveTo>
                <a:cubicBezTo>
                  <a:pt x="17281" y="142839"/>
                  <a:pt x="32531" y="115048"/>
                  <a:pt x="41790" y="80501"/>
                </a:cubicBezTo>
                <a:cubicBezTo>
                  <a:pt x="48384" y="62835"/>
                  <a:pt x="57771" y="52373"/>
                  <a:pt x="65611" y="37805"/>
                </a:cubicBezTo>
                <a:cubicBezTo>
                  <a:pt x="68950" y="19635"/>
                  <a:pt x="59952" y="15081"/>
                  <a:pt x="53599" y="15460"/>
                </a:cubicBezTo>
                <a:cubicBezTo>
                  <a:pt x="41315" y="10912"/>
                  <a:pt x="28686" y="7555"/>
                  <a:pt x="17327" y="-558"/>
                </a:cubicBezTo>
                <a:cubicBezTo>
                  <a:pt x="10429" y="8724"/>
                  <a:pt x="11485" y="26217"/>
                  <a:pt x="15298" y="32004"/>
                </a:cubicBezTo>
                <a:cubicBezTo>
                  <a:pt x="19249" y="45680"/>
                  <a:pt x="21817" y="66922"/>
                  <a:pt x="13872" y="87037"/>
                </a:cubicBezTo>
                <a:cubicBezTo>
                  <a:pt x="6741" y="112352"/>
                  <a:pt x="-51" y="140348"/>
                  <a:pt x="68" y="165232"/>
                </a:cubicBezTo>
                <a:cubicBezTo>
                  <a:pt x="671" y="166261"/>
                  <a:pt x="1134" y="168446"/>
                  <a:pt x="2349" y="167317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83" name="任意多边形: 形状 282">
            <a:extLst>
              <a:ext uri="{FF2B5EF4-FFF2-40B4-BE49-F238E27FC236}">
                <a16:creationId xmlns:a16="http://schemas.microsoft.com/office/drawing/2014/main" id="{27E6A8AE-B4AE-8E97-982F-E491A15BB695}"/>
              </a:ext>
            </a:extLst>
          </p:cNvPr>
          <p:cNvSpPr/>
          <p:nvPr/>
        </p:nvSpPr>
        <p:spPr>
          <a:xfrm>
            <a:off x="4058111" y="4468060"/>
            <a:ext cx="392385" cy="616343"/>
          </a:xfrm>
          <a:custGeom>
            <a:avLst/>
            <a:gdLst>
              <a:gd name="connsiteX0" fmla="*/ 229549 w 392385"/>
              <a:gd name="connsiteY0" fmla="*/ 102 h 616343"/>
              <a:gd name="connsiteX1" fmla="*/ 42452 w 392385"/>
              <a:gd name="connsiteY1" fmla="*/ 127630 h 616343"/>
              <a:gd name="connsiteX2" fmla="*/ 4044 w 392385"/>
              <a:gd name="connsiteY2" fmla="*/ 283813 h 616343"/>
              <a:gd name="connsiteX3" fmla="*/ 47122 w 392385"/>
              <a:gd name="connsiteY3" fmla="*/ 447094 h 616343"/>
              <a:gd name="connsiteX4" fmla="*/ 137689 w 392385"/>
              <a:gd name="connsiteY4" fmla="*/ 500622 h 616343"/>
              <a:gd name="connsiteX5" fmla="*/ 188447 w 392385"/>
              <a:gd name="connsiteY5" fmla="*/ 503159 h 616343"/>
              <a:gd name="connsiteX6" fmla="*/ 205340 w 392385"/>
              <a:gd name="connsiteY6" fmla="*/ 544929 h 616343"/>
              <a:gd name="connsiteX7" fmla="*/ 202520 w 392385"/>
              <a:gd name="connsiteY7" fmla="*/ 587525 h 616343"/>
              <a:gd name="connsiteX8" fmla="*/ 169503 w 392385"/>
              <a:gd name="connsiteY8" fmla="*/ 615785 h 616343"/>
              <a:gd name="connsiteX9" fmla="*/ 188225 w 392385"/>
              <a:gd name="connsiteY9" fmla="*/ 601618 h 616343"/>
              <a:gd name="connsiteX10" fmla="*/ 225779 w 392385"/>
              <a:gd name="connsiteY10" fmla="*/ 612779 h 616343"/>
              <a:gd name="connsiteX11" fmla="*/ 240182 w 392385"/>
              <a:gd name="connsiteY11" fmla="*/ 598738 h 616343"/>
              <a:gd name="connsiteX12" fmla="*/ 266787 w 392385"/>
              <a:gd name="connsiteY12" fmla="*/ 587906 h 616343"/>
              <a:gd name="connsiteX13" fmla="*/ 269504 w 392385"/>
              <a:gd name="connsiteY13" fmla="*/ 573314 h 616343"/>
              <a:gd name="connsiteX14" fmla="*/ 252296 w 392385"/>
              <a:gd name="connsiteY14" fmla="*/ 562720 h 616343"/>
              <a:gd name="connsiteX15" fmla="*/ 264042 w 392385"/>
              <a:gd name="connsiteY15" fmla="*/ 508669 h 616343"/>
              <a:gd name="connsiteX16" fmla="*/ 304903 w 392385"/>
              <a:gd name="connsiteY16" fmla="*/ 492435 h 616343"/>
              <a:gd name="connsiteX17" fmla="*/ 348678 w 392385"/>
              <a:gd name="connsiteY17" fmla="*/ 470058 h 616343"/>
              <a:gd name="connsiteX18" fmla="*/ 383995 w 392385"/>
              <a:gd name="connsiteY18" fmla="*/ 342913 h 616343"/>
              <a:gd name="connsiteX19" fmla="*/ 388558 w 392385"/>
              <a:gd name="connsiteY19" fmla="*/ 190087 h 616343"/>
              <a:gd name="connsiteX20" fmla="*/ 318108 w 392385"/>
              <a:gd name="connsiteY20" fmla="*/ 65033 h 616343"/>
              <a:gd name="connsiteX21" fmla="*/ 236766 w 392385"/>
              <a:gd name="connsiteY21" fmla="*/ -368 h 616343"/>
              <a:gd name="connsiteX22" fmla="*/ 229549 w 392385"/>
              <a:gd name="connsiteY22" fmla="*/ 106 h 616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392385" h="616343">
                <a:moveTo>
                  <a:pt x="229549" y="102"/>
                </a:moveTo>
                <a:cubicBezTo>
                  <a:pt x="159763" y="30104"/>
                  <a:pt x="95903" y="73690"/>
                  <a:pt x="42452" y="127630"/>
                </a:cubicBezTo>
                <a:cubicBezTo>
                  <a:pt x="5216" y="169453"/>
                  <a:pt x="-7163" y="229651"/>
                  <a:pt x="4044" y="283813"/>
                </a:cubicBezTo>
                <a:cubicBezTo>
                  <a:pt x="13730" y="339219"/>
                  <a:pt x="22521" y="395958"/>
                  <a:pt x="47122" y="447094"/>
                </a:cubicBezTo>
                <a:cubicBezTo>
                  <a:pt x="63539" y="480793"/>
                  <a:pt x="100877" y="500651"/>
                  <a:pt x="137689" y="500622"/>
                </a:cubicBezTo>
                <a:cubicBezTo>
                  <a:pt x="154615" y="502043"/>
                  <a:pt x="172716" y="493618"/>
                  <a:pt x="188447" y="503159"/>
                </a:cubicBezTo>
                <a:cubicBezTo>
                  <a:pt x="202877" y="511464"/>
                  <a:pt x="204246" y="530028"/>
                  <a:pt x="205340" y="544929"/>
                </a:cubicBezTo>
                <a:cubicBezTo>
                  <a:pt x="205340" y="559144"/>
                  <a:pt x="203807" y="573488"/>
                  <a:pt x="202520" y="587525"/>
                </a:cubicBezTo>
                <a:cubicBezTo>
                  <a:pt x="196990" y="602629"/>
                  <a:pt x="173970" y="599952"/>
                  <a:pt x="169503" y="615785"/>
                </a:cubicBezTo>
                <a:cubicBezTo>
                  <a:pt x="176516" y="612072"/>
                  <a:pt x="178867" y="601688"/>
                  <a:pt x="188225" y="601618"/>
                </a:cubicBezTo>
                <a:cubicBezTo>
                  <a:pt x="201595" y="598103"/>
                  <a:pt x="216152" y="603130"/>
                  <a:pt x="225779" y="612779"/>
                </a:cubicBezTo>
                <a:cubicBezTo>
                  <a:pt x="234318" y="616220"/>
                  <a:pt x="238260" y="605043"/>
                  <a:pt x="240182" y="598738"/>
                </a:cubicBezTo>
                <a:cubicBezTo>
                  <a:pt x="245184" y="589661"/>
                  <a:pt x="256748" y="583676"/>
                  <a:pt x="266787" y="587906"/>
                </a:cubicBezTo>
                <a:cubicBezTo>
                  <a:pt x="274734" y="588656"/>
                  <a:pt x="278243" y="574631"/>
                  <a:pt x="269504" y="573314"/>
                </a:cubicBezTo>
                <a:cubicBezTo>
                  <a:pt x="263518" y="571025"/>
                  <a:pt x="251969" y="571811"/>
                  <a:pt x="252296" y="562720"/>
                </a:cubicBezTo>
                <a:cubicBezTo>
                  <a:pt x="253628" y="544454"/>
                  <a:pt x="253776" y="524508"/>
                  <a:pt x="264042" y="508669"/>
                </a:cubicBezTo>
                <a:cubicBezTo>
                  <a:pt x="273412" y="495860"/>
                  <a:pt x="290124" y="493206"/>
                  <a:pt x="304903" y="492435"/>
                </a:cubicBezTo>
                <a:cubicBezTo>
                  <a:pt x="321619" y="491590"/>
                  <a:pt x="340815" y="486442"/>
                  <a:pt x="348678" y="470058"/>
                </a:cubicBezTo>
                <a:cubicBezTo>
                  <a:pt x="372667" y="432074"/>
                  <a:pt x="377279" y="386308"/>
                  <a:pt x="383995" y="342913"/>
                </a:cubicBezTo>
                <a:cubicBezTo>
                  <a:pt x="389934" y="292345"/>
                  <a:pt x="397012" y="240774"/>
                  <a:pt x="388558" y="190087"/>
                </a:cubicBezTo>
                <a:cubicBezTo>
                  <a:pt x="377630" y="142531"/>
                  <a:pt x="346581" y="103401"/>
                  <a:pt x="318108" y="65033"/>
                </a:cubicBezTo>
                <a:cubicBezTo>
                  <a:pt x="296828" y="37341"/>
                  <a:pt x="271008" y="10229"/>
                  <a:pt x="236766" y="-368"/>
                </a:cubicBezTo>
                <a:cubicBezTo>
                  <a:pt x="234363" y="-765"/>
                  <a:pt x="231892" y="-506"/>
                  <a:pt x="229549" y="106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84" name="任意多边形: 形状 283">
            <a:extLst>
              <a:ext uri="{FF2B5EF4-FFF2-40B4-BE49-F238E27FC236}">
                <a16:creationId xmlns:a16="http://schemas.microsoft.com/office/drawing/2014/main" id="{3E34929E-1230-42B0-DBF0-563BB78246BC}"/>
              </a:ext>
            </a:extLst>
          </p:cNvPr>
          <p:cNvSpPr/>
          <p:nvPr/>
        </p:nvSpPr>
        <p:spPr>
          <a:xfrm>
            <a:off x="4234818" y="4517305"/>
            <a:ext cx="805" cy="636"/>
          </a:xfrm>
          <a:custGeom>
            <a:avLst/>
            <a:gdLst>
              <a:gd name="connsiteX0" fmla="*/ 490 w 805"/>
              <a:gd name="connsiteY0" fmla="*/ -497 h 636"/>
              <a:gd name="connsiteX1" fmla="*/ 490 w 805"/>
              <a:gd name="connsiteY1" fmla="*/ -497 h 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5" h="636">
                <a:moveTo>
                  <a:pt x="490" y="-497"/>
                </a:moveTo>
                <a:cubicBezTo>
                  <a:pt x="-946" y="985"/>
                  <a:pt x="1844" y="-911"/>
                  <a:pt x="490" y="-497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85" name="任意多边形: 形状 284">
            <a:extLst>
              <a:ext uri="{FF2B5EF4-FFF2-40B4-BE49-F238E27FC236}">
                <a16:creationId xmlns:a16="http://schemas.microsoft.com/office/drawing/2014/main" id="{2B4C2F90-1704-4344-7C57-96A4BB3302DB}"/>
              </a:ext>
            </a:extLst>
          </p:cNvPr>
          <p:cNvSpPr/>
          <p:nvPr/>
        </p:nvSpPr>
        <p:spPr>
          <a:xfrm>
            <a:off x="4079844" y="4517476"/>
            <a:ext cx="363980" cy="432599"/>
          </a:xfrm>
          <a:custGeom>
            <a:avLst/>
            <a:gdLst>
              <a:gd name="connsiteX0" fmla="*/ 144463 w 363980"/>
              <a:gd name="connsiteY0" fmla="*/ 342 h 432599"/>
              <a:gd name="connsiteX1" fmla="*/ 123862 w 363980"/>
              <a:gd name="connsiteY1" fmla="*/ 38224 h 432599"/>
              <a:gd name="connsiteX2" fmla="*/ 86277 w 363980"/>
              <a:gd name="connsiteY2" fmla="*/ 70900 h 432599"/>
              <a:gd name="connsiteX3" fmla="*/ 47086 w 363980"/>
              <a:gd name="connsiteY3" fmla="*/ 83160 h 432599"/>
              <a:gd name="connsiteX4" fmla="*/ 25292 w 363980"/>
              <a:gd name="connsiteY4" fmla="*/ 122775 h 432599"/>
              <a:gd name="connsiteX5" fmla="*/ 789 w 363980"/>
              <a:gd name="connsiteY5" fmla="*/ 162365 h 432599"/>
              <a:gd name="connsiteX6" fmla="*/ 15039 w 363980"/>
              <a:gd name="connsiteY6" fmla="*/ 190821 h 432599"/>
              <a:gd name="connsiteX7" fmla="*/ 24913 w 363980"/>
              <a:gd name="connsiteY7" fmla="*/ 259994 h 432599"/>
              <a:gd name="connsiteX8" fmla="*/ 27261 w 363980"/>
              <a:gd name="connsiteY8" fmla="*/ 391553 h 432599"/>
              <a:gd name="connsiteX9" fmla="*/ 119458 w 363980"/>
              <a:gd name="connsiteY9" fmla="*/ 426103 h 432599"/>
              <a:gd name="connsiteX10" fmla="*/ 191083 w 363980"/>
              <a:gd name="connsiteY10" fmla="*/ 428181 h 432599"/>
              <a:gd name="connsiteX11" fmla="*/ 265275 w 363980"/>
              <a:gd name="connsiteY11" fmla="*/ 411081 h 432599"/>
              <a:gd name="connsiteX12" fmla="*/ 315603 w 363980"/>
              <a:gd name="connsiteY12" fmla="*/ 387516 h 432599"/>
              <a:gd name="connsiteX13" fmla="*/ 334920 w 363980"/>
              <a:gd name="connsiteY13" fmla="*/ 309164 h 432599"/>
              <a:gd name="connsiteX14" fmla="*/ 333691 w 363980"/>
              <a:gd name="connsiteY14" fmla="*/ 248667 h 432599"/>
              <a:gd name="connsiteX15" fmla="*/ 363518 w 363980"/>
              <a:gd name="connsiteY15" fmla="*/ 182000 h 432599"/>
              <a:gd name="connsiteX16" fmla="*/ 330095 w 363980"/>
              <a:gd name="connsiteY16" fmla="*/ 88812 h 432599"/>
              <a:gd name="connsiteX17" fmla="*/ 290092 w 363980"/>
              <a:gd name="connsiteY17" fmla="*/ 54089 h 432599"/>
              <a:gd name="connsiteX18" fmla="*/ 241496 w 363980"/>
              <a:gd name="connsiteY18" fmla="*/ 35337 h 432599"/>
              <a:gd name="connsiteX19" fmla="*/ 154617 w 363980"/>
              <a:gd name="connsiteY19" fmla="*/ 1201 h 432599"/>
              <a:gd name="connsiteX20" fmla="*/ 144463 w 363980"/>
              <a:gd name="connsiteY20" fmla="*/ 339 h 432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63980" h="432599">
                <a:moveTo>
                  <a:pt x="144463" y="342"/>
                </a:moveTo>
                <a:cubicBezTo>
                  <a:pt x="134958" y="11477"/>
                  <a:pt x="135372" y="28458"/>
                  <a:pt x="123862" y="38224"/>
                </a:cubicBezTo>
                <a:cubicBezTo>
                  <a:pt x="105819" y="40002"/>
                  <a:pt x="93282" y="55416"/>
                  <a:pt x="86277" y="70900"/>
                </a:cubicBezTo>
                <a:cubicBezTo>
                  <a:pt x="77502" y="83033"/>
                  <a:pt x="60967" y="85591"/>
                  <a:pt x="47086" y="83160"/>
                </a:cubicBezTo>
                <a:cubicBezTo>
                  <a:pt x="29991" y="87035"/>
                  <a:pt x="23354" y="107113"/>
                  <a:pt x="25292" y="122775"/>
                </a:cubicBezTo>
                <a:cubicBezTo>
                  <a:pt x="24645" y="139538"/>
                  <a:pt x="8183" y="148803"/>
                  <a:pt x="789" y="162365"/>
                </a:cubicBezTo>
                <a:cubicBezTo>
                  <a:pt x="-2381" y="173820"/>
                  <a:pt x="5344" y="185278"/>
                  <a:pt x="15039" y="190821"/>
                </a:cubicBezTo>
                <a:cubicBezTo>
                  <a:pt x="29399" y="211020"/>
                  <a:pt x="23239" y="236949"/>
                  <a:pt x="24913" y="259994"/>
                </a:cubicBezTo>
                <a:cubicBezTo>
                  <a:pt x="26002" y="303841"/>
                  <a:pt x="21293" y="347903"/>
                  <a:pt x="27261" y="391553"/>
                </a:cubicBezTo>
                <a:cubicBezTo>
                  <a:pt x="41841" y="425417"/>
                  <a:pt x="86221" y="441669"/>
                  <a:pt x="119458" y="426103"/>
                </a:cubicBezTo>
                <a:cubicBezTo>
                  <a:pt x="142709" y="420134"/>
                  <a:pt x="168882" y="416827"/>
                  <a:pt x="191083" y="428181"/>
                </a:cubicBezTo>
                <a:cubicBezTo>
                  <a:pt x="217288" y="433379"/>
                  <a:pt x="240984" y="418005"/>
                  <a:pt x="265275" y="411081"/>
                </a:cubicBezTo>
                <a:cubicBezTo>
                  <a:pt x="282567" y="404450"/>
                  <a:pt x="300063" y="397742"/>
                  <a:pt x="315603" y="387516"/>
                </a:cubicBezTo>
                <a:cubicBezTo>
                  <a:pt x="325379" y="362241"/>
                  <a:pt x="321317" y="333225"/>
                  <a:pt x="334920" y="309164"/>
                </a:cubicBezTo>
                <a:cubicBezTo>
                  <a:pt x="342487" y="289002"/>
                  <a:pt x="323345" y="268468"/>
                  <a:pt x="333691" y="248667"/>
                </a:cubicBezTo>
                <a:cubicBezTo>
                  <a:pt x="344404" y="226943"/>
                  <a:pt x="364194" y="207798"/>
                  <a:pt x="363518" y="182000"/>
                </a:cubicBezTo>
                <a:cubicBezTo>
                  <a:pt x="366629" y="148215"/>
                  <a:pt x="356106" y="111691"/>
                  <a:pt x="330095" y="88812"/>
                </a:cubicBezTo>
                <a:cubicBezTo>
                  <a:pt x="314528" y="80548"/>
                  <a:pt x="295677" y="72459"/>
                  <a:pt x="290092" y="54089"/>
                </a:cubicBezTo>
                <a:cubicBezTo>
                  <a:pt x="280854" y="37246"/>
                  <a:pt x="259332" y="31456"/>
                  <a:pt x="241496" y="35337"/>
                </a:cubicBezTo>
                <a:cubicBezTo>
                  <a:pt x="209326" y="33900"/>
                  <a:pt x="184646" y="9791"/>
                  <a:pt x="154617" y="1201"/>
                </a:cubicBezTo>
                <a:cubicBezTo>
                  <a:pt x="151412" y="23"/>
                  <a:pt x="147730" y="-1593"/>
                  <a:pt x="144463" y="339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86" name="任意多边形: 形状 285">
            <a:extLst>
              <a:ext uri="{FF2B5EF4-FFF2-40B4-BE49-F238E27FC236}">
                <a16:creationId xmlns:a16="http://schemas.microsoft.com/office/drawing/2014/main" id="{0F50E6EC-BCB6-5C60-DE47-05A4579A3DBF}"/>
              </a:ext>
            </a:extLst>
          </p:cNvPr>
          <p:cNvSpPr/>
          <p:nvPr/>
        </p:nvSpPr>
        <p:spPr>
          <a:xfrm>
            <a:off x="4127001" y="4573885"/>
            <a:ext cx="224787" cy="321138"/>
          </a:xfrm>
          <a:custGeom>
            <a:avLst/>
            <a:gdLst>
              <a:gd name="connsiteX0" fmla="*/ 98385 w 224787"/>
              <a:gd name="connsiteY0" fmla="*/ -156 h 321138"/>
              <a:gd name="connsiteX1" fmla="*/ 33694 w 224787"/>
              <a:gd name="connsiteY1" fmla="*/ 79116 h 321138"/>
              <a:gd name="connsiteX2" fmla="*/ 14084 w 224787"/>
              <a:gd name="connsiteY2" fmla="*/ 149917 h 321138"/>
              <a:gd name="connsiteX3" fmla="*/ 414 w 224787"/>
              <a:gd name="connsiteY3" fmla="*/ 181715 h 321138"/>
              <a:gd name="connsiteX4" fmla="*/ 22678 w 224787"/>
              <a:gd name="connsiteY4" fmla="*/ 215420 h 321138"/>
              <a:gd name="connsiteX5" fmla="*/ 9762 w 224787"/>
              <a:gd name="connsiteY5" fmla="*/ 278031 h 321138"/>
              <a:gd name="connsiteX6" fmla="*/ 62225 w 224787"/>
              <a:gd name="connsiteY6" fmla="*/ 318939 h 321138"/>
              <a:gd name="connsiteX7" fmla="*/ 135214 w 224787"/>
              <a:gd name="connsiteY7" fmla="*/ 300192 h 321138"/>
              <a:gd name="connsiteX8" fmla="*/ 217010 w 224787"/>
              <a:gd name="connsiteY8" fmla="*/ 232697 h 321138"/>
              <a:gd name="connsiteX9" fmla="*/ 216519 w 224787"/>
              <a:gd name="connsiteY9" fmla="*/ 180837 h 321138"/>
              <a:gd name="connsiteX10" fmla="*/ 207520 w 224787"/>
              <a:gd name="connsiteY10" fmla="*/ 127455 h 321138"/>
              <a:gd name="connsiteX11" fmla="*/ 186226 w 224787"/>
              <a:gd name="connsiteY11" fmla="*/ 73608 h 321138"/>
              <a:gd name="connsiteX12" fmla="*/ 174638 w 224787"/>
              <a:gd name="connsiteY12" fmla="*/ 53290 h 321138"/>
              <a:gd name="connsiteX13" fmla="*/ 128165 w 224787"/>
              <a:gd name="connsiteY13" fmla="*/ 70706 h 321138"/>
              <a:gd name="connsiteX14" fmla="*/ 118786 w 224787"/>
              <a:gd name="connsiteY14" fmla="*/ 49839 h 321138"/>
              <a:gd name="connsiteX15" fmla="*/ 104116 w 224787"/>
              <a:gd name="connsiteY15" fmla="*/ 401 h 321138"/>
              <a:gd name="connsiteX16" fmla="*/ 98383 w 224787"/>
              <a:gd name="connsiteY16" fmla="*/ -151 h 32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4787" h="321138">
                <a:moveTo>
                  <a:pt x="98385" y="-156"/>
                </a:moveTo>
                <a:cubicBezTo>
                  <a:pt x="80393" y="29136"/>
                  <a:pt x="45692" y="45749"/>
                  <a:pt x="33694" y="79116"/>
                </a:cubicBezTo>
                <a:cubicBezTo>
                  <a:pt x="29857" y="103161"/>
                  <a:pt x="31673" y="130692"/>
                  <a:pt x="14084" y="149917"/>
                </a:cubicBezTo>
                <a:cubicBezTo>
                  <a:pt x="7553" y="159178"/>
                  <a:pt x="-1863" y="169730"/>
                  <a:pt x="414" y="181715"/>
                </a:cubicBezTo>
                <a:cubicBezTo>
                  <a:pt x="6665" y="193618"/>
                  <a:pt x="23328" y="200209"/>
                  <a:pt x="22678" y="215420"/>
                </a:cubicBezTo>
                <a:cubicBezTo>
                  <a:pt x="17367" y="235922"/>
                  <a:pt x="3351" y="256091"/>
                  <a:pt x="9762" y="278031"/>
                </a:cubicBezTo>
                <a:cubicBezTo>
                  <a:pt x="19802" y="299154"/>
                  <a:pt x="42825" y="308461"/>
                  <a:pt x="62225" y="318939"/>
                </a:cubicBezTo>
                <a:cubicBezTo>
                  <a:pt x="88203" y="325561"/>
                  <a:pt x="112559" y="310702"/>
                  <a:pt x="135214" y="300192"/>
                </a:cubicBezTo>
                <a:cubicBezTo>
                  <a:pt x="168650" y="287285"/>
                  <a:pt x="200704" y="265582"/>
                  <a:pt x="217010" y="232697"/>
                </a:cubicBezTo>
                <a:cubicBezTo>
                  <a:pt x="227308" y="217434"/>
                  <a:pt x="227794" y="195719"/>
                  <a:pt x="216519" y="180837"/>
                </a:cubicBezTo>
                <a:cubicBezTo>
                  <a:pt x="207821" y="164545"/>
                  <a:pt x="205086" y="145614"/>
                  <a:pt x="207520" y="127455"/>
                </a:cubicBezTo>
                <a:cubicBezTo>
                  <a:pt x="206169" y="107488"/>
                  <a:pt x="187898" y="93593"/>
                  <a:pt x="186226" y="73608"/>
                </a:cubicBezTo>
                <a:cubicBezTo>
                  <a:pt x="184329" y="66387"/>
                  <a:pt x="182797" y="55359"/>
                  <a:pt x="174638" y="53290"/>
                </a:cubicBezTo>
                <a:cubicBezTo>
                  <a:pt x="156988" y="51729"/>
                  <a:pt x="144510" y="67969"/>
                  <a:pt x="128165" y="70706"/>
                </a:cubicBezTo>
                <a:cubicBezTo>
                  <a:pt x="118972" y="68837"/>
                  <a:pt x="116205" y="57728"/>
                  <a:pt x="118786" y="49839"/>
                </a:cubicBezTo>
                <a:cubicBezTo>
                  <a:pt x="118700" y="32690"/>
                  <a:pt x="118596" y="12267"/>
                  <a:pt x="104116" y="401"/>
                </a:cubicBezTo>
                <a:cubicBezTo>
                  <a:pt x="102473" y="-611"/>
                  <a:pt x="100178" y="-866"/>
                  <a:pt x="98383" y="-151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87" name="任意多边形: 形状 286">
            <a:extLst>
              <a:ext uri="{FF2B5EF4-FFF2-40B4-BE49-F238E27FC236}">
                <a16:creationId xmlns:a16="http://schemas.microsoft.com/office/drawing/2014/main" id="{E8558B81-E881-77E8-9391-7827DD143A52}"/>
              </a:ext>
            </a:extLst>
          </p:cNvPr>
          <p:cNvSpPr/>
          <p:nvPr/>
        </p:nvSpPr>
        <p:spPr>
          <a:xfrm>
            <a:off x="4265872" y="4948629"/>
            <a:ext cx="43709" cy="106642"/>
          </a:xfrm>
          <a:custGeom>
            <a:avLst/>
            <a:gdLst>
              <a:gd name="connsiteX0" fmla="*/ 4521 w 43709"/>
              <a:gd name="connsiteY0" fmla="*/ 53 h 106642"/>
              <a:gd name="connsiteX1" fmla="*/ 4323 w 43709"/>
              <a:gd name="connsiteY1" fmla="*/ 28914 h 106642"/>
              <a:gd name="connsiteX2" fmla="*/ 16699 w 43709"/>
              <a:gd name="connsiteY2" fmla="*/ 106085 h 106642"/>
              <a:gd name="connsiteX3" fmla="*/ 38845 w 43709"/>
              <a:gd name="connsiteY3" fmla="*/ 66821 h 106642"/>
              <a:gd name="connsiteX4" fmla="*/ 43684 w 43709"/>
              <a:gd name="connsiteY4" fmla="*/ 11064 h 106642"/>
              <a:gd name="connsiteX5" fmla="*/ 13039 w 43709"/>
              <a:gd name="connsiteY5" fmla="*/ -549 h 106642"/>
              <a:gd name="connsiteX6" fmla="*/ 4521 w 43709"/>
              <a:gd name="connsiteY6" fmla="*/ 54 h 10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709" h="106642">
                <a:moveTo>
                  <a:pt x="4521" y="53"/>
                </a:moveTo>
                <a:cubicBezTo>
                  <a:pt x="-3780" y="7452"/>
                  <a:pt x="1551" y="19930"/>
                  <a:pt x="4323" y="28914"/>
                </a:cubicBezTo>
                <a:cubicBezTo>
                  <a:pt x="10313" y="54266"/>
                  <a:pt x="12806" y="80333"/>
                  <a:pt x="16699" y="106085"/>
                </a:cubicBezTo>
                <a:cubicBezTo>
                  <a:pt x="33277" y="101903"/>
                  <a:pt x="41767" y="82733"/>
                  <a:pt x="38845" y="66821"/>
                </a:cubicBezTo>
                <a:cubicBezTo>
                  <a:pt x="38465" y="48092"/>
                  <a:pt x="44592" y="29689"/>
                  <a:pt x="43684" y="11064"/>
                </a:cubicBezTo>
                <a:cubicBezTo>
                  <a:pt x="39311" y="-1115"/>
                  <a:pt x="23749" y="-569"/>
                  <a:pt x="13039" y="-549"/>
                </a:cubicBezTo>
                <a:cubicBezTo>
                  <a:pt x="10190" y="-282"/>
                  <a:pt x="7286" y="-938"/>
                  <a:pt x="4521" y="54"/>
                </a:cubicBezTo>
                <a:close/>
              </a:path>
            </a:pathLst>
          </a:custGeom>
          <a:solidFill>
            <a:srgbClr val="61AE67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88" name="任意多边形: 形状 287">
            <a:extLst>
              <a:ext uri="{FF2B5EF4-FFF2-40B4-BE49-F238E27FC236}">
                <a16:creationId xmlns:a16="http://schemas.microsoft.com/office/drawing/2014/main" id="{6F19D8DE-2906-6CA0-7727-FC6B492CAF7D}"/>
              </a:ext>
            </a:extLst>
          </p:cNvPr>
          <p:cNvSpPr/>
          <p:nvPr/>
        </p:nvSpPr>
        <p:spPr>
          <a:xfrm>
            <a:off x="3534763" y="5230216"/>
            <a:ext cx="2748610" cy="350024"/>
          </a:xfrm>
          <a:custGeom>
            <a:avLst/>
            <a:gdLst>
              <a:gd name="connsiteX0" fmla="*/ 1174021 w 2748610"/>
              <a:gd name="connsiteY0" fmla="*/ -317 h 350024"/>
              <a:gd name="connsiteX1" fmla="*/ 1154109 w 2748610"/>
              <a:gd name="connsiteY1" fmla="*/ 6801 h 350024"/>
              <a:gd name="connsiteX2" fmla="*/ 1119719 w 2748610"/>
              <a:gd name="connsiteY2" fmla="*/ 8930 h 350024"/>
              <a:gd name="connsiteX3" fmla="*/ 1004118 w 2748610"/>
              <a:gd name="connsiteY3" fmla="*/ 13046 h 350024"/>
              <a:gd name="connsiteX4" fmla="*/ 980414 w 2748610"/>
              <a:gd name="connsiteY4" fmla="*/ 14917 h 350024"/>
              <a:gd name="connsiteX5" fmla="*/ 968432 w 2748610"/>
              <a:gd name="connsiteY5" fmla="*/ 21239 h 350024"/>
              <a:gd name="connsiteX6" fmla="*/ 947151 w 2748610"/>
              <a:gd name="connsiteY6" fmla="*/ 17817 h 350024"/>
              <a:gd name="connsiteX7" fmla="*/ 927206 w 2748610"/>
              <a:gd name="connsiteY7" fmla="*/ 20431 h 350024"/>
              <a:gd name="connsiteX8" fmla="*/ 912752 w 2748610"/>
              <a:gd name="connsiteY8" fmla="*/ 22152 h 350024"/>
              <a:gd name="connsiteX9" fmla="*/ 870891 w 2748610"/>
              <a:gd name="connsiteY9" fmla="*/ 23665 h 350024"/>
              <a:gd name="connsiteX10" fmla="*/ 849102 w 2748610"/>
              <a:gd name="connsiteY10" fmla="*/ 28202 h 350024"/>
              <a:gd name="connsiteX11" fmla="*/ 826702 w 2748610"/>
              <a:gd name="connsiteY11" fmla="*/ 27168 h 350024"/>
              <a:gd name="connsiteX12" fmla="*/ 804337 w 2748610"/>
              <a:gd name="connsiteY12" fmla="*/ 31479 h 350024"/>
              <a:gd name="connsiteX13" fmla="*/ 786284 w 2748610"/>
              <a:gd name="connsiteY13" fmla="*/ 30936 h 350024"/>
              <a:gd name="connsiteX14" fmla="*/ 763311 w 2748610"/>
              <a:gd name="connsiteY14" fmla="*/ 36011 h 350024"/>
              <a:gd name="connsiteX15" fmla="*/ 734281 w 2748610"/>
              <a:gd name="connsiteY15" fmla="*/ 40098 h 350024"/>
              <a:gd name="connsiteX16" fmla="*/ 575123 w 2748610"/>
              <a:gd name="connsiteY16" fmla="*/ 64360 h 350024"/>
              <a:gd name="connsiteX17" fmla="*/ 346157 w 2748610"/>
              <a:gd name="connsiteY17" fmla="*/ 115816 h 350024"/>
              <a:gd name="connsiteX18" fmla="*/ 190838 w 2748610"/>
              <a:gd name="connsiteY18" fmla="*/ 166564 h 350024"/>
              <a:gd name="connsiteX19" fmla="*/ 2729 w 2748610"/>
              <a:gd name="connsiteY19" fmla="*/ 248920 h 350024"/>
              <a:gd name="connsiteX20" fmla="*/ 10004 w 2748610"/>
              <a:gd name="connsiteY20" fmla="*/ 265895 h 350024"/>
              <a:gd name="connsiteX21" fmla="*/ 247388 w 2748610"/>
              <a:gd name="connsiteY21" fmla="*/ 347539 h 350024"/>
              <a:gd name="connsiteX22" fmla="*/ 309105 w 2748610"/>
              <a:gd name="connsiteY22" fmla="*/ 336303 h 350024"/>
              <a:gd name="connsiteX23" fmla="*/ 505599 w 2748610"/>
              <a:gd name="connsiteY23" fmla="*/ 271694 h 350024"/>
              <a:gd name="connsiteX24" fmla="*/ 666919 w 2748610"/>
              <a:gd name="connsiteY24" fmla="*/ 224670 h 350024"/>
              <a:gd name="connsiteX25" fmla="*/ 801374 w 2748610"/>
              <a:gd name="connsiteY25" fmla="*/ 195570 h 350024"/>
              <a:gd name="connsiteX26" fmla="*/ 831609 w 2748610"/>
              <a:gd name="connsiteY26" fmla="*/ 180991 h 350024"/>
              <a:gd name="connsiteX27" fmla="*/ 904478 w 2748610"/>
              <a:gd name="connsiteY27" fmla="*/ 163446 h 350024"/>
              <a:gd name="connsiteX28" fmla="*/ 1022949 w 2748610"/>
              <a:gd name="connsiteY28" fmla="*/ 140331 h 350024"/>
              <a:gd name="connsiteX29" fmla="*/ 1138992 w 2748610"/>
              <a:gd name="connsiteY29" fmla="*/ 124974 h 350024"/>
              <a:gd name="connsiteX30" fmla="*/ 1167633 w 2748610"/>
              <a:gd name="connsiteY30" fmla="*/ 116421 h 350024"/>
              <a:gd name="connsiteX31" fmla="*/ 1196115 w 2748610"/>
              <a:gd name="connsiteY31" fmla="*/ 116085 h 350024"/>
              <a:gd name="connsiteX32" fmla="*/ 1216594 w 2748610"/>
              <a:gd name="connsiteY32" fmla="*/ 114199 h 350024"/>
              <a:gd name="connsiteX33" fmla="*/ 1242461 w 2748610"/>
              <a:gd name="connsiteY33" fmla="*/ 103960 h 350024"/>
              <a:gd name="connsiteX34" fmla="*/ 1295146 w 2748610"/>
              <a:gd name="connsiteY34" fmla="*/ 101143 h 350024"/>
              <a:gd name="connsiteX35" fmla="*/ 1419383 w 2748610"/>
              <a:gd name="connsiteY35" fmla="*/ 90497 h 350024"/>
              <a:gd name="connsiteX36" fmla="*/ 1474988 w 2748610"/>
              <a:gd name="connsiteY36" fmla="*/ 87436 h 350024"/>
              <a:gd name="connsiteX37" fmla="*/ 1538032 w 2748610"/>
              <a:gd name="connsiteY37" fmla="*/ 84543 h 350024"/>
              <a:gd name="connsiteX38" fmla="*/ 1623262 w 2748610"/>
              <a:gd name="connsiteY38" fmla="*/ 84293 h 350024"/>
              <a:gd name="connsiteX39" fmla="*/ 1884886 w 2748610"/>
              <a:gd name="connsiteY39" fmla="*/ 90216 h 350024"/>
              <a:gd name="connsiteX40" fmla="*/ 2198625 w 2748610"/>
              <a:gd name="connsiteY40" fmla="*/ 113951 h 350024"/>
              <a:gd name="connsiteX41" fmla="*/ 2426101 w 2748610"/>
              <a:gd name="connsiteY41" fmla="*/ 139200 h 350024"/>
              <a:gd name="connsiteX42" fmla="*/ 2748677 w 2748610"/>
              <a:gd name="connsiteY42" fmla="*/ 184528 h 350024"/>
              <a:gd name="connsiteX43" fmla="*/ 2333082 w 2748610"/>
              <a:gd name="connsiteY43" fmla="*/ 85164 h 350024"/>
              <a:gd name="connsiteX44" fmla="*/ 2020705 w 2748610"/>
              <a:gd name="connsiteY44" fmla="*/ 44721 h 350024"/>
              <a:gd name="connsiteX45" fmla="*/ 1728205 w 2748610"/>
              <a:gd name="connsiteY45" fmla="*/ 20617 h 350024"/>
              <a:gd name="connsiteX46" fmla="*/ 1577385 w 2748610"/>
              <a:gd name="connsiteY46" fmla="*/ 11541 h 350024"/>
              <a:gd name="connsiteX47" fmla="*/ 1538315 w 2748610"/>
              <a:gd name="connsiteY47" fmla="*/ 12352 h 350024"/>
              <a:gd name="connsiteX48" fmla="*/ 1518390 w 2748610"/>
              <a:gd name="connsiteY48" fmla="*/ 6969 h 350024"/>
              <a:gd name="connsiteX49" fmla="*/ 1494583 w 2748610"/>
              <a:gd name="connsiteY49" fmla="*/ 9252 h 350024"/>
              <a:gd name="connsiteX50" fmla="*/ 1471492 w 2748610"/>
              <a:gd name="connsiteY50" fmla="*/ 9925 h 350024"/>
              <a:gd name="connsiteX51" fmla="*/ 1447996 w 2748610"/>
              <a:gd name="connsiteY51" fmla="*/ 7002 h 350024"/>
              <a:gd name="connsiteX52" fmla="*/ 1430448 w 2748610"/>
              <a:gd name="connsiteY52" fmla="*/ 1302 h 350024"/>
              <a:gd name="connsiteX53" fmla="*/ 1407618 w 2748610"/>
              <a:gd name="connsiteY53" fmla="*/ 4719 h 350024"/>
              <a:gd name="connsiteX54" fmla="*/ 1387154 w 2748610"/>
              <a:gd name="connsiteY54" fmla="*/ 3458 h 350024"/>
              <a:gd name="connsiteX55" fmla="*/ 1367061 w 2748610"/>
              <a:gd name="connsiteY55" fmla="*/ 6065 h 350024"/>
              <a:gd name="connsiteX56" fmla="*/ 1343504 w 2748610"/>
              <a:gd name="connsiteY56" fmla="*/ 224 h 350024"/>
              <a:gd name="connsiteX57" fmla="*/ 1325784 w 2748610"/>
              <a:gd name="connsiteY57" fmla="*/ 7126 h 350024"/>
              <a:gd name="connsiteX58" fmla="*/ 1306589 w 2748610"/>
              <a:gd name="connsiteY58" fmla="*/ 8307 h 350024"/>
              <a:gd name="connsiteX59" fmla="*/ 1284225 w 2748610"/>
              <a:gd name="connsiteY59" fmla="*/ 2918 h 350024"/>
              <a:gd name="connsiteX60" fmla="*/ 1262400 w 2748610"/>
              <a:gd name="connsiteY60" fmla="*/ 6691 h 350024"/>
              <a:gd name="connsiteX61" fmla="*/ 1244886 w 2748610"/>
              <a:gd name="connsiteY61" fmla="*/ 5073 h 350024"/>
              <a:gd name="connsiteX62" fmla="*/ 1228612 w 2748610"/>
              <a:gd name="connsiteY62" fmla="*/ 3459 h 350024"/>
              <a:gd name="connsiteX63" fmla="*/ 1206893 w 2748610"/>
              <a:gd name="connsiteY63" fmla="*/ 8038 h 350024"/>
              <a:gd name="connsiteX64" fmla="*/ 1177524 w 2748610"/>
              <a:gd name="connsiteY64" fmla="*/ -46 h 350024"/>
              <a:gd name="connsiteX65" fmla="*/ 1174021 w 2748610"/>
              <a:gd name="connsiteY65" fmla="*/ -313 h 350024"/>
              <a:gd name="connsiteX66" fmla="*/ 1549093 w 2748610"/>
              <a:gd name="connsiteY66" fmla="*/ 81058 h 350024"/>
              <a:gd name="connsiteX67" fmla="*/ 1549093 w 2748610"/>
              <a:gd name="connsiteY67" fmla="*/ 81058 h 350024"/>
              <a:gd name="connsiteX68" fmla="*/ 1486581 w 2748610"/>
              <a:gd name="connsiteY68" fmla="*/ 84829 h 350024"/>
              <a:gd name="connsiteX69" fmla="*/ 1486581 w 2748610"/>
              <a:gd name="connsiteY69" fmla="*/ 84829 h 350024"/>
              <a:gd name="connsiteX70" fmla="*/ 1571996 w 2748610"/>
              <a:gd name="connsiteY70" fmla="*/ 89140 h 350024"/>
              <a:gd name="connsiteX71" fmla="*/ 1571996 w 2748610"/>
              <a:gd name="connsiteY71" fmla="*/ 89140 h 350024"/>
              <a:gd name="connsiteX72" fmla="*/ 1530231 w 2748610"/>
              <a:gd name="connsiteY72" fmla="*/ 89408 h 350024"/>
              <a:gd name="connsiteX73" fmla="*/ 1530231 w 2748610"/>
              <a:gd name="connsiteY73" fmla="*/ 89408 h 350024"/>
              <a:gd name="connsiteX74" fmla="*/ 1532118 w 2748610"/>
              <a:gd name="connsiteY74" fmla="*/ 90755 h 350024"/>
              <a:gd name="connsiteX75" fmla="*/ 1532118 w 2748610"/>
              <a:gd name="connsiteY75" fmla="*/ 90755 h 350024"/>
              <a:gd name="connsiteX76" fmla="*/ 1353204 w 2748610"/>
              <a:gd name="connsiteY76" fmla="*/ 96413 h 350024"/>
              <a:gd name="connsiteX77" fmla="*/ 1354282 w 2748610"/>
              <a:gd name="connsiteY77" fmla="*/ 95603 h 350024"/>
              <a:gd name="connsiteX78" fmla="*/ 1353204 w 2748610"/>
              <a:gd name="connsiteY78" fmla="*/ 96413 h 350024"/>
              <a:gd name="connsiteX79" fmla="*/ 1283417 w 2748610"/>
              <a:gd name="connsiteY79" fmla="*/ 101533 h 350024"/>
              <a:gd name="connsiteX80" fmla="*/ 1283417 w 2748610"/>
              <a:gd name="connsiteY80" fmla="*/ 101533 h 350024"/>
              <a:gd name="connsiteX81" fmla="*/ 1276681 w 2748610"/>
              <a:gd name="connsiteY81" fmla="*/ 101266 h 350024"/>
              <a:gd name="connsiteX82" fmla="*/ 1276681 w 2748610"/>
              <a:gd name="connsiteY82" fmla="*/ 101266 h 350024"/>
              <a:gd name="connsiteX83" fmla="*/ 1246772 w 2748610"/>
              <a:gd name="connsiteY83" fmla="*/ 105847 h 350024"/>
              <a:gd name="connsiteX84" fmla="*/ 1246772 w 2748610"/>
              <a:gd name="connsiteY84" fmla="*/ 105847 h 350024"/>
              <a:gd name="connsiteX85" fmla="*/ 1219827 w 2748610"/>
              <a:gd name="connsiteY85" fmla="*/ 108272 h 350024"/>
              <a:gd name="connsiteX86" fmla="*/ 1219827 w 2748610"/>
              <a:gd name="connsiteY86" fmla="*/ 108272 h 350024"/>
              <a:gd name="connsiteX87" fmla="*/ 1268328 w 2748610"/>
              <a:gd name="connsiteY87" fmla="*/ 109082 h 350024"/>
              <a:gd name="connsiteX88" fmla="*/ 1268328 w 2748610"/>
              <a:gd name="connsiteY88" fmla="*/ 109082 h 350024"/>
              <a:gd name="connsiteX89" fmla="*/ 1224946 w 2748610"/>
              <a:gd name="connsiteY89" fmla="*/ 119860 h 350024"/>
              <a:gd name="connsiteX90" fmla="*/ 1224946 w 2748610"/>
              <a:gd name="connsiteY90" fmla="*/ 119860 h 350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2748610" h="350024">
                <a:moveTo>
                  <a:pt x="1174021" y="-317"/>
                </a:moveTo>
                <a:cubicBezTo>
                  <a:pt x="1171704" y="8499"/>
                  <a:pt x="1161198" y="7755"/>
                  <a:pt x="1154109" y="6801"/>
                </a:cubicBezTo>
                <a:cubicBezTo>
                  <a:pt x="1142870" y="9371"/>
                  <a:pt x="1131143" y="7145"/>
                  <a:pt x="1119719" y="8930"/>
                </a:cubicBezTo>
                <a:cubicBezTo>
                  <a:pt x="1081312" y="12215"/>
                  <a:pt x="1042659" y="15731"/>
                  <a:pt x="1004118" y="13046"/>
                </a:cubicBezTo>
                <a:cubicBezTo>
                  <a:pt x="996278" y="11725"/>
                  <a:pt x="986767" y="11139"/>
                  <a:pt x="980414" y="14917"/>
                </a:cubicBezTo>
                <a:cubicBezTo>
                  <a:pt x="977162" y="18207"/>
                  <a:pt x="969988" y="14262"/>
                  <a:pt x="968432" y="21239"/>
                </a:cubicBezTo>
                <a:cubicBezTo>
                  <a:pt x="960643" y="19877"/>
                  <a:pt x="954980" y="18664"/>
                  <a:pt x="947151" y="17817"/>
                </a:cubicBezTo>
                <a:cubicBezTo>
                  <a:pt x="939470" y="16141"/>
                  <a:pt x="933973" y="23399"/>
                  <a:pt x="927206" y="20431"/>
                </a:cubicBezTo>
                <a:cubicBezTo>
                  <a:pt x="920401" y="18199"/>
                  <a:pt x="920777" y="23374"/>
                  <a:pt x="912752" y="22152"/>
                </a:cubicBezTo>
                <a:lnTo>
                  <a:pt x="870891" y="23665"/>
                </a:lnTo>
                <a:cubicBezTo>
                  <a:pt x="864271" y="25113"/>
                  <a:pt x="855606" y="31813"/>
                  <a:pt x="849102" y="28202"/>
                </a:cubicBezTo>
                <a:cubicBezTo>
                  <a:pt x="841085" y="27512"/>
                  <a:pt x="833976" y="23764"/>
                  <a:pt x="826702" y="27168"/>
                </a:cubicBezTo>
                <a:cubicBezTo>
                  <a:pt x="818699" y="25611"/>
                  <a:pt x="811562" y="28642"/>
                  <a:pt x="804337" y="31479"/>
                </a:cubicBezTo>
                <a:cubicBezTo>
                  <a:pt x="798510" y="33324"/>
                  <a:pt x="791894" y="33677"/>
                  <a:pt x="786284" y="30936"/>
                </a:cubicBezTo>
                <a:cubicBezTo>
                  <a:pt x="778531" y="31298"/>
                  <a:pt x="771090" y="34898"/>
                  <a:pt x="763311" y="36011"/>
                </a:cubicBezTo>
                <a:cubicBezTo>
                  <a:pt x="753568" y="36913"/>
                  <a:pt x="743844" y="37797"/>
                  <a:pt x="734281" y="40098"/>
                </a:cubicBezTo>
                <a:cubicBezTo>
                  <a:pt x="681159" y="47710"/>
                  <a:pt x="628109" y="55834"/>
                  <a:pt x="575123" y="64360"/>
                </a:cubicBezTo>
                <a:cubicBezTo>
                  <a:pt x="497961" y="77420"/>
                  <a:pt x="421373" y="94140"/>
                  <a:pt x="346157" y="115816"/>
                </a:cubicBezTo>
                <a:cubicBezTo>
                  <a:pt x="293720" y="130616"/>
                  <a:pt x="241692" y="146950"/>
                  <a:pt x="190838" y="166564"/>
                </a:cubicBezTo>
                <a:cubicBezTo>
                  <a:pt x="126672" y="190540"/>
                  <a:pt x="64877" y="220250"/>
                  <a:pt x="2729" y="248920"/>
                </a:cubicBezTo>
                <a:cubicBezTo>
                  <a:pt x="-3547" y="254388"/>
                  <a:pt x="2250" y="265772"/>
                  <a:pt x="10004" y="265895"/>
                </a:cubicBezTo>
                <a:cubicBezTo>
                  <a:pt x="90433" y="289142"/>
                  <a:pt x="169437" y="317050"/>
                  <a:pt x="247388" y="347539"/>
                </a:cubicBezTo>
                <a:cubicBezTo>
                  <a:pt x="268675" y="354052"/>
                  <a:pt x="289255" y="342484"/>
                  <a:pt x="309105" y="336303"/>
                </a:cubicBezTo>
                <a:cubicBezTo>
                  <a:pt x="374439" y="314269"/>
                  <a:pt x="439785" y="292262"/>
                  <a:pt x="505599" y="271694"/>
                </a:cubicBezTo>
                <a:cubicBezTo>
                  <a:pt x="558941" y="254599"/>
                  <a:pt x="612824" y="239190"/>
                  <a:pt x="666919" y="224670"/>
                </a:cubicBezTo>
                <a:cubicBezTo>
                  <a:pt x="711278" y="212981"/>
                  <a:pt x="756128" y="203147"/>
                  <a:pt x="801374" y="195570"/>
                </a:cubicBezTo>
                <a:cubicBezTo>
                  <a:pt x="811320" y="190520"/>
                  <a:pt x="819655" y="180692"/>
                  <a:pt x="831609" y="180991"/>
                </a:cubicBezTo>
                <a:cubicBezTo>
                  <a:pt x="856078" y="175872"/>
                  <a:pt x="879686" y="167149"/>
                  <a:pt x="904478" y="163446"/>
                </a:cubicBezTo>
                <a:cubicBezTo>
                  <a:pt x="943911" y="155468"/>
                  <a:pt x="983347" y="147400"/>
                  <a:pt x="1022949" y="140331"/>
                </a:cubicBezTo>
                <a:cubicBezTo>
                  <a:pt x="1061568" y="134765"/>
                  <a:pt x="1100021" y="127595"/>
                  <a:pt x="1138992" y="124974"/>
                </a:cubicBezTo>
                <a:cubicBezTo>
                  <a:pt x="1149160" y="124371"/>
                  <a:pt x="1158239" y="119703"/>
                  <a:pt x="1167633" y="116421"/>
                </a:cubicBezTo>
                <a:cubicBezTo>
                  <a:pt x="1176936" y="113411"/>
                  <a:pt x="1186739" y="115998"/>
                  <a:pt x="1196115" y="116085"/>
                </a:cubicBezTo>
                <a:cubicBezTo>
                  <a:pt x="1202893" y="115265"/>
                  <a:pt x="1209800" y="111519"/>
                  <a:pt x="1216594" y="114199"/>
                </a:cubicBezTo>
                <a:cubicBezTo>
                  <a:pt x="1226570" y="114518"/>
                  <a:pt x="1232036" y="102100"/>
                  <a:pt x="1242461" y="103960"/>
                </a:cubicBezTo>
                <a:cubicBezTo>
                  <a:pt x="1260003" y="107146"/>
                  <a:pt x="1277909" y="105176"/>
                  <a:pt x="1295146" y="101143"/>
                </a:cubicBezTo>
                <a:cubicBezTo>
                  <a:pt x="1335871" y="91847"/>
                  <a:pt x="1377954" y="93380"/>
                  <a:pt x="1419383" y="90497"/>
                </a:cubicBezTo>
                <a:cubicBezTo>
                  <a:pt x="1437851" y="88392"/>
                  <a:pt x="1456388" y="87087"/>
                  <a:pt x="1474988" y="87436"/>
                </a:cubicBezTo>
                <a:cubicBezTo>
                  <a:pt x="1496039" y="87264"/>
                  <a:pt x="1516933" y="81646"/>
                  <a:pt x="1538032" y="84543"/>
                </a:cubicBezTo>
                <a:cubicBezTo>
                  <a:pt x="1566413" y="86686"/>
                  <a:pt x="1594843" y="83452"/>
                  <a:pt x="1623262" y="84293"/>
                </a:cubicBezTo>
                <a:cubicBezTo>
                  <a:pt x="1710507" y="84043"/>
                  <a:pt x="1797720" y="86742"/>
                  <a:pt x="1884886" y="90216"/>
                </a:cubicBezTo>
                <a:cubicBezTo>
                  <a:pt x="1989756" y="93749"/>
                  <a:pt x="2094144" y="104864"/>
                  <a:pt x="2198625" y="113951"/>
                </a:cubicBezTo>
                <a:cubicBezTo>
                  <a:pt x="2274533" y="121604"/>
                  <a:pt x="2350495" y="128890"/>
                  <a:pt x="2426101" y="139200"/>
                </a:cubicBezTo>
                <a:cubicBezTo>
                  <a:pt x="2533838" y="152761"/>
                  <a:pt x="2641194" y="169123"/>
                  <a:pt x="2748677" y="184528"/>
                </a:cubicBezTo>
                <a:cubicBezTo>
                  <a:pt x="2610963" y="148204"/>
                  <a:pt x="2473662" y="109074"/>
                  <a:pt x="2333082" y="85164"/>
                </a:cubicBezTo>
                <a:cubicBezTo>
                  <a:pt x="2229640" y="66913"/>
                  <a:pt x="2125172" y="55258"/>
                  <a:pt x="2020705" y="44721"/>
                </a:cubicBezTo>
                <a:cubicBezTo>
                  <a:pt x="1923338" y="35183"/>
                  <a:pt x="1825795" y="27481"/>
                  <a:pt x="1728205" y="20617"/>
                </a:cubicBezTo>
                <a:cubicBezTo>
                  <a:pt x="1677941" y="17444"/>
                  <a:pt x="1627665" y="14456"/>
                  <a:pt x="1577385" y="11541"/>
                </a:cubicBezTo>
                <a:cubicBezTo>
                  <a:pt x="1564384" y="8222"/>
                  <a:pt x="1551278" y="16489"/>
                  <a:pt x="1538315" y="12352"/>
                </a:cubicBezTo>
                <a:cubicBezTo>
                  <a:pt x="1530971" y="13495"/>
                  <a:pt x="1523610" y="12438"/>
                  <a:pt x="1518390" y="6969"/>
                </a:cubicBezTo>
                <a:cubicBezTo>
                  <a:pt x="1510423" y="3813"/>
                  <a:pt x="1502782" y="11520"/>
                  <a:pt x="1494583" y="9252"/>
                </a:cubicBezTo>
                <a:cubicBezTo>
                  <a:pt x="1486648" y="6388"/>
                  <a:pt x="1479146" y="10561"/>
                  <a:pt x="1471492" y="9925"/>
                </a:cubicBezTo>
                <a:cubicBezTo>
                  <a:pt x="1463913" y="6975"/>
                  <a:pt x="1456178" y="3265"/>
                  <a:pt x="1447996" y="7002"/>
                </a:cubicBezTo>
                <a:cubicBezTo>
                  <a:pt x="1439187" y="12159"/>
                  <a:pt x="1438810" y="-159"/>
                  <a:pt x="1430448" y="1302"/>
                </a:cubicBezTo>
                <a:cubicBezTo>
                  <a:pt x="1422952" y="3658"/>
                  <a:pt x="1415192" y="2456"/>
                  <a:pt x="1407618" y="4719"/>
                </a:cubicBezTo>
                <a:cubicBezTo>
                  <a:pt x="1401154" y="9692"/>
                  <a:pt x="1393927" y="5047"/>
                  <a:pt x="1387154" y="3458"/>
                </a:cubicBezTo>
                <a:cubicBezTo>
                  <a:pt x="1380259" y="2433"/>
                  <a:pt x="1374169" y="8289"/>
                  <a:pt x="1367061" y="6065"/>
                </a:cubicBezTo>
                <a:cubicBezTo>
                  <a:pt x="1358855" y="5729"/>
                  <a:pt x="1351378" y="1717"/>
                  <a:pt x="1343504" y="224"/>
                </a:cubicBezTo>
                <a:cubicBezTo>
                  <a:pt x="1337167" y="1736"/>
                  <a:pt x="1333064" y="12071"/>
                  <a:pt x="1325784" y="7126"/>
                </a:cubicBezTo>
                <a:cubicBezTo>
                  <a:pt x="1319724" y="867"/>
                  <a:pt x="1313164" y="12037"/>
                  <a:pt x="1306589" y="8307"/>
                </a:cubicBezTo>
                <a:cubicBezTo>
                  <a:pt x="1299726" y="5322"/>
                  <a:pt x="1291932" y="-1890"/>
                  <a:pt x="1284225" y="2918"/>
                </a:cubicBezTo>
                <a:cubicBezTo>
                  <a:pt x="1278846" y="10133"/>
                  <a:pt x="1269270" y="3228"/>
                  <a:pt x="1262400" y="6691"/>
                </a:cubicBezTo>
                <a:cubicBezTo>
                  <a:pt x="1256687" y="6070"/>
                  <a:pt x="1249054" y="-2832"/>
                  <a:pt x="1244886" y="5073"/>
                </a:cubicBezTo>
                <a:cubicBezTo>
                  <a:pt x="1239053" y="11048"/>
                  <a:pt x="1234229" y="-6500"/>
                  <a:pt x="1228612" y="3459"/>
                </a:cubicBezTo>
                <a:cubicBezTo>
                  <a:pt x="1222559" y="7665"/>
                  <a:pt x="1214050" y="12590"/>
                  <a:pt x="1206893" y="8038"/>
                </a:cubicBezTo>
                <a:cubicBezTo>
                  <a:pt x="1197077" y="5278"/>
                  <a:pt x="1186248" y="5915"/>
                  <a:pt x="1177524" y="-46"/>
                </a:cubicBezTo>
                <a:cubicBezTo>
                  <a:pt x="1176326" y="325"/>
                  <a:pt x="1175129" y="-1110"/>
                  <a:pt x="1174021" y="-313"/>
                </a:cubicBezTo>
                <a:close/>
                <a:moveTo>
                  <a:pt x="1549093" y="81058"/>
                </a:moveTo>
                <a:cubicBezTo>
                  <a:pt x="1549779" y="82538"/>
                  <a:pt x="1547612" y="80368"/>
                  <a:pt x="1549093" y="81058"/>
                </a:cubicBezTo>
                <a:close/>
                <a:moveTo>
                  <a:pt x="1486581" y="84829"/>
                </a:moveTo>
                <a:cubicBezTo>
                  <a:pt x="1489871" y="87081"/>
                  <a:pt x="1481721" y="84433"/>
                  <a:pt x="1486581" y="84829"/>
                </a:cubicBezTo>
                <a:close/>
                <a:moveTo>
                  <a:pt x="1571996" y="89140"/>
                </a:moveTo>
                <a:cubicBezTo>
                  <a:pt x="1572000" y="91899"/>
                  <a:pt x="1573153" y="87009"/>
                  <a:pt x="1571996" y="89140"/>
                </a:cubicBezTo>
                <a:close/>
                <a:moveTo>
                  <a:pt x="1530231" y="89408"/>
                </a:moveTo>
                <a:cubicBezTo>
                  <a:pt x="1530951" y="91394"/>
                  <a:pt x="1531496" y="88084"/>
                  <a:pt x="1530231" y="89408"/>
                </a:cubicBezTo>
                <a:close/>
                <a:moveTo>
                  <a:pt x="1532118" y="90755"/>
                </a:moveTo>
                <a:cubicBezTo>
                  <a:pt x="1530400" y="94682"/>
                  <a:pt x="1535196" y="89237"/>
                  <a:pt x="1532118" y="90755"/>
                </a:cubicBezTo>
                <a:close/>
                <a:moveTo>
                  <a:pt x="1353204" y="96413"/>
                </a:moveTo>
                <a:lnTo>
                  <a:pt x="1354282" y="95603"/>
                </a:lnTo>
                <a:lnTo>
                  <a:pt x="1353204" y="96413"/>
                </a:lnTo>
                <a:close/>
                <a:moveTo>
                  <a:pt x="1283417" y="101533"/>
                </a:moveTo>
                <a:cubicBezTo>
                  <a:pt x="1284062" y="103496"/>
                  <a:pt x="1280888" y="99797"/>
                  <a:pt x="1283417" y="101533"/>
                </a:cubicBezTo>
                <a:close/>
                <a:moveTo>
                  <a:pt x="1276681" y="101266"/>
                </a:moveTo>
                <a:cubicBezTo>
                  <a:pt x="1278626" y="102646"/>
                  <a:pt x="1274676" y="101154"/>
                  <a:pt x="1276681" y="101266"/>
                </a:cubicBezTo>
                <a:close/>
                <a:moveTo>
                  <a:pt x="1246772" y="105847"/>
                </a:moveTo>
                <a:cubicBezTo>
                  <a:pt x="1245813" y="108473"/>
                  <a:pt x="1248829" y="104472"/>
                  <a:pt x="1246772" y="105847"/>
                </a:cubicBezTo>
                <a:close/>
                <a:moveTo>
                  <a:pt x="1219827" y="108272"/>
                </a:moveTo>
                <a:cubicBezTo>
                  <a:pt x="1222155" y="110889"/>
                  <a:pt x="1217824" y="107970"/>
                  <a:pt x="1219827" y="108272"/>
                </a:cubicBezTo>
                <a:close/>
                <a:moveTo>
                  <a:pt x="1268328" y="109082"/>
                </a:moveTo>
                <a:cubicBezTo>
                  <a:pt x="1269744" y="109168"/>
                  <a:pt x="1268224" y="106439"/>
                  <a:pt x="1268328" y="109082"/>
                </a:cubicBezTo>
                <a:close/>
                <a:moveTo>
                  <a:pt x="1224946" y="119860"/>
                </a:moveTo>
                <a:cubicBezTo>
                  <a:pt x="1225888" y="120953"/>
                  <a:pt x="1225860" y="117433"/>
                  <a:pt x="1224946" y="119860"/>
                </a:cubicBezTo>
                <a:close/>
              </a:path>
            </a:pathLst>
          </a:custGeom>
          <a:gradFill>
            <a:gsLst>
              <a:gs pos="0">
                <a:srgbClr val="F1EE6A"/>
              </a:gs>
              <a:gs pos="50000">
                <a:srgbClr val="F1EE6A">
                  <a:alpha val="49804"/>
                </a:srgbClr>
              </a:gs>
              <a:gs pos="100000">
                <a:srgbClr val="F1EE6A">
                  <a:alpha val="0"/>
                </a:srgbClr>
              </a:gs>
            </a:gsLst>
            <a:lin ang="21160684" scaled="1"/>
          </a:gradFill>
          <a:ln w="862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9" name="任意多边形: 形状 288">
            <a:extLst>
              <a:ext uri="{FF2B5EF4-FFF2-40B4-BE49-F238E27FC236}">
                <a16:creationId xmlns:a16="http://schemas.microsoft.com/office/drawing/2014/main" id="{7EF1AA84-8A89-EBD1-8208-AD6EAF493153}"/>
              </a:ext>
            </a:extLst>
          </p:cNvPr>
          <p:cNvSpPr/>
          <p:nvPr/>
        </p:nvSpPr>
        <p:spPr>
          <a:xfrm>
            <a:off x="6032102" y="5174073"/>
            <a:ext cx="453234" cy="257534"/>
          </a:xfrm>
          <a:custGeom>
            <a:avLst/>
            <a:gdLst>
              <a:gd name="connsiteX0" fmla="*/ 327090 w 453234"/>
              <a:gd name="connsiteY0" fmla="*/ -558 h 257534"/>
              <a:gd name="connsiteX1" fmla="*/ 316154 w 453234"/>
              <a:gd name="connsiteY1" fmla="*/ 21125 h 257534"/>
              <a:gd name="connsiteX2" fmla="*/ 331862 w 453234"/>
              <a:gd name="connsiteY2" fmla="*/ 27336 h 257534"/>
              <a:gd name="connsiteX3" fmla="*/ 361416 w 453234"/>
              <a:gd name="connsiteY3" fmla="*/ 21112 h 257534"/>
              <a:gd name="connsiteX4" fmla="*/ 330578 w 453234"/>
              <a:gd name="connsiteY4" fmla="*/ 2409 h 257534"/>
              <a:gd name="connsiteX5" fmla="*/ 327090 w 453234"/>
              <a:gd name="connsiteY5" fmla="*/ -558 h 257534"/>
              <a:gd name="connsiteX6" fmla="*/ 329094 w 453234"/>
              <a:gd name="connsiteY6" fmla="*/ 26072 h 257534"/>
              <a:gd name="connsiteX7" fmla="*/ 329094 w 453234"/>
              <a:gd name="connsiteY7" fmla="*/ 26072 h 257534"/>
              <a:gd name="connsiteX8" fmla="*/ 83082 w 453234"/>
              <a:gd name="connsiteY8" fmla="*/ 18702 h 257534"/>
              <a:gd name="connsiteX9" fmla="*/ 71466 w 453234"/>
              <a:gd name="connsiteY9" fmla="*/ 38261 h 257534"/>
              <a:gd name="connsiteX10" fmla="*/ 61235 w 453234"/>
              <a:gd name="connsiteY10" fmla="*/ 68209 h 257534"/>
              <a:gd name="connsiteX11" fmla="*/ 53773 w 453234"/>
              <a:gd name="connsiteY11" fmla="*/ 66044 h 257534"/>
              <a:gd name="connsiteX12" fmla="*/ 50467 w 453234"/>
              <a:gd name="connsiteY12" fmla="*/ 102967 h 257534"/>
              <a:gd name="connsiteX13" fmla="*/ 26143 w 453234"/>
              <a:gd name="connsiteY13" fmla="*/ 120188 h 257534"/>
              <a:gd name="connsiteX14" fmla="*/ 372 w 453234"/>
              <a:gd name="connsiteY14" fmla="*/ 163989 h 257534"/>
              <a:gd name="connsiteX15" fmla="*/ 6856 w 453234"/>
              <a:gd name="connsiteY15" fmla="*/ 167529 h 257534"/>
              <a:gd name="connsiteX16" fmla="*/ 25580 w 453234"/>
              <a:gd name="connsiteY16" fmla="*/ 167106 h 257534"/>
              <a:gd name="connsiteX17" fmla="*/ 7901 w 453234"/>
              <a:gd name="connsiteY17" fmla="*/ 185312 h 257534"/>
              <a:gd name="connsiteX18" fmla="*/ 29890 w 453234"/>
              <a:gd name="connsiteY18" fmla="*/ 186551 h 257534"/>
              <a:gd name="connsiteX19" fmla="*/ 38657 w 453234"/>
              <a:gd name="connsiteY19" fmla="*/ 150864 h 257534"/>
              <a:gd name="connsiteX20" fmla="*/ 61337 w 453234"/>
              <a:gd name="connsiteY20" fmla="*/ 164194 h 257534"/>
              <a:gd name="connsiteX21" fmla="*/ 75789 w 453234"/>
              <a:gd name="connsiteY21" fmla="*/ 173555 h 257534"/>
              <a:gd name="connsiteX22" fmla="*/ 76530 w 453234"/>
              <a:gd name="connsiteY22" fmla="*/ 179573 h 257534"/>
              <a:gd name="connsiteX23" fmla="*/ 90214 w 453234"/>
              <a:gd name="connsiteY23" fmla="*/ 171624 h 257534"/>
              <a:gd name="connsiteX24" fmla="*/ 83129 w 453234"/>
              <a:gd name="connsiteY24" fmla="*/ 208610 h 257534"/>
              <a:gd name="connsiteX25" fmla="*/ 102527 w 453234"/>
              <a:gd name="connsiteY25" fmla="*/ 182445 h 257534"/>
              <a:gd name="connsiteX26" fmla="*/ 129679 w 453234"/>
              <a:gd name="connsiteY26" fmla="*/ 178483 h 257534"/>
              <a:gd name="connsiteX27" fmla="*/ 142017 w 453234"/>
              <a:gd name="connsiteY27" fmla="*/ 176993 h 257534"/>
              <a:gd name="connsiteX28" fmla="*/ 141920 w 453234"/>
              <a:gd name="connsiteY28" fmla="*/ 136700 h 257534"/>
              <a:gd name="connsiteX29" fmla="*/ 115683 w 453234"/>
              <a:gd name="connsiteY29" fmla="*/ 124672 h 257534"/>
              <a:gd name="connsiteX30" fmla="*/ 100133 w 453234"/>
              <a:gd name="connsiteY30" fmla="*/ 104690 h 257534"/>
              <a:gd name="connsiteX31" fmla="*/ 100626 w 453234"/>
              <a:gd name="connsiteY31" fmla="*/ 54845 h 257534"/>
              <a:gd name="connsiteX32" fmla="*/ 103769 w 453234"/>
              <a:gd name="connsiteY32" fmla="*/ 30355 h 257534"/>
              <a:gd name="connsiteX33" fmla="*/ 83081 w 453234"/>
              <a:gd name="connsiteY33" fmla="*/ 18701 h 257534"/>
              <a:gd name="connsiteX34" fmla="*/ 83082 w 453234"/>
              <a:gd name="connsiteY34" fmla="*/ 18702 h 257534"/>
              <a:gd name="connsiteX35" fmla="*/ 330912 w 453234"/>
              <a:gd name="connsiteY35" fmla="*/ 36292 h 257534"/>
              <a:gd name="connsiteX36" fmla="*/ 298536 w 453234"/>
              <a:gd name="connsiteY36" fmla="*/ 52891 h 257534"/>
              <a:gd name="connsiteX37" fmla="*/ 306119 w 453234"/>
              <a:gd name="connsiteY37" fmla="*/ 90996 h 257534"/>
              <a:gd name="connsiteX38" fmla="*/ 259847 w 453234"/>
              <a:gd name="connsiteY38" fmla="*/ 102054 h 257534"/>
              <a:gd name="connsiteX39" fmla="*/ 225544 w 453234"/>
              <a:gd name="connsiteY39" fmla="*/ 110392 h 257534"/>
              <a:gd name="connsiteX40" fmla="*/ 299983 w 453234"/>
              <a:gd name="connsiteY40" fmla="*/ 102252 h 257534"/>
              <a:gd name="connsiteX41" fmla="*/ 281329 w 453234"/>
              <a:gd name="connsiteY41" fmla="*/ 114588 h 257534"/>
              <a:gd name="connsiteX42" fmla="*/ 243109 w 453234"/>
              <a:gd name="connsiteY42" fmla="*/ 123894 h 257534"/>
              <a:gd name="connsiteX43" fmla="*/ 243204 w 453234"/>
              <a:gd name="connsiteY43" fmla="*/ 164067 h 257534"/>
              <a:gd name="connsiteX44" fmla="*/ 222351 w 453234"/>
              <a:gd name="connsiteY44" fmla="*/ 199106 h 257534"/>
              <a:gd name="connsiteX45" fmla="*/ 227547 w 453234"/>
              <a:gd name="connsiteY45" fmla="*/ 207286 h 257534"/>
              <a:gd name="connsiteX46" fmla="*/ 257246 w 453234"/>
              <a:gd name="connsiteY46" fmla="*/ 176677 h 257534"/>
              <a:gd name="connsiteX47" fmla="*/ 281855 w 453234"/>
              <a:gd name="connsiteY47" fmla="*/ 161369 h 257534"/>
              <a:gd name="connsiteX48" fmla="*/ 294071 w 453234"/>
              <a:gd name="connsiteY48" fmla="*/ 196510 h 257534"/>
              <a:gd name="connsiteX49" fmla="*/ 307062 w 453234"/>
              <a:gd name="connsiteY49" fmla="*/ 202968 h 257534"/>
              <a:gd name="connsiteX50" fmla="*/ 321658 w 453234"/>
              <a:gd name="connsiteY50" fmla="*/ 185458 h 257534"/>
              <a:gd name="connsiteX51" fmla="*/ 307653 w 453234"/>
              <a:gd name="connsiteY51" fmla="*/ 226326 h 257534"/>
              <a:gd name="connsiteX52" fmla="*/ 306444 w 453234"/>
              <a:gd name="connsiteY52" fmla="*/ 240993 h 257534"/>
              <a:gd name="connsiteX53" fmla="*/ 326532 w 453234"/>
              <a:gd name="connsiteY53" fmla="*/ 190669 h 257534"/>
              <a:gd name="connsiteX54" fmla="*/ 332748 w 453234"/>
              <a:gd name="connsiteY54" fmla="*/ 213139 h 257534"/>
              <a:gd name="connsiteX55" fmla="*/ 361707 w 453234"/>
              <a:gd name="connsiteY55" fmla="*/ 177927 h 257534"/>
              <a:gd name="connsiteX56" fmla="*/ 371779 w 453234"/>
              <a:gd name="connsiteY56" fmla="*/ 178246 h 257534"/>
              <a:gd name="connsiteX57" fmla="*/ 397572 w 453234"/>
              <a:gd name="connsiteY57" fmla="*/ 176647 h 257534"/>
              <a:gd name="connsiteX58" fmla="*/ 405468 w 453234"/>
              <a:gd name="connsiteY58" fmla="*/ 188903 h 257534"/>
              <a:gd name="connsiteX59" fmla="*/ 410433 w 453234"/>
              <a:gd name="connsiteY59" fmla="*/ 170801 h 257534"/>
              <a:gd name="connsiteX60" fmla="*/ 411008 w 453234"/>
              <a:gd name="connsiteY60" fmla="*/ 138236 h 257534"/>
              <a:gd name="connsiteX61" fmla="*/ 396020 w 453234"/>
              <a:gd name="connsiteY61" fmla="*/ 128544 h 257534"/>
              <a:gd name="connsiteX62" fmla="*/ 352385 w 453234"/>
              <a:gd name="connsiteY62" fmla="*/ 125246 h 257534"/>
              <a:gd name="connsiteX63" fmla="*/ 336275 w 453234"/>
              <a:gd name="connsiteY63" fmla="*/ 96011 h 257534"/>
              <a:gd name="connsiteX64" fmla="*/ 380432 w 453234"/>
              <a:gd name="connsiteY64" fmla="*/ 88198 h 257534"/>
              <a:gd name="connsiteX65" fmla="*/ 429471 w 453234"/>
              <a:gd name="connsiteY65" fmla="*/ 78569 h 257534"/>
              <a:gd name="connsiteX66" fmla="*/ 445207 w 453234"/>
              <a:gd name="connsiteY66" fmla="*/ 70571 h 257534"/>
              <a:gd name="connsiteX67" fmla="*/ 385975 w 453234"/>
              <a:gd name="connsiteY67" fmla="*/ 81088 h 257534"/>
              <a:gd name="connsiteX68" fmla="*/ 344217 w 453234"/>
              <a:gd name="connsiteY68" fmla="*/ 71517 h 257534"/>
              <a:gd name="connsiteX69" fmla="*/ 335176 w 453234"/>
              <a:gd name="connsiteY69" fmla="*/ 42394 h 257534"/>
              <a:gd name="connsiteX70" fmla="*/ 330913 w 453234"/>
              <a:gd name="connsiteY70" fmla="*/ 36300 h 257534"/>
              <a:gd name="connsiteX71" fmla="*/ 83602 w 453234"/>
              <a:gd name="connsiteY71" fmla="*/ 51315 h 257534"/>
              <a:gd name="connsiteX72" fmla="*/ 83602 w 453234"/>
              <a:gd name="connsiteY72" fmla="*/ 51315 h 257534"/>
              <a:gd name="connsiteX73" fmla="*/ 76217 w 453234"/>
              <a:gd name="connsiteY73" fmla="*/ 53795 h 257534"/>
              <a:gd name="connsiteX74" fmla="*/ 76217 w 453234"/>
              <a:gd name="connsiteY74" fmla="*/ 53795 h 257534"/>
              <a:gd name="connsiteX75" fmla="*/ 334581 w 453234"/>
              <a:gd name="connsiteY75" fmla="*/ 71199 h 257534"/>
              <a:gd name="connsiteX76" fmla="*/ 352981 w 453234"/>
              <a:gd name="connsiteY76" fmla="*/ 88785 h 257534"/>
              <a:gd name="connsiteX77" fmla="*/ 332211 w 453234"/>
              <a:gd name="connsiteY77" fmla="*/ 77821 h 257534"/>
              <a:gd name="connsiteX78" fmla="*/ 334581 w 453234"/>
              <a:gd name="connsiteY78" fmla="*/ 71199 h 257534"/>
              <a:gd name="connsiteX79" fmla="*/ 327631 w 453234"/>
              <a:gd name="connsiteY79" fmla="*/ 112717 h 257534"/>
              <a:gd name="connsiteX80" fmla="*/ 338877 w 453234"/>
              <a:gd name="connsiteY80" fmla="*/ 130374 h 257534"/>
              <a:gd name="connsiteX81" fmla="*/ 319905 w 453234"/>
              <a:gd name="connsiteY81" fmla="*/ 118220 h 257534"/>
              <a:gd name="connsiteX82" fmla="*/ 327631 w 453234"/>
              <a:gd name="connsiteY82" fmla="*/ 112717 h 257534"/>
              <a:gd name="connsiteX83" fmla="*/ 69986 w 453234"/>
              <a:gd name="connsiteY83" fmla="*/ 186135 h 257534"/>
              <a:gd name="connsiteX84" fmla="*/ 68729 w 453234"/>
              <a:gd name="connsiteY84" fmla="*/ 188427 h 257534"/>
              <a:gd name="connsiteX85" fmla="*/ 69986 w 453234"/>
              <a:gd name="connsiteY85" fmla="*/ 186135 h 257534"/>
              <a:gd name="connsiteX86" fmla="*/ 68102 w 453234"/>
              <a:gd name="connsiteY86" fmla="*/ 189573 h 257534"/>
              <a:gd name="connsiteX87" fmla="*/ 66829 w 453234"/>
              <a:gd name="connsiteY87" fmla="*/ 191975 h 257534"/>
              <a:gd name="connsiteX88" fmla="*/ 68102 w 453234"/>
              <a:gd name="connsiteY88" fmla="*/ 189573 h 257534"/>
              <a:gd name="connsiteX89" fmla="*/ 332476 w 453234"/>
              <a:gd name="connsiteY89" fmla="*/ 214906 h 257534"/>
              <a:gd name="connsiteX90" fmla="*/ 332476 w 453234"/>
              <a:gd name="connsiteY90" fmla="*/ 214906 h 257534"/>
              <a:gd name="connsiteX91" fmla="*/ 330168 w 453234"/>
              <a:gd name="connsiteY91" fmla="*/ 221105 h 257534"/>
              <a:gd name="connsiteX92" fmla="*/ 330168 w 453234"/>
              <a:gd name="connsiteY92" fmla="*/ 221105 h 257534"/>
              <a:gd name="connsiteX93" fmla="*/ 326535 w 453234"/>
              <a:gd name="connsiteY93" fmla="*/ 225628 h 257534"/>
              <a:gd name="connsiteX94" fmla="*/ 312225 w 453234"/>
              <a:gd name="connsiteY94" fmla="*/ 256976 h 257534"/>
              <a:gd name="connsiteX95" fmla="*/ 326535 w 453234"/>
              <a:gd name="connsiteY95" fmla="*/ 225628 h 257534"/>
              <a:gd name="connsiteX96" fmla="*/ 300467 w 453234"/>
              <a:gd name="connsiteY96" fmla="*/ 250425 h 257534"/>
              <a:gd name="connsiteX97" fmla="*/ 300467 w 453234"/>
              <a:gd name="connsiteY97" fmla="*/ 250425 h 257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453234" h="257534">
                <a:moveTo>
                  <a:pt x="327090" y="-558"/>
                </a:moveTo>
                <a:cubicBezTo>
                  <a:pt x="323579" y="8175"/>
                  <a:pt x="330152" y="18210"/>
                  <a:pt x="316154" y="21125"/>
                </a:cubicBezTo>
                <a:cubicBezTo>
                  <a:pt x="306668" y="36737"/>
                  <a:pt x="331240" y="17674"/>
                  <a:pt x="331862" y="27336"/>
                </a:cubicBezTo>
                <a:cubicBezTo>
                  <a:pt x="329458" y="18592"/>
                  <a:pt x="362230" y="28700"/>
                  <a:pt x="361416" y="21112"/>
                </a:cubicBezTo>
                <a:cubicBezTo>
                  <a:pt x="348590" y="16673"/>
                  <a:pt x="333307" y="19439"/>
                  <a:pt x="330578" y="2409"/>
                </a:cubicBezTo>
                <a:cubicBezTo>
                  <a:pt x="329051" y="1848"/>
                  <a:pt x="328655" y="-101"/>
                  <a:pt x="327090" y="-558"/>
                </a:cubicBezTo>
                <a:close/>
                <a:moveTo>
                  <a:pt x="329094" y="26072"/>
                </a:moveTo>
                <a:cubicBezTo>
                  <a:pt x="323006" y="25883"/>
                  <a:pt x="319702" y="27035"/>
                  <a:pt x="329094" y="26072"/>
                </a:cubicBezTo>
                <a:close/>
                <a:moveTo>
                  <a:pt x="83082" y="18702"/>
                </a:moveTo>
                <a:cubicBezTo>
                  <a:pt x="73861" y="23389"/>
                  <a:pt x="66695" y="26727"/>
                  <a:pt x="71466" y="38261"/>
                </a:cubicBezTo>
                <a:lnTo>
                  <a:pt x="61235" y="68209"/>
                </a:lnTo>
                <a:cubicBezTo>
                  <a:pt x="62206" y="76948"/>
                  <a:pt x="57162" y="71747"/>
                  <a:pt x="53773" y="66044"/>
                </a:cubicBezTo>
                <a:cubicBezTo>
                  <a:pt x="36104" y="76437"/>
                  <a:pt x="56957" y="99670"/>
                  <a:pt x="50467" y="102967"/>
                </a:cubicBezTo>
                <a:cubicBezTo>
                  <a:pt x="37317" y="100901"/>
                  <a:pt x="24480" y="104281"/>
                  <a:pt x="26143" y="120188"/>
                </a:cubicBezTo>
                <a:cubicBezTo>
                  <a:pt x="21155" y="137968"/>
                  <a:pt x="12435" y="150214"/>
                  <a:pt x="372" y="163989"/>
                </a:cubicBezTo>
                <a:cubicBezTo>
                  <a:pt x="-1743" y="169746"/>
                  <a:pt x="7871" y="179385"/>
                  <a:pt x="6856" y="167529"/>
                </a:cubicBezTo>
                <a:cubicBezTo>
                  <a:pt x="15909" y="167658"/>
                  <a:pt x="31732" y="146106"/>
                  <a:pt x="25580" y="167106"/>
                </a:cubicBezTo>
                <a:cubicBezTo>
                  <a:pt x="18687" y="172178"/>
                  <a:pt x="2491" y="170305"/>
                  <a:pt x="7901" y="185312"/>
                </a:cubicBezTo>
                <a:cubicBezTo>
                  <a:pt x="17255" y="183289"/>
                  <a:pt x="23288" y="178971"/>
                  <a:pt x="29890" y="186551"/>
                </a:cubicBezTo>
                <a:cubicBezTo>
                  <a:pt x="37177" y="176433"/>
                  <a:pt x="32440" y="161946"/>
                  <a:pt x="38657" y="150864"/>
                </a:cubicBezTo>
                <a:cubicBezTo>
                  <a:pt x="48402" y="146616"/>
                  <a:pt x="51337" y="165847"/>
                  <a:pt x="61337" y="164194"/>
                </a:cubicBezTo>
                <a:cubicBezTo>
                  <a:pt x="71942" y="161412"/>
                  <a:pt x="87641" y="158312"/>
                  <a:pt x="75789" y="173555"/>
                </a:cubicBezTo>
                <a:cubicBezTo>
                  <a:pt x="72431" y="181201"/>
                  <a:pt x="67352" y="190712"/>
                  <a:pt x="76530" y="179573"/>
                </a:cubicBezTo>
                <a:cubicBezTo>
                  <a:pt x="81770" y="174645"/>
                  <a:pt x="93038" y="152691"/>
                  <a:pt x="90214" y="171624"/>
                </a:cubicBezTo>
                <a:cubicBezTo>
                  <a:pt x="88236" y="183372"/>
                  <a:pt x="66716" y="199509"/>
                  <a:pt x="83129" y="208610"/>
                </a:cubicBezTo>
                <a:cubicBezTo>
                  <a:pt x="92310" y="207725"/>
                  <a:pt x="93461" y="189125"/>
                  <a:pt x="102527" y="182445"/>
                </a:cubicBezTo>
                <a:cubicBezTo>
                  <a:pt x="108762" y="172399"/>
                  <a:pt x="122316" y="161333"/>
                  <a:pt x="129679" y="178483"/>
                </a:cubicBezTo>
                <a:cubicBezTo>
                  <a:pt x="131902" y="181547"/>
                  <a:pt x="138871" y="188218"/>
                  <a:pt x="142017" y="176993"/>
                </a:cubicBezTo>
                <a:cubicBezTo>
                  <a:pt x="146439" y="163616"/>
                  <a:pt x="140072" y="149809"/>
                  <a:pt x="141920" y="136700"/>
                </a:cubicBezTo>
                <a:cubicBezTo>
                  <a:pt x="147523" y="119872"/>
                  <a:pt x="124410" y="131250"/>
                  <a:pt x="115683" y="124672"/>
                </a:cubicBezTo>
                <a:cubicBezTo>
                  <a:pt x="98703" y="126156"/>
                  <a:pt x="113899" y="109805"/>
                  <a:pt x="100133" y="104690"/>
                </a:cubicBezTo>
                <a:cubicBezTo>
                  <a:pt x="99755" y="88661"/>
                  <a:pt x="110238" y="71419"/>
                  <a:pt x="100626" y="54845"/>
                </a:cubicBezTo>
                <a:cubicBezTo>
                  <a:pt x="93443" y="45625"/>
                  <a:pt x="113753" y="42782"/>
                  <a:pt x="103769" y="30355"/>
                </a:cubicBezTo>
                <a:cubicBezTo>
                  <a:pt x="106931" y="17063"/>
                  <a:pt x="89505" y="24370"/>
                  <a:pt x="83081" y="18701"/>
                </a:cubicBezTo>
                <a:lnTo>
                  <a:pt x="83082" y="18702"/>
                </a:lnTo>
                <a:close/>
                <a:moveTo>
                  <a:pt x="330912" y="36292"/>
                </a:moveTo>
                <a:cubicBezTo>
                  <a:pt x="322658" y="45132"/>
                  <a:pt x="296229" y="35818"/>
                  <a:pt x="298536" y="52891"/>
                </a:cubicBezTo>
                <a:cubicBezTo>
                  <a:pt x="293304" y="68217"/>
                  <a:pt x="311925" y="75918"/>
                  <a:pt x="306119" y="90996"/>
                </a:cubicBezTo>
                <a:cubicBezTo>
                  <a:pt x="293747" y="100709"/>
                  <a:pt x="274505" y="96091"/>
                  <a:pt x="259847" y="102054"/>
                </a:cubicBezTo>
                <a:cubicBezTo>
                  <a:pt x="250647" y="103311"/>
                  <a:pt x="222045" y="109121"/>
                  <a:pt x="225544" y="110392"/>
                </a:cubicBezTo>
                <a:cubicBezTo>
                  <a:pt x="250573" y="110841"/>
                  <a:pt x="275275" y="106105"/>
                  <a:pt x="299983" y="102252"/>
                </a:cubicBezTo>
                <a:cubicBezTo>
                  <a:pt x="292685" y="111207"/>
                  <a:pt x="294754" y="127117"/>
                  <a:pt x="281329" y="114588"/>
                </a:cubicBezTo>
                <a:cubicBezTo>
                  <a:pt x="264632" y="104764"/>
                  <a:pt x="256333" y="120284"/>
                  <a:pt x="243109" y="123894"/>
                </a:cubicBezTo>
                <a:cubicBezTo>
                  <a:pt x="248609" y="136390"/>
                  <a:pt x="246395" y="151127"/>
                  <a:pt x="243204" y="164067"/>
                </a:cubicBezTo>
                <a:cubicBezTo>
                  <a:pt x="243187" y="177938"/>
                  <a:pt x="233235" y="190952"/>
                  <a:pt x="222351" y="199106"/>
                </a:cubicBezTo>
                <a:cubicBezTo>
                  <a:pt x="211298" y="203955"/>
                  <a:pt x="217831" y="221509"/>
                  <a:pt x="227547" y="207286"/>
                </a:cubicBezTo>
                <a:cubicBezTo>
                  <a:pt x="229080" y="190734"/>
                  <a:pt x="248018" y="187529"/>
                  <a:pt x="257246" y="176677"/>
                </a:cubicBezTo>
                <a:cubicBezTo>
                  <a:pt x="259205" y="163918"/>
                  <a:pt x="268155" y="149161"/>
                  <a:pt x="281855" y="161369"/>
                </a:cubicBezTo>
                <a:cubicBezTo>
                  <a:pt x="286828" y="176438"/>
                  <a:pt x="309758" y="181151"/>
                  <a:pt x="294071" y="196510"/>
                </a:cubicBezTo>
                <a:cubicBezTo>
                  <a:pt x="286502" y="205747"/>
                  <a:pt x="304901" y="216184"/>
                  <a:pt x="307062" y="202968"/>
                </a:cubicBezTo>
                <a:cubicBezTo>
                  <a:pt x="312302" y="198773"/>
                  <a:pt x="316681" y="176747"/>
                  <a:pt x="321658" y="185458"/>
                </a:cubicBezTo>
                <a:cubicBezTo>
                  <a:pt x="315382" y="198061"/>
                  <a:pt x="313972" y="212918"/>
                  <a:pt x="307653" y="226326"/>
                </a:cubicBezTo>
                <a:cubicBezTo>
                  <a:pt x="298180" y="231547"/>
                  <a:pt x="299804" y="262018"/>
                  <a:pt x="306444" y="240993"/>
                </a:cubicBezTo>
                <a:cubicBezTo>
                  <a:pt x="309891" y="222631"/>
                  <a:pt x="325911" y="209807"/>
                  <a:pt x="326532" y="190669"/>
                </a:cubicBezTo>
                <a:cubicBezTo>
                  <a:pt x="333013" y="187279"/>
                  <a:pt x="333484" y="210280"/>
                  <a:pt x="332748" y="213139"/>
                </a:cubicBezTo>
                <a:cubicBezTo>
                  <a:pt x="335467" y="196586"/>
                  <a:pt x="341670" y="177970"/>
                  <a:pt x="361707" y="177927"/>
                </a:cubicBezTo>
                <a:cubicBezTo>
                  <a:pt x="364139" y="175226"/>
                  <a:pt x="378682" y="169397"/>
                  <a:pt x="371779" y="178246"/>
                </a:cubicBezTo>
                <a:cubicBezTo>
                  <a:pt x="383269" y="186310"/>
                  <a:pt x="394552" y="155942"/>
                  <a:pt x="397572" y="176647"/>
                </a:cubicBezTo>
                <a:cubicBezTo>
                  <a:pt x="395150" y="187726"/>
                  <a:pt x="395299" y="188644"/>
                  <a:pt x="405468" y="188903"/>
                </a:cubicBezTo>
                <a:cubicBezTo>
                  <a:pt x="417441" y="204840"/>
                  <a:pt x="408903" y="178312"/>
                  <a:pt x="410433" y="170801"/>
                </a:cubicBezTo>
                <a:cubicBezTo>
                  <a:pt x="412058" y="159979"/>
                  <a:pt x="418159" y="147914"/>
                  <a:pt x="411008" y="138236"/>
                </a:cubicBezTo>
                <a:cubicBezTo>
                  <a:pt x="414546" y="125708"/>
                  <a:pt x="398987" y="108416"/>
                  <a:pt x="396020" y="128544"/>
                </a:cubicBezTo>
                <a:cubicBezTo>
                  <a:pt x="383037" y="124688"/>
                  <a:pt x="363040" y="132428"/>
                  <a:pt x="352385" y="125246"/>
                </a:cubicBezTo>
                <a:cubicBezTo>
                  <a:pt x="356084" y="109118"/>
                  <a:pt x="327754" y="108729"/>
                  <a:pt x="336275" y="96011"/>
                </a:cubicBezTo>
                <a:cubicBezTo>
                  <a:pt x="353008" y="94263"/>
                  <a:pt x="365497" y="89745"/>
                  <a:pt x="380432" y="88198"/>
                </a:cubicBezTo>
                <a:cubicBezTo>
                  <a:pt x="396957" y="83768"/>
                  <a:pt x="417901" y="80432"/>
                  <a:pt x="429471" y="78569"/>
                </a:cubicBezTo>
                <a:cubicBezTo>
                  <a:pt x="437155" y="80384"/>
                  <a:pt x="467635" y="69320"/>
                  <a:pt x="445207" y="70571"/>
                </a:cubicBezTo>
                <a:cubicBezTo>
                  <a:pt x="425279" y="73326"/>
                  <a:pt x="405789" y="77910"/>
                  <a:pt x="385975" y="81088"/>
                </a:cubicBezTo>
                <a:cubicBezTo>
                  <a:pt x="368694" y="91120"/>
                  <a:pt x="357180" y="80622"/>
                  <a:pt x="344217" y="71517"/>
                </a:cubicBezTo>
                <a:cubicBezTo>
                  <a:pt x="330829" y="66575"/>
                  <a:pt x="340509" y="53375"/>
                  <a:pt x="335176" y="42394"/>
                </a:cubicBezTo>
                <a:cubicBezTo>
                  <a:pt x="331615" y="40937"/>
                  <a:pt x="330639" y="38711"/>
                  <a:pt x="330913" y="36300"/>
                </a:cubicBezTo>
                <a:close/>
                <a:moveTo>
                  <a:pt x="83602" y="51315"/>
                </a:moveTo>
                <a:cubicBezTo>
                  <a:pt x="78682" y="54590"/>
                  <a:pt x="74909" y="51073"/>
                  <a:pt x="83602" y="51315"/>
                </a:cubicBezTo>
                <a:close/>
                <a:moveTo>
                  <a:pt x="76217" y="53795"/>
                </a:moveTo>
                <a:cubicBezTo>
                  <a:pt x="72505" y="61002"/>
                  <a:pt x="64357" y="61102"/>
                  <a:pt x="76217" y="53795"/>
                </a:cubicBezTo>
                <a:close/>
                <a:moveTo>
                  <a:pt x="334581" y="71199"/>
                </a:moveTo>
                <a:cubicBezTo>
                  <a:pt x="335393" y="81499"/>
                  <a:pt x="352129" y="87477"/>
                  <a:pt x="352981" y="88785"/>
                </a:cubicBezTo>
                <a:cubicBezTo>
                  <a:pt x="341878" y="89698"/>
                  <a:pt x="322937" y="96308"/>
                  <a:pt x="332211" y="77821"/>
                </a:cubicBezTo>
                <a:cubicBezTo>
                  <a:pt x="332762" y="75576"/>
                  <a:pt x="333123" y="73097"/>
                  <a:pt x="334581" y="71199"/>
                </a:cubicBezTo>
                <a:close/>
                <a:moveTo>
                  <a:pt x="327631" y="112717"/>
                </a:moveTo>
                <a:cubicBezTo>
                  <a:pt x="332258" y="117144"/>
                  <a:pt x="359217" y="133207"/>
                  <a:pt x="338877" y="130374"/>
                </a:cubicBezTo>
                <a:cubicBezTo>
                  <a:pt x="329419" y="130003"/>
                  <a:pt x="310631" y="131978"/>
                  <a:pt x="319905" y="118220"/>
                </a:cubicBezTo>
                <a:cubicBezTo>
                  <a:pt x="317830" y="113900"/>
                  <a:pt x="324657" y="112502"/>
                  <a:pt x="327631" y="112717"/>
                </a:cubicBezTo>
                <a:close/>
                <a:moveTo>
                  <a:pt x="69986" y="186135"/>
                </a:moveTo>
                <a:lnTo>
                  <a:pt x="68729" y="188427"/>
                </a:lnTo>
                <a:lnTo>
                  <a:pt x="69986" y="186135"/>
                </a:lnTo>
                <a:close/>
                <a:moveTo>
                  <a:pt x="68102" y="189573"/>
                </a:moveTo>
                <a:lnTo>
                  <a:pt x="66829" y="191975"/>
                </a:lnTo>
                <a:lnTo>
                  <a:pt x="68102" y="189573"/>
                </a:lnTo>
                <a:close/>
                <a:moveTo>
                  <a:pt x="332476" y="214906"/>
                </a:moveTo>
                <a:cubicBezTo>
                  <a:pt x="328379" y="224621"/>
                  <a:pt x="331041" y="221313"/>
                  <a:pt x="332476" y="214906"/>
                </a:cubicBezTo>
                <a:close/>
                <a:moveTo>
                  <a:pt x="330168" y="221105"/>
                </a:moveTo>
                <a:cubicBezTo>
                  <a:pt x="325365" y="226226"/>
                  <a:pt x="327779" y="226209"/>
                  <a:pt x="330168" y="221105"/>
                </a:cubicBezTo>
                <a:close/>
                <a:moveTo>
                  <a:pt x="326535" y="225628"/>
                </a:moveTo>
                <a:cubicBezTo>
                  <a:pt x="316366" y="232499"/>
                  <a:pt x="313772" y="246220"/>
                  <a:pt x="312225" y="256976"/>
                </a:cubicBezTo>
                <a:cubicBezTo>
                  <a:pt x="322336" y="252900"/>
                  <a:pt x="315186" y="232302"/>
                  <a:pt x="326535" y="225628"/>
                </a:cubicBezTo>
                <a:close/>
                <a:moveTo>
                  <a:pt x="300467" y="250425"/>
                </a:moveTo>
                <a:cubicBezTo>
                  <a:pt x="299714" y="251700"/>
                  <a:pt x="300998" y="251963"/>
                  <a:pt x="300467" y="250425"/>
                </a:cubicBezTo>
                <a:close/>
              </a:path>
            </a:pathLst>
          </a:custGeom>
          <a:solidFill>
            <a:srgbClr val="6FD06D"/>
          </a:solidFill>
          <a:ln w="862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90" name="任意多边形: 形状 289">
            <a:extLst>
              <a:ext uri="{FF2B5EF4-FFF2-40B4-BE49-F238E27FC236}">
                <a16:creationId xmlns:a16="http://schemas.microsoft.com/office/drawing/2014/main" id="{7089F972-6E6D-2800-C2DC-6F0736B79290}"/>
              </a:ext>
            </a:extLst>
          </p:cNvPr>
          <p:cNvSpPr/>
          <p:nvPr/>
        </p:nvSpPr>
        <p:spPr>
          <a:xfrm>
            <a:off x="3534763" y="5230216"/>
            <a:ext cx="2748610" cy="350024"/>
          </a:xfrm>
          <a:custGeom>
            <a:avLst/>
            <a:gdLst>
              <a:gd name="connsiteX0" fmla="*/ 1174021 w 2748610"/>
              <a:gd name="connsiteY0" fmla="*/ -317 h 350024"/>
              <a:gd name="connsiteX1" fmla="*/ 1154109 w 2748610"/>
              <a:gd name="connsiteY1" fmla="*/ 6801 h 350024"/>
              <a:gd name="connsiteX2" fmla="*/ 1119719 w 2748610"/>
              <a:gd name="connsiteY2" fmla="*/ 8930 h 350024"/>
              <a:gd name="connsiteX3" fmla="*/ 1004118 w 2748610"/>
              <a:gd name="connsiteY3" fmla="*/ 13046 h 350024"/>
              <a:gd name="connsiteX4" fmla="*/ 980414 w 2748610"/>
              <a:gd name="connsiteY4" fmla="*/ 14917 h 350024"/>
              <a:gd name="connsiteX5" fmla="*/ 968432 w 2748610"/>
              <a:gd name="connsiteY5" fmla="*/ 21239 h 350024"/>
              <a:gd name="connsiteX6" fmla="*/ 947151 w 2748610"/>
              <a:gd name="connsiteY6" fmla="*/ 17817 h 350024"/>
              <a:gd name="connsiteX7" fmla="*/ 927206 w 2748610"/>
              <a:gd name="connsiteY7" fmla="*/ 20431 h 350024"/>
              <a:gd name="connsiteX8" fmla="*/ 912752 w 2748610"/>
              <a:gd name="connsiteY8" fmla="*/ 22152 h 350024"/>
              <a:gd name="connsiteX9" fmla="*/ 870891 w 2748610"/>
              <a:gd name="connsiteY9" fmla="*/ 23665 h 350024"/>
              <a:gd name="connsiteX10" fmla="*/ 849102 w 2748610"/>
              <a:gd name="connsiteY10" fmla="*/ 28202 h 350024"/>
              <a:gd name="connsiteX11" fmla="*/ 826702 w 2748610"/>
              <a:gd name="connsiteY11" fmla="*/ 27168 h 350024"/>
              <a:gd name="connsiteX12" fmla="*/ 804337 w 2748610"/>
              <a:gd name="connsiteY12" fmla="*/ 31479 h 350024"/>
              <a:gd name="connsiteX13" fmla="*/ 786284 w 2748610"/>
              <a:gd name="connsiteY13" fmla="*/ 30936 h 350024"/>
              <a:gd name="connsiteX14" fmla="*/ 763311 w 2748610"/>
              <a:gd name="connsiteY14" fmla="*/ 36011 h 350024"/>
              <a:gd name="connsiteX15" fmla="*/ 734281 w 2748610"/>
              <a:gd name="connsiteY15" fmla="*/ 40098 h 350024"/>
              <a:gd name="connsiteX16" fmla="*/ 575123 w 2748610"/>
              <a:gd name="connsiteY16" fmla="*/ 64360 h 350024"/>
              <a:gd name="connsiteX17" fmla="*/ 346157 w 2748610"/>
              <a:gd name="connsiteY17" fmla="*/ 115816 h 350024"/>
              <a:gd name="connsiteX18" fmla="*/ 190838 w 2748610"/>
              <a:gd name="connsiteY18" fmla="*/ 166564 h 350024"/>
              <a:gd name="connsiteX19" fmla="*/ 2729 w 2748610"/>
              <a:gd name="connsiteY19" fmla="*/ 248920 h 350024"/>
              <a:gd name="connsiteX20" fmla="*/ 10004 w 2748610"/>
              <a:gd name="connsiteY20" fmla="*/ 265895 h 350024"/>
              <a:gd name="connsiteX21" fmla="*/ 247388 w 2748610"/>
              <a:gd name="connsiteY21" fmla="*/ 347539 h 350024"/>
              <a:gd name="connsiteX22" fmla="*/ 309105 w 2748610"/>
              <a:gd name="connsiteY22" fmla="*/ 336303 h 350024"/>
              <a:gd name="connsiteX23" fmla="*/ 505599 w 2748610"/>
              <a:gd name="connsiteY23" fmla="*/ 271694 h 350024"/>
              <a:gd name="connsiteX24" fmla="*/ 666919 w 2748610"/>
              <a:gd name="connsiteY24" fmla="*/ 224670 h 350024"/>
              <a:gd name="connsiteX25" fmla="*/ 801374 w 2748610"/>
              <a:gd name="connsiteY25" fmla="*/ 195570 h 350024"/>
              <a:gd name="connsiteX26" fmla="*/ 831609 w 2748610"/>
              <a:gd name="connsiteY26" fmla="*/ 180991 h 350024"/>
              <a:gd name="connsiteX27" fmla="*/ 904478 w 2748610"/>
              <a:gd name="connsiteY27" fmla="*/ 163446 h 350024"/>
              <a:gd name="connsiteX28" fmla="*/ 1022949 w 2748610"/>
              <a:gd name="connsiteY28" fmla="*/ 140331 h 350024"/>
              <a:gd name="connsiteX29" fmla="*/ 1138992 w 2748610"/>
              <a:gd name="connsiteY29" fmla="*/ 124974 h 350024"/>
              <a:gd name="connsiteX30" fmla="*/ 1167633 w 2748610"/>
              <a:gd name="connsiteY30" fmla="*/ 116421 h 350024"/>
              <a:gd name="connsiteX31" fmla="*/ 1196115 w 2748610"/>
              <a:gd name="connsiteY31" fmla="*/ 116085 h 350024"/>
              <a:gd name="connsiteX32" fmla="*/ 1216594 w 2748610"/>
              <a:gd name="connsiteY32" fmla="*/ 114199 h 350024"/>
              <a:gd name="connsiteX33" fmla="*/ 1242461 w 2748610"/>
              <a:gd name="connsiteY33" fmla="*/ 103960 h 350024"/>
              <a:gd name="connsiteX34" fmla="*/ 1295146 w 2748610"/>
              <a:gd name="connsiteY34" fmla="*/ 101143 h 350024"/>
              <a:gd name="connsiteX35" fmla="*/ 1419383 w 2748610"/>
              <a:gd name="connsiteY35" fmla="*/ 90497 h 350024"/>
              <a:gd name="connsiteX36" fmla="*/ 1474988 w 2748610"/>
              <a:gd name="connsiteY36" fmla="*/ 87436 h 350024"/>
              <a:gd name="connsiteX37" fmla="*/ 1538032 w 2748610"/>
              <a:gd name="connsiteY37" fmla="*/ 84543 h 350024"/>
              <a:gd name="connsiteX38" fmla="*/ 1623262 w 2748610"/>
              <a:gd name="connsiteY38" fmla="*/ 84293 h 350024"/>
              <a:gd name="connsiteX39" fmla="*/ 1884886 w 2748610"/>
              <a:gd name="connsiteY39" fmla="*/ 90216 h 350024"/>
              <a:gd name="connsiteX40" fmla="*/ 2198625 w 2748610"/>
              <a:gd name="connsiteY40" fmla="*/ 113951 h 350024"/>
              <a:gd name="connsiteX41" fmla="*/ 2426101 w 2748610"/>
              <a:gd name="connsiteY41" fmla="*/ 139200 h 350024"/>
              <a:gd name="connsiteX42" fmla="*/ 2748677 w 2748610"/>
              <a:gd name="connsiteY42" fmla="*/ 184528 h 350024"/>
              <a:gd name="connsiteX43" fmla="*/ 2333082 w 2748610"/>
              <a:gd name="connsiteY43" fmla="*/ 85164 h 350024"/>
              <a:gd name="connsiteX44" fmla="*/ 2020705 w 2748610"/>
              <a:gd name="connsiteY44" fmla="*/ 44721 h 350024"/>
              <a:gd name="connsiteX45" fmla="*/ 1728205 w 2748610"/>
              <a:gd name="connsiteY45" fmla="*/ 20617 h 350024"/>
              <a:gd name="connsiteX46" fmla="*/ 1577385 w 2748610"/>
              <a:gd name="connsiteY46" fmla="*/ 11541 h 350024"/>
              <a:gd name="connsiteX47" fmla="*/ 1538315 w 2748610"/>
              <a:gd name="connsiteY47" fmla="*/ 12352 h 350024"/>
              <a:gd name="connsiteX48" fmla="*/ 1518390 w 2748610"/>
              <a:gd name="connsiteY48" fmla="*/ 6969 h 350024"/>
              <a:gd name="connsiteX49" fmla="*/ 1494583 w 2748610"/>
              <a:gd name="connsiteY49" fmla="*/ 9252 h 350024"/>
              <a:gd name="connsiteX50" fmla="*/ 1471492 w 2748610"/>
              <a:gd name="connsiteY50" fmla="*/ 9925 h 350024"/>
              <a:gd name="connsiteX51" fmla="*/ 1447996 w 2748610"/>
              <a:gd name="connsiteY51" fmla="*/ 7002 h 350024"/>
              <a:gd name="connsiteX52" fmla="*/ 1430448 w 2748610"/>
              <a:gd name="connsiteY52" fmla="*/ 1302 h 350024"/>
              <a:gd name="connsiteX53" fmla="*/ 1407618 w 2748610"/>
              <a:gd name="connsiteY53" fmla="*/ 4719 h 350024"/>
              <a:gd name="connsiteX54" fmla="*/ 1387154 w 2748610"/>
              <a:gd name="connsiteY54" fmla="*/ 3458 h 350024"/>
              <a:gd name="connsiteX55" fmla="*/ 1367061 w 2748610"/>
              <a:gd name="connsiteY55" fmla="*/ 6065 h 350024"/>
              <a:gd name="connsiteX56" fmla="*/ 1343504 w 2748610"/>
              <a:gd name="connsiteY56" fmla="*/ 224 h 350024"/>
              <a:gd name="connsiteX57" fmla="*/ 1325784 w 2748610"/>
              <a:gd name="connsiteY57" fmla="*/ 7126 h 350024"/>
              <a:gd name="connsiteX58" fmla="*/ 1306589 w 2748610"/>
              <a:gd name="connsiteY58" fmla="*/ 8307 h 350024"/>
              <a:gd name="connsiteX59" fmla="*/ 1284225 w 2748610"/>
              <a:gd name="connsiteY59" fmla="*/ 2918 h 350024"/>
              <a:gd name="connsiteX60" fmla="*/ 1262400 w 2748610"/>
              <a:gd name="connsiteY60" fmla="*/ 6691 h 350024"/>
              <a:gd name="connsiteX61" fmla="*/ 1244886 w 2748610"/>
              <a:gd name="connsiteY61" fmla="*/ 5073 h 350024"/>
              <a:gd name="connsiteX62" fmla="*/ 1228612 w 2748610"/>
              <a:gd name="connsiteY62" fmla="*/ 3459 h 350024"/>
              <a:gd name="connsiteX63" fmla="*/ 1206893 w 2748610"/>
              <a:gd name="connsiteY63" fmla="*/ 8038 h 350024"/>
              <a:gd name="connsiteX64" fmla="*/ 1177524 w 2748610"/>
              <a:gd name="connsiteY64" fmla="*/ -46 h 350024"/>
              <a:gd name="connsiteX65" fmla="*/ 1174021 w 2748610"/>
              <a:gd name="connsiteY65" fmla="*/ -313 h 350024"/>
              <a:gd name="connsiteX66" fmla="*/ 1549093 w 2748610"/>
              <a:gd name="connsiteY66" fmla="*/ 81058 h 350024"/>
              <a:gd name="connsiteX67" fmla="*/ 1549093 w 2748610"/>
              <a:gd name="connsiteY67" fmla="*/ 81058 h 350024"/>
              <a:gd name="connsiteX68" fmla="*/ 1486581 w 2748610"/>
              <a:gd name="connsiteY68" fmla="*/ 84829 h 350024"/>
              <a:gd name="connsiteX69" fmla="*/ 1486581 w 2748610"/>
              <a:gd name="connsiteY69" fmla="*/ 84829 h 350024"/>
              <a:gd name="connsiteX70" fmla="*/ 1571996 w 2748610"/>
              <a:gd name="connsiteY70" fmla="*/ 89140 h 350024"/>
              <a:gd name="connsiteX71" fmla="*/ 1571996 w 2748610"/>
              <a:gd name="connsiteY71" fmla="*/ 89140 h 350024"/>
              <a:gd name="connsiteX72" fmla="*/ 1530231 w 2748610"/>
              <a:gd name="connsiteY72" fmla="*/ 89408 h 350024"/>
              <a:gd name="connsiteX73" fmla="*/ 1530231 w 2748610"/>
              <a:gd name="connsiteY73" fmla="*/ 89408 h 350024"/>
              <a:gd name="connsiteX74" fmla="*/ 1532118 w 2748610"/>
              <a:gd name="connsiteY74" fmla="*/ 90755 h 350024"/>
              <a:gd name="connsiteX75" fmla="*/ 1532118 w 2748610"/>
              <a:gd name="connsiteY75" fmla="*/ 90755 h 350024"/>
              <a:gd name="connsiteX76" fmla="*/ 1353204 w 2748610"/>
              <a:gd name="connsiteY76" fmla="*/ 96413 h 350024"/>
              <a:gd name="connsiteX77" fmla="*/ 1354282 w 2748610"/>
              <a:gd name="connsiteY77" fmla="*/ 95603 h 350024"/>
              <a:gd name="connsiteX78" fmla="*/ 1353204 w 2748610"/>
              <a:gd name="connsiteY78" fmla="*/ 96413 h 350024"/>
              <a:gd name="connsiteX79" fmla="*/ 1283417 w 2748610"/>
              <a:gd name="connsiteY79" fmla="*/ 101533 h 350024"/>
              <a:gd name="connsiteX80" fmla="*/ 1283417 w 2748610"/>
              <a:gd name="connsiteY80" fmla="*/ 101533 h 350024"/>
              <a:gd name="connsiteX81" fmla="*/ 1276681 w 2748610"/>
              <a:gd name="connsiteY81" fmla="*/ 101266 h 350024"/>
              <a:gd name="connsiteX82" fmla="*/ 1276681 w 2748610"/>
              <a:gd name="connsiteY82" fmla="*/ 101266 h 350024"/>
              <a:gd name="connsiteX83" fmla="*/ 1246772 w 2748610"/>
              <a:gd name="connsiteY83" fmla="*/ 105847 h 350024"/>
              <a:gd name="connsiteX84" fmla="*/ 1246772 w 2748610"/>
              <a:gd name="connsiteY84" fmla="*/ 105847 h 350024"/>
              <a:gd name="connsiteX85" fmla="*/ 1219827 w 2748610"/>
              <a:gd name="connsiteY85" fmla="*/ 108272 h 350024"/>
              <a:gd name="connsiteX86" fmla="*/ 1219827 w 2748610"/>
              <a:gd name="connsiteY86" fmla="*/ 108272 h 350024"/>
              <a:gd name="connsiteX87" fmla="*/ 1268328 w 2748610"/>
              <a:gd name="connsiteY87" fmla="*/ 109082 h 350024"/>
              <a:gd name="connsiteX88" fmla="*/ 1268328 w 2748610"/>
              <a:gd name="connsiteY88" fmla="*/ 109082 h 350024"/>
              <a:gd name="connsiteX89" fmla="*/ 1224946 w 2748610"/>
              <a:gd name="connsiteY89" fmla="*/ 119860 h 350024"/>
              <a:gd name="connsiteX90" fmla="*/ 1224946 w 2748610"/>
              <a:gd name="connsiteY90" fmla="*/ 119860 h 350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2748610" h="350024">
                <a:moveTo>
                  <a:pt x="1174021" y="-317"/>
                </a:moveTo>
                <a:cubicBezTo>
                  <a:pt x="1171704" y="8499"/>
                  <a:pt x="1161198" y="7755"/>
                  <a:pt x="1154109" y="6801"/>
                </a:cubicBezTo>
                <a:cubicBezTo>
                  <a:pt x="1142870" y="9371"/>
                  <a:pt x="1131143" y="7145"/>
                  <a:pt x="1119719" y="8930"/>
                </a:cubicBezTo>
                <a:cubicBezTo>
                  <a:pt x="1081312" y="12215"/>
                  <a:pt x="1042659" y="15731"/>
                  <a:pt x="1004118" y="13046"/>
                </a:cubicBezTo>
                <a:cubicBezTo>
                  <a:pt x="996278" y="11725"/>
                  <a:pt x="986767" y="11139"/>
                  <a:pt x="980414" y="14917"/>
                </a:cubicBezTo>
                <a:cubicBezTo>
                  <a:pt x="977162" y="18207"/>
                  <a:pt x="969988" y="14262"/>
                  <a:pt x="968432" y="21239"/>
                </a:cubicBezTo>
                <a:cubicBezTo>
                  <a:pt x="960643" y="19877"/>
                  <a:pt x="954980" y="18664"/>
                  <a:pt x="947151" y="17817"/>
                </a:cubicBezTo>
                <a:cubicBezTo>
                  <a:pt x="939470" y="16141"/>
                  <a:pt x="933973" y="23399"/>
                  <a:pt x="927206" y="20431"/>
                </a:cubicBezTo>
                <a:cubicBezTo>
                  <a:pt x="920401" y="18199"/>
                  <a:pt x="920777" y="23374"/>
                  <a:pt x="912752" y="22152"/>
                </a:cubicBezTo>
                <a:lnTo>
                  <a:pt x="870891" y="23665"/>
                </a:lnTo>
                <a:cubicBezTo>
                  <a:pt x="864271" y="25113"/>
                  <a:pt x="855606" y="31813"/>
                  <a:pt x="849102" y="28202"/>
                </a:cubicBezTo>
                <a:cubicBezTo>
                  <a:pt x="841085" y="27512"/>
                  <a:pt x="833976" y="23764"/>
                  <a:pt x="826702" y="27168"/>
                </a:cubicBezTo>
                <a:cubicBezTo>
                  <a:pt x="818699" y="25611"/>
                  <a:pt x="811562" y="28642"/>
                  <a:pt x="804337" y="31479"/>
                </a:cubicBezTo>
                <a:cubicBezTo>
                  <a:pt x="798510" y="33324"/>
                  <a:pt x="791894" y="33677"/>
                  <a:pt x="786284" y="30936"/>
                </a:cubicBezTo>
                <a:cubicBezTo>
                  <a:pt x="778531" y="31298"/>
                  <a:pt x="771090" y="34898"/>
                  <a:pt x="763311" y="36011"/>
                </a:cubicBezTo>
                <a:cubicBezTo>
                  <a:pt x="753568" y="36913"/>
                  <a:pt x="743844" y="37797"/>
                  <a:pt x="734281" y="40098"/>
                </a:cubicBezTo>
                <a:cubicBezTo>
                  <a:pt x="681159" y="47710"/>
                  <a:pt x="628109" y="55834"/>
                  <a:pt x="575123" y="64360"/>
                </a:cubicBezTo>
                <a:cubicBezTo>
                  <a:pt x="497961" y="77420"/>
                  <a:pt x="421373" y="94140"/>
                  <a:pt x="346157" y="115816"/>
                </a:cubicBezTo>
                <a:cubicBezTo>
                  <a:pt x="293720" y="130616"/>
                  <a:pt x="241692" y="146950"/>
                  <a:pt x="190838" y="166564"/>
                </a:cubicBezTo>
                <a:cubicBezTo>
                  <a:pt x="126672" y="190540"/>
                  <a:pt x="64877" y="220250"/>
                  <a:pt x="2729" y="248920"/>
                </a:cubicBezTo>
                <a:cubicBezTo>
                  <a:pt x="-3547" y="254388"/>
                  <a:pt x="2250" y="265772"/>
                  <a:pt x="10004" y="265895"/>
                </a:cubicBezTo>
                <a:cubicBezTo>
                  <a:pt x="90433" y="289142"/>
                  <a:pt x="169437" y="317050"/>
                  <a:pt x="247388" y="347539"/>
                </a:cubicBezTo>
                <a:cubicBezTo>
                  <a:pt x="268675" y="354052"/>
                  <a:pt x="289255" y="342484"/>
                  <a:pt x="309105" y="336303"/>
                </a:cubicBezTo>
                <a:cubicBezTo>
                  <a:pt x="374439" y="314269"/>
                  <a:pt x="439785" y="292262"/>
                  <a:pt x="505599" y="271694"/>
                </a:cubicBezTo>
                <a:cubicBezTo>
                  <a:pt x="558941" y="254599"/>
                  <a:pt x="612824" y="239190"/>
                  <a:pt x="666919" y="224670"/>
                </a:cubicBezTo>
                <a:cubicBezTo>
                  <a:pt x="711278" y="212981"/>
                  <a:pt x="756128" y="203147"/>
                  <a:pt x="801374" y="195570"/>
                </a:cubicBezTo>
                <a:cubicBezTo>
                  <a:pt x="811320" y="190520"/>
                  <a:pt x="819655" y="180692"/>
                  <a:pt x="831609" y="180991"/>
                </a:cubicBezTo>
                <a:cubicBezTo>
                  <a:pt x="856078" y="175872"/>
                  <a:pt x="879686" y="167149"/>
                  <a:pt x="904478" y="163446"/>
                </a:cubicBezTo>
                <a:cubicBezTo>
                  <a:pt x="943911" y="155468"/>
                  <a:pt x="983347" y="147400"/>
                  <a:pt x="1022949" y="140331"/>
                </a:cubicBezTo>
                <a:cubicBezTo>
                  <a:pt x="1061568" y="134765"/>
                  <a:pt x="1100021" y="127595"/>
                  <a:pt x="1138992" y="124974"/>
                </a:cubicBezTo>
                <a:cubicBezTo>
                  <a:pt x="1149160" y="124371"/>
                  <a:pt x="1158239" y="119703"/>
                  <a:pt x="1167633" y="116421"/>
                </a:cubicBezTo>
                <a:cubicBezTo>
                  <a:pt x="1176936" y="113411"/>
                  <a:pt x="1186739" y="115998"/>
                  <a:pt x="1196115" y="116085"/>
                </a:cubicBezTo>
                <a:cubicBezTo>
                  <a:pt x="1202893" y="115265"/>
                  <a:pt x="1209800" y="111519"/>
                  <a:pt x="1216594" y="114199"/>
                </a:cubicBezTo>
                <a:cubicBezTo>
                  <a:pt x="1226570" y="114518"/>
                  <a:pt x="1232036" y="102100"/>
                  <a:pt x="1242461" y="103960"/>
                </a:cubicBezTo>
                <a:cubicBezTo>
                  <a:pt x="1260003" y="107146"/>
                  <a:pt x="1277909" y="105176"/>
                  <a:pt x="1295146" y="101143"/>
                </a:cubicBezTo>
                <a:cubicBezTo>
                  <a:pt x="1335871" y="91847"/>
                  <a:pt x="1377954" y="93380"/>
                  <a:pt x="1419383" y="90497"/>
                </a:cubicBezTo>
                <a:cubicBezTo>
                  <a:pt x="1437851" y="88392"/>
                  <a:pt x="1456388" y="87087"/>
                  <a:pt x="1474988" y="87436"/>
                </a:cubicBezTo>
                <a:cubicBezTo>
                  <a:pt x="1496039" y="87264"/>
                  <a:pt x="1516933" y="81646"/>
                  <a:pt x="1538032" y="84543"/>
                </a:cubicBezTo>
                <a:cubicBezTo>
                  <a:pt x="1566413" y="86686"/>
                  <a:pt x="1594843" y="83452"/>
                  <a:pt x="1623262" y="84293"/>
                </a:cubicBezTo>
                <a:cubicBezTo>
                  <a:pt x="1710507" y="84043"/>
                  <a:pt x="1797720" y="86742"/>
                  <a:pt x="1884886" y="90216"/>
                </a:cubicBezTo>
                <a:cubicBezTo>
                  <a:pt x="1989756" y="93749"/>
                  <a:pt x="2094144" y="104864"/>
                  <a:pt x="2198625" y="113951"/>
                </a:cubicBezTo>
                <a:cubicBezTo>
                  <a:pt x="2274533" y="121604"/>
                  <a:pt x="2350495" y="128890"/>
                  <a:pt x="2426101" y="139200"/>
                </a:cubicBezTo>
                <a:cubicBezTo>
                  <a:pt x="2533838" y="152761"/>
                  <a:pt x="2641194" y="169123"/>
                  <a:pt x="2748677" y="184528"/>
                </a:cubicBezTo>
                <a:cubicBezTo>
                  <a:pt x="2610963" y="148204"/>
                  <a:pt x="2473662" y="109074"/>
                  <a:pt x="2333082" y="85164"/>
                </a:cubicBezTo>
                <a:cubicBezTo>
                  <a:pt x="2229640" y="66913"/>
                  <a:pt x="2125172" y="55258"/>
                  <a:pt x="2020705" y="44721"/>
                </a:cubicBezTo>
                <a:cubicBezTo>
                  <a:pt x="1923338" y="35183"/>
                  <a:pt x="1825795" y="27481"/>
                  <a:pt x="1728205" y="20617"/>
                </a:cubicBezTo>
                <a:cubicBezTo>
                  <a:pt x="1677941" y="17444"/>
                  <a:pt x="1627665" y="14456"/>
                  <a:pt x="1577385" y="11541"/>
                </a:cubicBezTo>
                <a:cubicBezTo>
                  <a:pt x="1564384" y="8222"/>
                  <a:pt x="1551278" y="16489"/>
                  <a:pt x="1538315" y="12352"/>
                </a:cubicBezTo>
                <a:cubicBezTo>
                  <a:pt x="1530971" y="13495"/>
                  <a:pt x="1523610" y="12438"/>
                  <a:pt x="1518390" y="6969"/>
                </a:cubicBezTo>
                <a:cubicBezTo>
                  <a:pt x="1510423" y="3813"/>
                  <a:pt x="1502782" y="11520"/>
                  <a:pt x="1494583" y="9252"/>
                </a:cubicBezTo>
                <a:cubicBezTo>
                  <a:pt x="1486648" y="6388"/>
                  <a:pt x="1479146" y="10561"/>
                  <a:pt x="1471492" y="9925"/>
                </a:cubicBezTo>
                <a:cubicBezTo>
                  <a:pt x="1463913" y="6975"/>
                  <a:pt x="1456178" y="3265"/>
                  <a:pt x="1447996" y="7002"/>
                </a:cubicBezTo>
                <a:cubicBezTo>
                  <a:pt x="1439187" y="12159"/>
                  <a:pt x="1438810" y="-159"/>
                  <a:pt x="1430448" y="1302"/>
                </a:cubicBezTo>
                <a:cubicBezTo>
                  <a:pt x="1422952" y="3658"/>
                  <a:pt x="1415192" y="2456"/>
                  <a:pt x="1407618" y="4719"/>
                </a:cubicBezTo>
                <a:cubicBezTo>
                  <a:pt x="1401154" y="9692"/>
                  <a:pt x="1393927" y="5047"/>
                  <a:pt x="1387154" y="3458"/>
                </a:cubicBezTo>
                <a:cubicBezTo>
                  <a:pt x="1380259" y="2433"/>
                  <a:pt x="1374169" y="8289"/>
                  <a:pt x="1367061" y="6065"/>
                </a:cubicBezTo>
                <a:cubicBezTo>
                  <a:pt x="1358855" y="5729"/>
                  <a:pt x="1351378" y="1717"/>
                  <a:pt x="1343504" y="224"/>
                </a:cubicBezTo>
                <a:cubicBezTo>
                  <a:pt x="1337167" y="1736"/>
                  <a:pt x="1333064" y="12071"/>
                  <a:pt x="1325784" y="7126"/>
                </a:cubicBezTo>
                <a:cubicBezTo>
                  <a:pt x="1319724" y="867"/>
                  <a:pt x="1313164" y="12037"/>
                  <a:pt x="1306589" y="8307"/>
                </a:cubicBezTo>
                <a:cubicBezTo>
                  <a:pt x="1299726" y="5322"/>
                  <a:pt x="1291932" y="-1890"/>
                  <a:pt x="1284225" y="2918"/>
                </a:cubicBezTo>
                <a:cubicBezTo>
                  <a:pt x="1278846" y="10133"/>
                  <a:pt x="1269270" y="3228"/>
                  <a:pt x="1262400" y="6691"/>
                </a:cubicBezTo>
                <a:cubicBezTo>
                  <a:pt x="1256687" y="6070"/>
                  <a:pt x="1249054" y="-2832"/>
                  <a:pt x="1244886" y="5073"/>
                </a:cubicBezTo>
                <a:cubicBezTo>
                  <a:pt x="1239053" y="11048"/>
                  <a:pt x="1234229" y="-6500"/>
                  <a:pt x="1228612" y="3459"/>
                </a:cubicBezTo>
                <a:cubicBezTo>
                  <a:pt x="1222559" y="7665"/>
                  <a:pt x="1214050" y="12590"/>
                  <a:pt x="1206893" y="8038"/>
                </a:cubicBezTo>
                <a:cubicBezTo>
                  <a:pt x="1197077" y="5278"/>
                  <a:pt x="1186248" y="5915"/>
                  <a:pt x="1177524" y="-46"/>
                </a:cubicBezTo>
                <a:cubicBezTo>
                  <a:pt x="1176326" y="325"/>
                  <a:pt x="1175129" y="-1110"/>
                  <a:pt x="1174021" y="-313"/>
                </a:cubicBezTo>
                <a:close/>
                <a:moveTo>
                  <a:pt x="1549093" y="81058"/>
                </a:moveTo>
                <a:cubicBezTo>
                  <a:pt x="1549779" y="82538"/>
                  <a:pt x="1547612" y="80368"/>
                  <a:pt x="1549093" y="81058"/>
                </a:cubicBezTo>
                <a:close/>
                <a:moveTo>
                  <a:pt x="1486581" y="84829"/>
                </a:moveTo>
                <a:cubicBezTo>
                  <a:pt x="1489871" y="87081"/>
                  <a:pt x="1481721" y="84433"/>
                  <a:pt x="1486581" y="84829"/>
                </a:cubicBezTo>
                <a:close/>
                <a:moveTo>
                  <a:pt x="1571996" y="89140"/>
                </a:moveTo>
                <a:cubicBezTo>
                  <a:pt x="1572000" y="91899"/>
                  <a:pt x="1573153" y="87009"/>
                  <a:pt x="1571996" y="89140"/>
                </a:cubicBezTo>
                <a:close/>
                <a:moveTo>
                  <a:pt x="1530231" y="89408"/>
                </a:moveTo>
                <a:cubicBezTo>
                  <a:pt x="1530951" y="91394"/>
                  <a:pt x="1531496" y="88084"/>
                  <a:pt x="1530231" y="89408"/>
                </a:cubicBezTo>
                <a:close/>
                <a:moveTo>
                  <a:pt x="1532118" y="90755"/>
                </a:moveTo>
                <a:cubicBezTo>
                  <a:pt x="1530400" y="94682"/>
                  <a:pt x="1535196" y="89237"/>
                  <a:pt x="1532118" y="90755"/>
                </a:cubicBezTo>
                <a:close/>
                <a:moveTo>
                  <a:pt x="1353204" y="96413"/>
                </a:moveTo>
                <a:lnTo>
                  <a:pt x="1354282" y="95603"/>
                </a:lnTo>
                <a:lnTo>
                  <a:pt x="1353204" y="96413"/>
                </a:lnTo>
                <a:close/>
                <a:moveTo>
                  <a:pt x="1283417" y="101533"/>
                </a:moveTo>
                <a:cubicBezTo>
                  <a:pt x="1284062" y="103496"/>
                  <a:pt x="1280888" y="99797"/>
                  <a:pt x="1283417" y="101533"/>
                </a:cubicBezTo>
                <a:close/>
                <a:moveTo>
                  <a:pt x="1276681" y="101266"/>
                </a:moveTo>
                <a:cubicBezTo>
                  <a:pt x="1278626" y="102646"/>
                  <a:pt x="1274676" y="101154"/>
                  <a:pt x="1276681" y="101266"/>
                </a:cubicBezTo>
                <a:close/>
                <a:moveTo>
                  <a:pt x="1246772" y="105847"/>
                </a:moveTo>
                <a:cubicBezTo>
                  <a:pt x="1245813" y="108473"/>
                  <a:pt x="1248829" y="104472"/>
                  <a:pt x="1246772" y="105847"/>
                </a:cubicBezTo>
                <a:close/>
                <a:moveTo>
                  <a:pt x="1219827" y="108272"/>
                </a:moveTo>
                <a:cubicBezTo>
                  <a:pt x="1222155" y="110889"/>
                  <a:pt x="1217824" y="107970"/>
                  <a:pt x="1219827" y="108272"/>
                </a:cubicBezTo>
                <a:close/>
                <a:moveTo>
                  <a:pt x="1268328" y="109082"/>
                </a:moveTo>
                <a:cubicBezTo>
                  <a:pt x="1269744" y="109168"/>
                  <a:pt x="1268224" y="106439"/>
                  <a:pt x="1268328" y="109082"/>
                </a:cubicBezTo>
                <a:close/>
                <a:moveTo>
                  <a:pt x="1224946" y="119860"/>
                </a:moveTo>
                <a:cubicBezTo>
                  <a:pt x="1225888" y="120953"/>
                  <a:pt x="1225860" y="117433"/>
                  <a:pt x="1224946" y="119860"/>
                </a:cubicBezTo>
                <a:close/>
              </a:path>
            </a:pathLst>
          </a:custGeom>
          <a:solidFill>
            <a:srgbClr val="EBE7AC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91" name="任意多边形: 形状 290">
            <a:extLst>
              <a:ext uri="{FF2B5EF4-FFF2-40B4-BE49-F238E27FC236}">
                <a16:creationId xmlns:a16="http://schemas.microsoft.com/office/drawing/2014/main" id="{398E48ED-77E8-44E8-C7E4-102920194FE8}"/>
              </a:ext>
            </a:extLst>
          </p:cNvPr>
          <p:cNvSpPr/>
          <p:nvPr/>
        </p:nvSpPr>
        <p:spPr>
          <a:xfrm>
            <a:off x="3811852" y="5306238"/>
            <a:ext cx="2936051" cy="619106"/>
          </a:xfrm>
          <a:custGeom>
            <a:avLst/>
            <a:gdLst>
              <a:gd name="connsiteX0" fmla="*/ 69 w 2936051"/>
              <a:gd name="connsiteY0" fmla="*/ 279585 h 619106"/>
              <a:gd name="connsiteX1" fmla="*/ 704239 w 2936051"/>
              <a:gd name="connsiteY1" fmla="*/ 59594 h 619106"/>
              <a:gd name="connsiteX2" fmla="*/ 868080 w 2936051"/>
              <a:gd name="connsiteY2" fmla="*/ 18484 h 619106"/>
              <a:gd name="connsiteX3" fmla="*/ 1045019 w 2936051"/>
              <a:gd name="connsiteY3" fmla="*/ 21389 h 619106"/>
              <a:gd name="connsiteX4" fmla="*/ 1661405 w 2936051"/>
              <a:gd name="connsiteY4" fmla="*/ 8360 h 619106"/>
              <a:gd name="connsiteX5" fmla="*/ 1976621 w 2936051"/>
              <a:gd name="connsiteY5" fmla="*/ 28080 h 619106"/>
              <a:gd name="connsiteX6" fmla="*/ 2453670 w 2936051"/>
              <a:gd name="connsiteY6" fmla="*/ 112588 h 619106"/>
              <a:gd name="connsiteX7" fmla="*/ 2517368 w 2936051"/>
              <a:gd name="connsiteY7" fmla="*/ 129489 h 619106"/>
              <a:gd name="connsiteX8" fmla="*/ 2467825 w 2936051"/>
              <a:gd name="connsiteY8" fmla="*/ 125088 h 619106"/>
              <a:gd name="connsiteX9" fmla="*/ 2389020 w 2936051"/>
              <a:gd name="connsiteY9" fmla="*/ 111795 h 619106"/>
              <a:gd name="connsiteX10" fmla="*/ 2579376 w 2936051"/>
              <a:gd name="connsiteY10" fmla="*/ 159860 h 619106"/>
              <a:gd name="connsiteX11" fmla="*/ 2749978 w 2936051"/>
              <a:gd name="connsiteY11" fmla="*/ 228435 h 619106"/>
              <a:gd name="connsiteX12" fmla="*/ 2865646 w 2936051"/>
              <a:gd name="connsiteY12" fmla="*/ 277556 h 619106"/>
              <a:gd name="connsiteX13" fmla="*/ 2936106 w 2936051"/>
              <a:gd name="connsiteY13" fmla="*/ 296394 h 619106"/>
              <a:gd name="connsiteX14" fmla="*/ 2690188 w 2936051"/>
              <a:gd name="connsiteY14" fmla="*/ 363913 h 619106"/>
              <a:gd name="connsiteX15" fmla="*/ 2401270 w 2936051"/>
              <a:gd name="connsiteY15" fmla="*/ 501594 h 619106"/>
              <a:gd name="connsiteX16" fmla="*/ 2176054 w 2936051"/>
              <a:gd name="connsiteY16" fmla="*/ 615591 h 619106"/>
              <a:gd name="connsiteX17" fmla="*/ 1861683 w 2936051"/>
              <a:gd name="connsiteY17" fmla="*/ 541293 h 619106"/>
              <a:gd name="connsiteX18" fmla="*/ 1112514 w 2936051"/>
              <a:gd name="connsiteY18" fmla="*/ 424038 h 619106"/>
              <a:gd name="connsiteX19" fmla="*/ 467398 w 2936051"/>
              <a:gd name="connsiteY19" fmla="*/ 334245 h 619106"/>
              <a:gd name="connsiteX20" fmla="*/ 67 w 2936051"/>
              <a:gd name="connsiteY20" fmla="*/ 279579 h 619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36051" h="619106">
                <a:moveTo>
                  <a:pt x="69" y="279585"/>
                </a:moveTo>
                <a:cubicBezTo>
                  <a:pt x="210540" y="166718"/>
                  <a:pt x="486878" y="110966"/>
                  <a:pt x="704239" y="59594"/>
                </a:cubicBezTo>
                <a:cubicBezTo>
                  <a:pt x="761154" y="46144"/>
                  <a:pt x="807267" y="24446"/>
                  <a:pt x="868080" y="18484"/>
                </a:cubicBezTo>
                <a:cubicBezTo>
                  <a:pt x="925853" y="12819"/>
                  <a:pt x="987215" y="25849"/>
                  <a:pt x="1045019" y="21389"/>
                </a:cubicBezTo>
                <a:cubicBezTo>
                  <a:pt x="1253905" y="5271"/>
                  <a:pt x="1452132" y="-11234"/>
                  <a:pt x="1661405" y="8360"/>
                </a:cubicBezTo>
                <a:cubicBezTo>
                  <a:pt x="1765485" y="18106"/>
                  <a:pt x="1873627" y="6429"/>
                  <a:pt x="1976621" y="28080"/>
                </a:cubicBezTo>
                <a:cubicBezTo>
                  <a:pt x="2135324" y="61440"/>
                  <a:pt x="2297812" y="80116"/>
                  <a:pt x="2453670" y="112588"/>
                </a:cubicBezTo>
                <a:cubicBezTo>
                  <a:pt x="2475176" y="117068"/>
                  <a:pt x="2500493" y="143552"/>
                  <a:pt x="2517368" y="129489"/>
                </a:cubicBezTo>
                <a:cubicBezTo>
                  <a:pt x="2530105" y="118875"/>
                  <a:pt x="2484128" y="128108"/>
                  <a:pt x="2467825" y="125088"/>
                </a:cubicBezTo>
                <a:cubicBezTo>
                  <a:pt x="2452171" y="122189"/>
                  <a:pt x="2384061" y="106535"/>
                  <a:pt x="2389020" y="111795"/>
                </a:cubicBezTo>
                <a:cubicBezTo>
                  <a:pt x="2416912" y="141377"/>
                  <a:pt x="2540360" y="149341"/>
                  <a:pt x="2579376" y="159860"/>
                </a:cubicBezTo>
                <a:cubicBezTo>
                  <a:pt x="2638554" y="175815"/>
                  <a:pt x="2693406" y="204863"/>
                  <a:pt x="2749978" y="228435"/>
                </a:cubicBezTo>
                <a:cubicBezTo>
                  <a:pt x="2788495" y="244484"/>
                  <a:pt x="2828899" y="257371"/>
                  <a:pt x="2865646" y="277556"/>
                </a:cubicBezTo>
                <a:cubicBezTo>
                  <a:pt x="2873477" y="281857"/>
                  <a:pt x="2937165" y="295216"/>
                  <a:pt x="2936106" y="296394"/>
                </a:cubicBezTo>
                <a:cubicBezTo>
                  <a:pt x="2908971" y="326544"/>
                  <a:pt x="2743457" y="334543"/>
                  <a:pt x="2690188" y="363913"/>
                </a:cubicBezTo>
                <a:cubicBezTo>
                  <a:pt x="2596834" y="415376"/>
                  <a:pt x="2497772" y="454362"/>
                  <a:pt x="2401270" y="501594"/>
                </a:cubicBezTo>
                <a:cubicBezTo>
                  <a:pt x="2329441" y="536750"/>
                  <a:pt x="2255311" y="598466"/>
                  <a:pt x="2176054" y="615591"/>
                </a:cubicBezTo>
                <a:cubicBezTo>
                  <a:pt x="2087710" y="634677"/>
                  <a:pt x="1951114" y="555691"/>
                  <a:pt x="1861683" y="541293"/>
                </a:cubicBezTo>
                <a:cubicBezTo>
                  <a:pt x="1607135" y="500316"/>
                  <a:pt x="1369158" y="452363"/>
                  <a:pt x="1112514" y="424038"/>
                </a:cubicBezTo>
                <a:cubicBezTo>
                  <a:pt x="887729" y="399234"/>
                  <a:pt x="691588" y="362790"/>
                  <a:pt x="467398" y="334245"/>
                </a:cubicBezTo>
                <a:cubicBezTo>
                  <a:pt x="373208" y="322253"/>
                  <a:pt x="61751" y="354843"/>
                  <a:pt x="67" y="279579"/>
                </a:cubicBezTo>
                <a:close/>
              </a:path>
            </a:pathLst>
          </a:custGeom>
          <a:gradFill>
            <a:gsLst>
              <a:gs pos="0">
                <a:srgbClr val="71C837"/>
              </a:gs>
              <a:gs pos="50000">
                <a:srgbClr val="71C837">
                  <a:alpha val="49804"/>
                </a:srgbClr>
              </a:gs>
              <a:gs pos="100000">
                <a:srgbClr val="71C837">
                  <a:alpha val="0"/>
                </a:srgbClr>
              </a:gs>
            </a:gsLst>
            <a:lin ang="5205722" scaled="1"/>
          </a:gra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92" name="任意多边形: 形状 291">
            <a:extLst>
              <a:ext uri="{FF2B5EF4-FFF2-40B4-BE49-F238E27FC236}">
                <a16:creationId xmlns:a16="http://schemas.microsoft.com/office/drawing/2014/main" id="{FE47A8A0-A8FF-82D1-EB7C-11C418DF15F8}"/>
              </a:ext>
            </a:extLst>
          </p:cNvPr>
          <p:cNvSpPr/>
          <p:nvPr/>
        </p:nvSpPr>
        <p:spPr>
          <a:xfrm>
            <a:off x="6626532" y="5085137"/>
            <a:ext cx="903818" cy="491123"/>
          </a:xfrm>
          <a:custGeom>
            <a:avLst/>
            <a:gdLst>
              <a:gd name="connsiteX0" fmla="*/ 67 w 903818"/>
              <a:gd name="connsiteY0" fmla="*/ 464299 h 491123"/>
              <a:gd name="connsiteX1" fmla="*/ 560735 w 903818"/>
              <a:gd name="connsiteY1" fmla="*/ 92684 h 491123"/>
              <a:gd name="connsiteX2" fmla="*/ 893877 w 903818"/>
              <a:gd name="connsiteY2" fmla="*/ -558 h 491123"/>
              <a:gd name="connsiteX3" fmla="*/ 903886 w 903818"/>
              <a:gd name="connsiteY3" fmla="*/ 12888 h 491123"/>
              <a:gd name="connsiteX4" fmla="*/ 75062 w 903818"/>
              <a:gd name="connsiteY4" fmla="*/ 490566 h 491123"/>
              <a:gd name="connsiteX5" fmla="*/ 67 w 903818"/>
              <a:gd name="connsiteY5" fmla="*/ 464298 h 491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3818" h="491123">
                <a:moveTo>
                  <a:pt x="67" y="464299"/>
                </a:moveTo>
                <a:cubicBezTo>
                  <a:pt x="67" y="464299"/>
                  <a:pt x="334553" y="186556"/>
                  <a:pt x="560735" y="92684"/>
                </a:cubicBezTo>
                <a:cubicBezTo>
                  <a:pt x="786916" y="-1187"/>
                  <a:pt x="893877" y="-558"/>
                  <a:pt x="893877" y="-558"/>
                </a:cubicBezTo>
                <a:lnTo>
                  <a:pt x="903886" y="12888"/>
                </a:lnTo>
                <a:cubicBezTo>
                  <a:pt x="903886" y="12888"/>
                  <a:pt x="369662" y="150449"/>
                  <a:pt x="75062" y="490566"/>
                </a:cubicBezTo>
                <a:cubicBezTo>
                  <a:pt x="31290" y="469651"/>
                  <a:pt x="67" y="464298"/>
                  <a:pt x="67" y="464298"/>
                </a:cubicBezTo>
                <a:close/>
              </a:path>
            </a:pathLst>
          </a:custGeom>
          <a:solidFill>
            <a:srgbClr val="EBE7AC"/>
          </a:solidFill>
          <a:ln w="862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299" name="任意多边形: 形状 298">
            <a:extLst>
              <a:ext uri="{FF2B5EF4-FFF2-40B4-BE49-F238E27FC236}">
                <a16:creationId xmlns:a16="http://schemas.microsoft.com/office/drawing/2014/main" id="{7A6225D4-8688-BD49-96D8-BAA1CC0F5535}"/>
              </a:ext>
            </a:extLst>
          </p:cNvPr>
          <p:cNvSpPr/>
          <p:nvPr/>
        </p:nvSpPr>
        <p:spPr>
          <a:xfrm>
            <a:off x="8758307" y="4711471"/>
            <a:ext cx="1018486" cy="299079"/>
          </a:xfrm>
          <a:custGeom>
            <a:avLst/>
            <a:gdLst>
              <a:gd name="connsiteX0" fmla="*/ 212758 w 1018486"/>
              <a:gd name="connsiteY0" fmla="*/ 271043 h 299079"/>
              <a:gd name="connsiteX1" fmla="*/ 193744 w 1018486"/>
              <a:gd name="connsiteY1" fmla="*/ 272980 h 299079"/>
              <a:gd name="connsiteX2" fmla="*/ 130362 w 1018486"/>
              <a:gd name="connsiteY2" fmla="*/ 267346 h 299079"/>
              <a:gd name="connsiteX3" fmla="*/ 98038 w 1018486"/>
              <a:gd name="connsiteY3" fmla="*/ 262240 h 299079"/>
              <a:gd name="connsiteX4" fmla="*/ 430 w 1018486"/>
              <a:gd name="connsiteY4" fmla="*/ 280726 h 299079"/>
              <a:gd name="connsiteX5" fmla="*/ 109235 w 1018486"/>
              <a:gd name="connsiteY5" fmla="*/ 190935 h 299079"/>
              <a:gd name="connsiteX6" fmla="*/ 143462 w 1018486"/>
              <a:gd name="connsiteY6" fmla="*/ 148857 h 299079"/>
              <a:gd name="connsiteX7" fmla="*/ 138602 w 1018486"/>
              <a:gd name="connsiteY7" fmla="*/ 122096 h 299079"/>
              <a:gd name="connsiteX8" fmla="*/ 145785 w 1018486"/>
              <a:gd name="connsiteY8" fmla="*/ 94279 h 299079"/>
              <a:gd name="connsiteX9" fmla="*/ 166067 w 1018486"/>
              <a:gd name="connsiteY9" fmla="*/ 6777 h 299079"/>
              <a:gd name="connsiteX10" fmla="*/ 165860 w 1018486"/>
              <a:gd name="connsiteY10" fmla="*/ 791 h 299079"/>
              <a:gd name="connsiteX11" fmla="*/ 210228 w 1018486"/>
              <a:gd name="connsiteY11" fmla="*/ 66461 h 299079"/>
              <a:gd name="connsiteX12" fmla="*/ 276566 w 1018486"/>
              <a:gd name="connsiteY12" fmla="*/ 68398 h 299079"/>
              <a:gd name="connsiteX13" fmla="*/ 301919 w 1018486"/>
              <a:gd name="connsiteY13" fmla="*/ 83011 h 299079"/>
              <a:gd name="connsiteX14" fmla="*/ 337836 w 1018486"/>
              <a:gd name="connsiteY14" fmla="*/ 75617 h 299079"/>
              <a:gd name="connsiteX15" fmla="*/ 369103 w 1018486"/>
              <a:gd name="connsiteY15" fmla="*/ 81602 h 299079"/>
              <a:gd name="connsiteX16" fmla="*/ 392133 w 1018486"/>
              <a:gd name="connsiteY16" fmla="*/ 43925 h 299079"/>
              <a:gd name="connsiteX17" fmla="*/ 428260 w 1018486"/>
              <a:gd name="connsiteY17" fmla="*/ 74736 h 299079"/>
              <a:gd name="connsiteX18" fmla="*/ 520586 w 1018486"/>
              <a:gd name="connsiteY18" fmla="*/ 112941 h 299079"/>
              <a:gd name="connsiteX19" fmla="*/ 563897 w 1018486"/>
              <a:gd name="connsiteY19" fmla="*/ 101497 h 299079"/>
              <a:gd name="connsiteX20" fmla="*/ 586292 w 1018486"/>
              <a:gd name="connsiteY20" fmla="*/ 90229 h 299079"/>
              <a:gd name="connsiteX21" fmla="*/ 613545 w 1018486"/>
              <a:gd name="connsiteY21" fmla="*/ 90582 h 299079"/>
              <a:gd name="connsiteX22" fmla="*/ 652841 w 1018486"/>
              <a:gd name="connsiteY22" fmla="*/ 64877 h 299079"/>
              <a:gd name="connsiteX23" fmla="*/ 694039 w 1018486"/>
              <a:gd name="connsiteY23" fmla="*/ 86180 h 299079"/>
              <a:gd name="connsiteX24" fmla="*/ 732280 w 1018486"/>
              <a:gd name="connsiteY24" fmla="*/ 67166 h 299079"/>
              <a:gd name="connsiteX25" fmla="*/ 790803 w 1018486"/>
              <a:gd name="connsiteY25" fmla="*/ 60124 h 299079"/>
              <a:gd name="connsiteX26" fmla="*/ 858198 w 1018486"/>
              <a:gd name="connsiteY26" fmla="*/ 82483 h 299079"/>
              <a:gd name="connsiteX27" fmla="*/ 943129 w 1018486"/>
              <a:gd name="connsiteY27" fmla="*/ 85653 h 299079"/>
              <a:gd name="connsiteX28" fmla="*/ 1001018 w 1018486"/>
              <a:gd name="connsiteY28" fmla="*/ 97801 h 299079"/>
              <a:gd name="connsiteX29" fmla="*/ 1007356 w 1018486"/>
              <a:gd name="connsiteY29" fmla="*/ 110301 h 299079"/>
              <a:gd name="connsiteX30" fmla="*/ 1018553 w 1018486"/>
              <a:gd name="connsiteY30" fmla="*/ 128083 h 299079"/>
              <a:gd name="connsiteX31" fmla="*/ 1009469 w 1018486"/>
              <a:gd name="connsiteY31" fmla="*/ 149386 h 299079"/>
              <a:gd name="connsiteX32" fmla="*/ 1004186 w 1018486"/>
              <a:gd name="connsiteY32" fmla="*/ 159070 h 299079"/>
              <a:gd name="connsiteX33" fmla="*/ 973764 w 1018486"/>
              <a:gd name="connsiteY33" fmla="*/ 161711 h 299079"/>
              <a:gd name="connsiteX34" fmla="*/ 779393 w 1018486"/>
              <a:gd name="connsiteY34" fmla="*/ 183014 h 299079"/>
              <a:gd name="connsiteX35" fmla="*/ 716224 w 1018486"/>
              <a:gd name="connsiteY35" fmla="*/ 184246 h 299079"/>
              <a:gd name="connsiteX36" fmla="*/ 638475 w 1018486"/>
              <a:gd name="connsiteY36" fmla="*/ 202732 h 299079"/>
              <a:gd name="connsiteX37" fmla="*/ 522699 w 1018486"/>
              <a:gd name="connsiteY37" fmla="*/ 222275 h 299079"/>
              <a:gd name="connsiteX38" fmla="*/ 372695 w 1018486"/>
              <a:gd name="connsiteY38" fmla="*/ 235128 h 299079"/>
              <a:gd name="connsiteX39" fmla="*/ 338047 w 1018486"/>
              <a:gd name="connsiteY39" fmla="*/ 244107 h 299079"/>
              <a:gd name="connsiteX40" fmla="*/ 212763 w 1018486"/>
              <a:gd name="connsiteY40" fmla="*/ 271044 h 299079"/>
              <a:gd name="connsiteX41" fmla="*/ 212758 w 1018486"/>
              <a:gd name="connsiteY41" fmla="*/ 271043 h 2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018486" h="299079">
                <a:moveTo>
                  <a:pt x="212758" y="271043"/>
                </a:moveTo>
                <a:cubicBezTo>
                  <a:pt x="206468" y="272125"/>
                  <a:pt x="200085" y="272358"/>
                  <a:pt x="193744" y="272980"/>
                </a:cubicBezTo>
                <a:cubicBezTo>
                  <a:pt x="114127" y="280784"/>
                  <a:pt x="104770" y="297995"/>
                  <a:pt x="130362" y="267346"/>
                </a:cubicBezTo>
                <a:cubicBezTo>
                  <a:pt x="183316" y="203929"/>
                  <a:pt x="101875" y="259705"/>
                  <a:pt x="98038" y="262240"/>
                </a:cubicBezTo>
                <a:cubicBezTo>
                  <a:pt x="-2902" y="328871"/>
                  <a:pt x="5927" y="283970"/>
                  <a:pt x="430" y="280726"/>
                </a:cubicBezTo>
                <a:cubicBezTo>
                  <a:pt x="-7300" y="276164"/>
                  <a:pt x="110866" y="204526"/>
                  <a:pt x="109235" y="190935"/>
                </a:cubicBezTo>
                <a:cubicBezTo>
                  <a:pt x="106497" y="168114"/>
                  <a:pt x="137503" y="158788"/>
                  <a:pt x="143462" y="148857"/>
                </a:cubicBezTo>
                <a:cubicBezTo>
                  <a:pt x="147903" y="141454"/>
                  <a:pt x="139380" y="129227"/>
                  <a:pt x="138602" y="122096"/>
                </a:cubicBezTo>
                <a:cubicBezTo>
                  <a:pt x="137618" y="113077"/>
                  <a:pt x="144725" y="103114"/>
                  <a:pt x="145785" y="94279"/>
                </a:cubicBezTo>
                <a:cubicBezTo>
                  <a:pt x="149793" y="60879"/>
                  <a:pt x="144690" y="33498"/>
                  <a:pt x="166067" y="6777"/>
                </a:cubicBezTo>
                <a:cubicBezTo>
                  <a:pt x="167315" y="5218"/>
                  <a:pt x="164141" y="1812"/>
                  <a:pt x="165860" y="791"/>
                </a:cubicBezTo>
                <a:cubicBezTo>
                  <a:pt x="185532" y="-10918"/>
                  <a:pt x="171321" y="57197"/>
                  <a:pt x="210228" y="66461"/>
                </a:cubicBezTo>
                <a:cubicBezTo>
                  <a:pt x="230736" y="71344"/>
                  <a:pt x="255106" y="64820"/>
                  <a:pt x="276566" y="68398"/>
                </a:cubicBezTo>
                <a:cubicBezTo>
                  <a:pt x="285364" y="69864"/>
                  <a:pt x="292483" y="80728"/>
                  <a:pt x="301919" y="83011"/>
                </a:cubicBezTo>
                <a:cubicBezTo>
                  <a:pt x="315026" y="86182"/>
                  <a:pt x="323804" y="76347"/>
                  <a:pt x="337836" y="75617"/>
                </a:cubicBezTo>
                <a:cubicBezTo>
                  <a:pt x="348389" y="75065"/>
                  <a:pt x="358393" y="84081"/>
                  <a:pt x="369103" y="81602"/>
                </a:cubicBezTo>
                <a:cubicBezTo>
                  <a:pt x="397560" y="75016"/>
                  <a:pt x="356694" y="38019"/>
                  <a:pt x="392133" y="43925"/>
                </a:cubicBezTo>
                <a:cubicBezTo>
                  <a:pt x="408416" y="46639"/>
                  <a:pt x="413999" y="65228"/>
                  <a:pt x="428260" y="74736"/>
                </a:cubicBezTo>
                <a:cubicBezTo>
                  <a:pt x="439554" y="82265"/>
                  <a:pt x="512332" y="115889"/>
                  <a:pt x="520586" y="112941"/>
                </a:cubicBezTo>
                <a:cubicBezTo>
                  <a:pt x="534122" y="108106"/>
                  <a:pt x="549920" y="106350"/>
                  <a:pt x="563897" y="101497"/>
                </a:cubicBezTo>
                <a:cubicBezTo>
                  <a:pt x="570803" y="99099"/>
                  <a:pt x="580046" y="91052"/>
                  <a:pt x="586292" y="90229"/>
                </a:cubicBezTo>
                <a:cubicBezTo>
                  <a:pt x="594654" y="89129"/>
                  <a:pt x="606044" y="92367"/>
                  <a:pt x="613545" y="90582"/>
                </a:cubicBezTo>
                <a:cubicBezTo>
                  <a:pt x="628193" y="87095"/>
                  <a:pt x="635169" y="66010"/>
                  <a:pt x="652841" y="64877"/>
                </a:cubicBezTo>
                <a:cubicBezTo>
                  <a:pt x="690233" y="62481"/>
                  <a:pt x="661963" y="88853"/>
                  <a:pt x="694039" y="86180"/>
                </a:cubicBezTo>
                <a:cubicBezTo>
                  <a:pt x="708416" y="84983"/>
                  <a:pt x="718633" y="71904"/>
                  <a:pt x="732280" y="67166"/>
                </a:cubicBezTo>
                <a:cubicBezTo>
                  <a:pt x="745278" y="62653"/>
                  <a:pt x="776681" y="60124"/>
                  <a:pt x="790803" y="60124"/>
                </a:cubicBezTo>
                <a:cubicBezTo>
                  <a:pt x="819507" y="60124"/>
                  <a:pt x="832236" y="76302"/>
                  <a:pt x="858198" y="82483"/>
                </a:cubicBezTo>
                <a:cubicBezTo>
                  <a:pt x="887527" y="89466"/>
                  <a:pt x="914713" y="79513"/>
                  <a:pt x="943129" y="85653"/>
                </a:cubicBezTo>
                <a:cubicBezTo>
                  <a:pt x="963008" y="89947"/>
                  <a:pt x="984372" y="81156"/>
                  <a:pt x="1001018" y="97801"/>
                </a:cubicBezTo>
                <a:cubicBezTo>
                  <a:pt x="1002563" y="99346"/>
                  <a:pt x="1004744" y="107035"/>
                  <a:pt x="1007356" y="110301"/>
                </a:cubicBezTo>
                <a:cubicBezTo>
                  <a:pt x="1011612" y="115620"/>
                  <a:pt x="1018553" y="120830"/>
                  <a:pt x="1018553" y="128083"/>
                </a:cubicBezTo>
                <a:cubicBezTo>
                  <a:pt x="1018553" y="139157"/>
                  <a:pt x="1016170" y="140610"/>
                  <a:pt x="1009469" y="149386"/>
                </a:cubicBezTo>
                <a:cubicBezTo>
                  <a:pt x="1008158" y="151102"/>
                  <a:pt x="1024392" y="158038"/>
                  <a:pt x="1004186" y="159070"/>
                </a:cubicBezTo>
                <a:cubicBezTo>
                  <a:pt x="994043" y="159587"/>
                  <a:pt x="983915" y="161534"/>
                  <a:pt x="973764" y="161711"/>
                </a:cubicBezTo>
                <a:cubicBezTo>
                  <a:pt x="907962" y="162853"/>
                  <a:pt x="844455" y="174798"/>
                  <a:pt x="779393" y="183014"/>
                </a:cubicBezTo>
                <a:cubicBezTo>
                  <a:pt x="758253" y="185683"/>
                  <a:pt x="736634" y="181658"/>
                  <a:pt x="716224" y="184246"/>
                </a:cubicBezTo>
                <a:cubicBezTo>
                  <a:pt x="690256" y="187539"/>
                  <a:pt x="664295" y="197669"/>
                  <a:pt x="638475" y="202732"/>
                </a:cubicBezTo>
                <a:cubicBezTo>
                  <a:pt x="600223" y="210233"/>
                  <a:pt x="561180" y="215861"/>
                  <a:pt x="522699" y="222275"/>
                </a:cubicBezTo>
                <a:cubicBezTo>
                  <a:pt x="473367" y="230497"/>
                  <a:pt x="422297" y="232696"/>
                  <a:pt x="372695" y="235128"/>
                </a:cubicBezTo>
                <a:cubicBezTo>
                  <a:pt x="361155" y="235696"/>
                  <a:pt x="349368" y="241672"/>
                  <a:pt x="338047" y="244107"/>
                </a:cubicBezTo>
                <a:cubicBezTo>
                  <a:pt x="308452" y="250471"/>
                  <a:pt x="274317" y="252211"/>
                  <a:pt x="212763" y="271044"/>
                </a:cubicBezTo>
                <a:lnTo>
                  <a:pt x="212758" y="271043"/>
                </a:lnTo>
                <a:close/>
              </a:path>
            </a:pathLst>
          </a:custGeom>
          <a:gradFill>
            <a:gsLst>
              <a:gs pos="0">
                <a:srgbClr val="71C837"/>
              </a:gs>
              <a:gs pos="50000">
                <a:srgbClr val="71C837">
                  <a:alpha val="49804"/>
                </a:srgbClr>
              </a:gs>
              <a:gs pos="100000">
                <a:srgbClr val="71C837">
                  <a:alpha val="0"/>
                </a:srgbClr>
              </a:gs>
            </a:gsLst>
            <a:lin ang="0" scaled="1"/>
          </a:gradFill>
          <a:ln w="862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0" name="任意多边形: 形状 299">
            <a:extLst>
              <a:ext uri="{FF2B5EF4-FFF2-40B4-BE49-F238E27FC236}">
                <a16:creationId xmlns:a16="http://schemas.microsoft.com/office/drawing/2014/main" id="{4F988F06-3396-94C2-9809-02ADE07D8E0D}"/>
              </a:ext>
            </a:extLst>
          </p:cNvPr>
          <p:cNvSpPr/>
          <p:nvPr/>
        </p:nvSpPr>
        <p:spPr>
          <a:xfrm>
            <a:off x="9133885" y="4769111"/>
            <a:ext cx="602361" cy="177345"/>
          </a:xfrm>
          <a:custGeom>
            <a:avLst/>
            <a:gdLst>
              <a:gd name="connsiteX0" fmla="*/ 52890 w 602361"/>
              <a:gd name="connsiteY0" fmla="*/ 176430 h 177345"/>
              <a:gd name="connsiteX1" fmla="*/ 5353 w 602361"/>
              <a:gd name="connsiteY1" fmla="*/ 132591 h 177345"/>
              <a:gd name="connsiteX2" fmla="*/ 71 w 602361"/>
              <a:gd name="connsiteY2" fmla="*/ 124669 h 177345"/>
              <a:gd name="connsiteX3" fmla="*/ 40424 w 602361"/>
              <a:gd name="connsiteY3" fmla="*/ 88224 h 177345"/>
              <a:gd name="connsiteX4" fmla="*/ 30283 w 602361"/>
              <a:gd name="connsiteY4" fmla="*/ 68329 h 177345"/>
              <a:gd name="connsiteX5" fmla="*/ 46340 w 602361"/>
              <a:gd name="connsiteY5" fmla="*/ 31533 h 177345"/>
              <a:gd name="connsiteX6" fmla="*/ 42959 w 602361"/>
              <a:gd name="connsiteY6" fmla="*/ 3539 h 177345"/>
              <a:gd name="connsiteX7" fmla="*/ 41692 w 602361"/>
              <a:gd name="connsiteY7" fmla="*/ -334 h 177345"/>
              <a:gd name="connsiteX8" fmla="*/ 85002 w 602361"/>
              <a:gd name="connsiteY8" fmla="*/ 40688 h 177345"/>
              <a:gd name="connsiteX9" fmla="*/ 119017 w 602361"/>
              <a:gd name="connsiteY9" fmla="*/ 39456 h 177345"/>
              <a:gd name="connsiteX10" fmla="*/ 160215 w 602361"/>
              <a:gd name="connsiteY10" fmla="*/ 65689 h 177345"/>
              <a:gd name="connsiteX11" fmla="*/ 166131 w 602361"/>
              <a:gd name="connsiteY11" fmla="*/ 58998 h 177345"/>
              <a:gd name="connsiteX12" fmla="*/ 186201 w 602361"/>
              <a:gd name="connsiteY12" fmla="*/ 62519 h 177345"/>
              <a:gd name="connsiteX13" fmla="*/ 225286 w 602361"/>
              <a:gd name="connsiteY13" fmla="*/ 36286 h 177345"/>
              <a:gd name="connsiteX14" fmla="*/ 252330 w 602361"/>
              <a:gd name="connsiteY14" fmla="*/ 28716 h 177345"/>
              <a:gd name="connsiteX15" fmla="*/ 257611 w 602361"/>
              <a:gd name="connsiteY15" fmla="*/ 11814 h 177345"/>
              <a:gd name="connsiteX16" fmla="*/ 284231 w 602361"/>
              <a:gd name="connsiteY16" fmla="*/ 30829 h 177345"/>
              <a:gd name="connsiteX17" fmla="*/ 344866 w 602361"/>
              <a:gd name="connsiteY17" fmla="*/ 44914 h 177345"/>
              <a:gd name="connsiteX18" fmla="*/ 414798 w 602361"/>
              <a:gd name="connsiteY18" fmla="*/ 65337 h 177345"/>
              <a:gd name="connsiteX19" fmla="*/ 435502 w 602361"/>
              <a:gd name="connsiteY19" fmla="*/ 58998 h 177345"/>
              <a:gd name="connsiteX20" fmla="*/ 472052 w 602361"/>
              <a:gd name="connsiteY20" fmla="*/ 65689 h 177345"/>
              <a:gd name="connsiteX21" fmla="*/ 503320 w 602361"/>
              <a:gd name="connsiteY21" fmla="*/ 67625 h 177345"/>
              <a:gd name="connsiteX22" fmla="*/ 593110 w 602361"/>
              <a:gd name="connsiteY22" fmla="*/ 67625 h 177345"/>
              <a:gd name="connsiteX23" fmla="*/ 594801 w 602361"/>
              <a:gd name="connsiteY23" fmla="*/ 75019 h 177345"/>
              <a:gd name="connsiteX24" fmla="*/ 602407 w 602361"/>
              <a:gd name="connsiteY24" fmla="*/ 83647 h 177345"/>
              <a:gd name="connsiteX25" fmla="*/ 569025 w 602361"/>
              <a:gd name="connsiteY25" fmla="*/ 96851 h 177345"/>
              <a:gd name="connsiteX26" fmla="*/ 409938 w 602361"/>
              <a:gd name="connsiteY26" fmla="*/ 119387 h 177345"/>
              <a:gd name="connsiteX27" fmla="*/ 363670 w 602361"/>
              <a:gd name="connsiteY27" fmla="*/ 112168 h 177345"/>
              <a:gd name="connsiteX28" fmla="*/ 273246 w 602361"/>
              <a:gd name="connsiteY28" fmla="*/ 130478 h 177345"/>
              <a:gd name="connsiteX29" fmla="*/ 183877 w 602361"/>
              <a:gd name="connsiteY29" fmla="*/ 147204 h 177345"/>
              <a:gd name="connsiteX30" fmla="*/ 131694 w 602361"/>
              <a:gd name="connsiteY30" fmla="*/ 170444 h 177345"/>
              <a:gd name="connsiteX31" fmla="*/ 52890 w 602361"/>
              <a:gd name="connsiteY31" fmla="*/ 176430 h 17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02361" h="177345">
                <a:moveTo>
                  <a:pt x="52890" y="176430"/>
                </a:moveTo>
                <a:cubicBezTo>
                  <a:pt x="26265" y="162334"/>
                  <a:pt x="13134" y="160381"/>
                  <a:pt x="5353" y="132591"/>
                </a:cubicBezTo>
                <a:cubicBezTo>
                  <a:pt x="4965" y="131195"/>
                  <a:pt x="-107" y="125333"/>
                  <a:pt x="71" y="124669"/>
                </a:cubicBezTo>
                <a:cubicBezTo>
                  <a:pt x="3053" y="113487"/>
                  <a:pt x="35019" y="97233"/>
                  <a:pt x="40424" y="88224"/>
                </a:cubicBezTo>
                <a:cubicBezTo>
                  <a:pt x="40510" y="88121"/>
                  <a:pt x="30519" y="70882"/>
                  <a:pt x="30283" y="68329"/>
                </a:cubicBezTo>
                <a:cubicBezTo>
                  <a:pt x="28995" y="54378"/>
                  <a:pt x="42077" y="43374"/>
                  <a:pt x="46340" y="31533"/>
                </a:cubicBezTo>
                <a:cubicBezTo>
                  <a:pt x="49154" y="23714"/>
                  <a:pt x="43904" y="11413"/>
                  <a:pt x="42959" y="3539"/>
                </a:cubicBezTo>
                <a:cubicBezTo>
                  <a:pt x="42795" y="2191"/>
                  <a:pt x="40992" y="-1499"/>
                  <a:pt x="41692" y="-334"/>
                </a:cubicBezTo>
                <a:cubicBezTo>
                  <a:pt x="45813" y="6535"/>
                  <a:pt x="77900" y="39137"/>
                  <a:pt x="85002" y="40688"/>
                </a:cubicBezTo>
                <a:cubicBezTo>
                  <a:pt x="95314" y="42938"/>
                  <a:pt x="109322" y="35416"/>
                  <a:pt x="119017" y="39456"/>
                </a:cubicBezTo>
                <a:cubicBezTo>
                  <a:pt x="125861" y="42307"/>
                  <a:pt x="150511" y="69364"/>
                  <a:pt x="160215" y="65689"/>
                </a:cubicBezTo>
                <a:cubicBezTo>
                  <a:pt x="163066" y="64609"/>
                  <a:pt x="163774" y="59840"/>
                  <a:pt x="166131" y="58998"/>
                </a:cubicBezTo>
                <a:cubicBezTo>
                  <a:pt x="173260" y="56452"/>
                  <a:pt x="178079" y="65058"/>
                  <a:pt x="186201" y="62519"/>
                </a:cubicBezTo>
                <a:cubicBezTo>
                  <a:pt x="199745" y="58287"/>
                  <a:pt x="212712" y="43907"/>
                  <a:pt x="225286" y="36286"/>
                </a:cubicBezTo>
                <a:cubicBezTo>
                  <a:pt x="232916" y="31663"/>
                  <a:pt x="243934" y="33526"/>
                  <a:pt x="252330" y="28716"/>
                </a:cubicBezTo>
                <a:cubicBezTo>
                  <a:pt x="255990" y="26619"/>
                  <a:pt x="253011" y="11814"/>
                  <a:pt x="257611" y="11814"/>
                </a:cubicBezTo>
                <a:cubicBezTo>
                  <a:pt x="282236" y="11814"/>
                  <a:pt x="270335" y="23108"/>
                  <a:pt x="284231" y="30829"/>
                </a:cubicBezTo>
                <a:cubicBezTo>
                  <a:pt x="302445" y="40947"/>
                  <a:pt x="326535" y="36581"/>
                  <a:pt x="344866" y="44914"/>
                </a:cubicBezTo>
                <a:cubicBezTo>
                  <a:pt x="362349" y="52860"/>
                  <a:pt x="395970" y="64160"/>
                  <a:pt x="414798" y="65337"/>
                </a:cubicBezTo>
                <a:cubicBezTo>
                  <a:pt x="424248" y="65932"/>
                  <a:pt x="429148" y="59961"/>
                  <a:pt x="435502" y="58998"/>
                </a:cubicBezTo>
                <a:cubicBezTo>
                  <a:pt x="449228" y="56918"/>
                  <a:pt x="459758" y="62637"/>
                  <a:pt x="472052" y="65689"/>
                </a:cubicBezTo>
                <a:cubicBezTo>
                  <a:pt x="476942" y="66902"/>
                  <a:pt x="502040" y="65318"/>
                  <a:pt x="503320" y="67625"/>
                </a:cubicBezTo>
                <a:cubicBezTo>
                  <a:pt x="510704" y="80959"/>
                  <a:pt x="573612" y="67625"/>
                  <a:pt x="593110" y="67625"/>
                </a:cubicBezTo>
                <a:cubicBezTo>
                  <a:pt x="595640" y="67625"/>
                  <a:pt x="593197" y="73084"/>
                  <a:pt x="594801" y="75019"/>
                </a:cubicBezTo>
                <a:cubicBezTo>
                  <a:pt x="595302" y="75614"/>
                  <a:pt x="602878" y="83254"/>
                  <a:pt x="602407" y="83647"/>
                </a:cubicBezTo>
                <a:cubicBezTo>
                  <a:pt x="594098" y="90571"/>
                  <a:pt x="579169" y="93301"/>
                  <a:pt x="569025" y="96851"/>
                </a:cubicBezTo>
                <a:cubicBezTo>
                  <a:pt x="518464" y="114548"/>
                  <a:pt x="463980" y="122662"/>
                  <a:pt x="409938" y="119387"/>
                </a:cubicBezTo>
                <a:cubicBezTo>
                  <a:pt x="394301" y="118439"/>
                  <a:pt x="379473" y="112644"/>
                  <a:pt x="363670" y="112168"/>
                </a:cubicBezTo>
                <a:cubicBezTo>
                  <a:pt x="336684" y="111357"/>
                  <a:pt x="296857" y="119087"/>
                  <a:pt x="273246" y="130478"/>
                </a:cubicBezTo>
                <a:cubicBezTo>
                  <a:pt x="245576" y="143828"/>
                  <a:pt x="212849" y="138847"/>
                  <a:pt x="183877" y="147204"/>
                </a:cubicBezTo>
                <a:cubicBezTo>
                  <a:pt x="165540" y="152494"/>
                  <a:pt x="149468" y="164684"/>
                  <a:pt x="131694" y="170444"/>
                </a:cubicBezTo>
                <a:cubicBezTo>
                  <a:pt x="119510" y="174392"/>
                  <a:pt x="94622" y="177946"/>
                  <a:pt x="52890" y="176430"/>
                </a:cubicBezTo>
                <a:close/>
              </a:path>
            </a:pathLst>
          </a:custGeom>
          <a:gradFill flip="none" rotWithShape="1">
            <a:gsLst>
              <a:gs pos="0">
                <a:srgbClr val="2E8F5C"/>
              </a:gs>
              <a:gs pos="100000">
                <a:srgbClr val="61AE6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1FD904DF-3F50-9819-6A73-D43AFEF28D0D}"/>
              </a:ext>
            </a:extLst>
          </p:cNvPr>
          <p:cNvSpPr/>
          <p:nvPr/>
        </p:nvSpPr>
        <p:spPr>
          <a:xfrm>
            <a:off x="0" y="4542970"/>
            <a:ext cx="5105535" cy="2315030"/>
          </a:xfrm>
          <a:custGeom>
            <a:avLst/>
            <a:gdLst>
              <a:gd name="connsiteX0" fmla="*/ 316722 w 5105535"/>
              <a:gd name="connsiteY0" fmla="*/ 0 h 2315030"/>
              <a:gd name="connsiteX1" fmla="*/ 5105535 w 5105535"/>
              <a:gd name="connsiteY1" fmla="*/ 1637298 h 2315030"/>
              <a:gd name="connsiteX2" fmla="*/ 4773367 w 5105535"/>
              <a:gd name="connsiteY2" fmla="*/ 2237655 h 2315030"/>
              <a:gd name="connsiteX3" fmla="*/ 4674379 w 5105535"/>
              <a:gd name="connsiteY3" fmla="*/ 2315030 h 2315030"/>
              <a:gd name="connsiteX4" fmla="*/ 0 w 5105535"/>
              <a:gd name="connsiteY4" fmla="*/ 2315030 h 2315030"/>
              <a:gd name="connsiteX5" fmla="*/ 0 w 5105535"/>
              <a:gd name="connsiteY5" fmla="*/ 5468 h 2315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05535" h="2315030">
                <a:moveTo>
                  <a:pt x="316722" y="0"/>
                </a:moveTo>
                <a:cubicBezTo>
                  <a:pt x="2961510" y="0"/>
                  <a:pt x="5105535" y="733043"/>
                  <a:pt x="5105535" y="1637298"/>
                </a:cubicBezTo>
                <a:cubicBezTo>
                  <a:pt x="5105535" y="1849233"/>
                  <a:pt x="4987761" y="2051763"/>
                  <a:pt x="4773367" y="2237655"/>
                </a:cubicBezTo>
                <a:lnTo>
                  <a:pt x="4674379" y="2315030"/>
                </a:lnTo>
                <a:lnTo>
                  <a:pt x="0" y="2315030"/>
                </a:lnTo>
                <a:lnTo>
                  <a:pt x="0" y="5468"/>
                </a:lnTo>
                <a:close/>
              </a:path>
            </a:pathLst>
          </a:custGeom>
          <a:gradFill flip="none" rotWithShape="1">
            <a:gsLst>
              <a:gs pos="0">
                <a:srgbClr val="2E8F5C"/>
              </a:gs>
              <a:gs pos="100000">
                <a:srgbClr val="61AE6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25" name="任意多边形: 形状 324">
            <a:extLst>
              <a:ext uri="{FF2B5EF4-FFF2-40B4-BE49-F238E27FC236}">
                <a16:creationId xmlns:a16="http://schemas.microsoft.com/office/drawing/2014/main" id="{CB7E78AD-DDDE-5853-A994-9B0353619681}"/>
              </a:ext>
            </a:extLst>
          </p:cNvPr>
          <p:cNvSpPr/>
          <p:nvPr/>
        </p:nvSpPr>
        <p:spPr>
          <a:xfrm rot="21360458">
            <a:off x="6940351" y="5371581"/>
            <a:ext cx="2472161" cy="426899"/>
          </a:xfrm>
          <a:custGeom>
            <a:avLst/>
            <a:gdLst>
              <a:gd name="connsiteX0" fmla="*/ 1539034 w 2472161"/>
              <a:gd name="connsiteY0" fmla="*/ -398 h 426899"/>
              <a:gd name="connsiteX1" fmla="*/ 1279553 w 2472161"/>
              <a:gd name="connsiteY1" fmla="*/ 32475 h 426899"/>
              <a:gd name="connsiteX2" fmla="*/ 1154529 w 2472161"/>
              <a:gd name="connsiteY2" fmla="*/ 11458 h 426899"/>
              <a:gd name="connsiteX3" fmla="*/ 1081508 w 2472161"/>
              <a:gd name="connsiteY3" fmla="*/ 34630 h 426899"/>
              <a:gd name="connsiteX4" fmla="*/ 976695 w 2472161"/>
              <a:gd name="connsiteY4" fmla="*/ 21427 h 426899"/>
              <a:gd name="connsiteX5" fmla="*/ 958911 w 2472161"/>
              <a:gd name="connsiteY5" fmla="*/ 62383 h 426899"/>
              <a:gd name="connsiteX6" fmla="*/ 897188 w 2472161"/>
              <a:gd name="connsiteY6" fmla="*/ 88146 h 426899"/>
              <a:gd name="connsiteX7" fmla="*/ 801117 w 2472161"/>
              <a:gd name="connsiteY7" fmla="*/ 72942 h 426899"/>
              <a:gd name="connsiteX8" fmla="*/ 757901 w 2472161"/>
              <a:gd name="connsiteY8" fmla="*/ 56186 h 426899"/>
              <a:gd name="connsiteX9" fmla="*/ 734846 w 2472161"/>
              <a:gd name="connsiteY9" fmla="*/ 88239 h 426899"/>
              <a:gd name="connsiteX10" fmla="*/ 685149 w 2472161"/>
              <a:gd name="connsiteY10" fmla="*/ 87489 h 426899"/>
              <a:gd name="connsiteX11" fmla="*/ 590208 w 2472161"/>
              <a:gd name="connsiteY11" fmla="*/ 46718 h 426899"/>
              <a:gd name="connsiteX12" fmla="*/ 552311 w 2472161"/>
              <a:gd name="connsiteY12" fmla="*/ 27085 h 426899"/>
              <a:gd name="connsiteX13" fmla="*/ 521325 w 2472161"/>
              <a:gd name="connsiteY13" fmla="*/ 98219 h 426899"/>
              <a:gd name="connsiteX14" fmla="*/ 483189 w 2472161"/>
              <a:gd name="connsiteY14" fmla="*/ 129149 h 426899"/>
              <a:gd name="connsiteX15" fmla="*/ 429627 w 2472161"/>
              <a:gd name="connsiteY15" fmla="*/ 169004 h 426899"/>
              <a:gd name="connsiteX16" fmla="*/ 347749 w 2472161"/>
              <a:gd name="connsiteY16" fmla="*/ 156373 h 426899"/>
              <a:gd name="connsiteX17" fmla="*/ 266339 w 2472161"/>
              <a:gd name="connsiteY17" fmla="*/ 142138 h 426899"/>
              <a:gd name="connsiteX18" fmla="*/ 243970 w 2472161"/>
              <a:gd name="connsiteY18" fmla="*/ 164947 h 426899"/>
              <a:gd name="connsiteX19" fmla="*/ 228919 w 2472161"/>
              <a:gd name="connsiteY19" fmla="*/ 190925 h 426899"/>
              <a:gd name="connsiteX20" fmla="*/ 188697 w 2472161"/>
              <a:gd name="connsiteY20" fmla="*/ 209352 h 426899"/>
              <a:gd name="connsiteX21" fmla="*/ 85064 w 2472161"/>
              <a:gd name="connsiteY21" fmla="*/ 295335 h 426899"/>
              <a:gd name="connsiteX22" fmla="*/ 10977 w 2472161"/>
              <a:gd name="connsiteY22" fmla="*/ 334623 h 426899"/>
              <a:gd name="connsiteX23" fmla="*/ 27159 w 2472161"/>
              <a:gd name="connsiteY23" fmla="*/ 423709 h 426899"/>
              <a:gd name="connsiteX24" fmla="*/ 96485 w 2472161"/>
              <a:gd name="connsiteY24" fmla="*/ 408718 h 426899"/>
              <a:gd name="connsiteX25" fmla="*/ 530664 w 2472161"/>
              <a:gd name="connsiteY25" fmla="*/ 306716 h 426899"/>
              <a:gd name="connsiteX26" fmla="*/ 1095601 w 2472161"/>
              <a:gd name="connsiteY26" fmla="*/ 210396 h 426899"/>
              <a:gd name="connsiteX27" fmla="*/ 1461637 w 2472161"/>
              <a:gd name="connsiteY27" fmla="*/ 174383 h 426899"/>
              <a:gd name="connsiteX28" fmla="*/ 1830716 w 2472161"/>
              <a:gd name="connsiteY28" fmla="*/ 140750 h 426899"/>
              <a:gd name="connsiteX29" fmla="*/ 2185853 w 2472161"/>
              <a:gd name="connsiteY29" fmla="*/ 122961 h 426899"/>
              <a:gd name="connsiteX30" fmla="*/ 2468097 w 2472161"/>
              <a:gd name="connsiteY30" fmla="*/ 145370 h 426899"/>
              <a:gd name="connsiteX31" fmla="*/ 2461090 w 2472161"/>
              <a:gd name="connsiteY31" fmla="*/ 129203 h 426899"/>
              <a:gd name="connsiteX32" fmla="*/ 2215836 w 2472161"/>
              <a:gd name="connsiteY32" fmla="*/ 63165 h 426899"/>
              <a:gd name="connsiteX33" fmla="*/ 2009995 w 2472161"/>
              <a:gd name="connsiteY33" fmla="*/ 50241 h 426899"/>
              <a:gd name="connsiteX34" fmla="*/ 1856285 w 2472161"/>
              <a:gd name="connsiteY34" fmla="*/ 23146 h 426899"/>
              <a:gd name="connsiteX35" fmla="*/ 1665860 w 2472161"/>
              <a:gd name="connsiteY35" fmla="*/ 14735 h 426899"/>
              <a:gd name="connsiteX36" fmla="*/ 1539042 w 2472161"/>
              <a:gd name="connsiteY36" fmla="*/ -401 h 426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2472161" h="426899">
                <a:moveTo>
                  <a:pt x="1539034" y="-398"/>
                </a:moveTo>
                <a:cubicBezTo>
                  <a:pt x="1452129" y="7089"/>
                  <a:pt x="1367708" y="40634"/>
                  <a:pt x="1279553" y="32475"/>
                </a:cubicBezTo>
                <a:cubicBezTo>
                  <a:pt x="1237366" y="28858"/>
                  <a:pt x="1196251" y="18171"/>
                  <a:pt x="1154529" y="11458"/>
                </a:cubicBezTo>
                <a:cubicBezTo>
                  <a:pt x="1129504" y="17048"/>
                  <a:pt x="1108716" y="39832"/>
                  <a:pt x="1081508" y="34630"/>
                </a:cubicBezTo>
                <a:cubicBezTo>
                  <a:pt x="1046032" y="34449"/>
                  <a:pt x="1012462" y="11084"/>
                  <a:pt x="976695" y="21427"/>
                </a:cubicBezTo>
                <a:cubicBezTo>
                  <a:pt x="961591" y="28984"/>
                  <a:pt x="960938" y="47755"/>
                  <a:pt x="958911" y="62383"/>
                </a:cubicBezTo>
                <a:cubicBezTo>
                  <a:pt x="943284" y="80585"/>
                  <a:pt x="916345" y="76287"/>
                  <a:pt x="897188" y="88146"/>
                </a:cubicBezTo>
                <a:cubicBezTo>
                  <a:pt x="865412" y="99464"/>
                  <a:pt x="826549" y="97011"/>
                  <a:pt x="801117" y="72942"/>
                </a:cubicBezTo>
                <a:cubicBezTo>
                  <a:pt x="789486" y="63012"/>
                  <a:pt x="774423" y="48234"/>
                  <a:pt x="757901" y="56186"/>
                </a:cubicBezTo>
                <a:cubicBezTo>
                  <a:pt x="744589" y="61573"/>
                  <a:pt x="739904" y="76303"/>
                  <a:pt x="734846" y="88239"/>
                </a:cubicBezTo>
                <a:cubicBezTo>
                  <a:pt x="721956" y="103052"/>
                  <a:pt x="699306" y="97031"/>
                  <a:pt x="685149" y="87489"/>
                </a:cubicBezTo>
                <a:cubicBezTo>
                  <a:pt x="653172" y="75204"/>
                  <a:pt x="614098" y="74443"/>
                  <a:pt x="590208" y="46718"/>
                </a:cubicBezTo>
                <a:cubicBezTo>
                  <a:pt x="581553" y="35427"/>
                  <a:pt x="568137" y="20480"/>
                  <a:pt x="552311" y="27085"/>
                </a:cubicBezTo>
                <a:cubicBezTo>
                  <a:pt x="526769" y="39907"/>
                  <a:pt x="517296" y="71471"/>
                  <a:pt x="521325" y="98219"/>
                </a:cubicBezTo>
                <a:cubicBezTo>
                  <a:pt x="518928" y="117053"/>
                  <a:pt x="498210" y="123263"/>
                  <a:pt x="483189" y="129149"/>
                </a:cubicBezTo>
                <a:cubicBezTo>
                  <a:pt x="464152" y="140778"/>
                  <a:pt x="454477" y="167790"/>
                  <a:pt x="429627" y="169004"/>
                </a:cubicBezTo>
                <a:cubicBezTo>
                  <a:pt x="401837" y="168314"/>
                  <a:pt x="375637" y="156545"/>
                  <a:pt x="347749" y="156373"/>
                </a:cubicBezTo>
                <a:cubicBezTo>
                  <a:pt x="320184" y="154441"/>
                  <a:pt x="293337" y="147137"/>
                  <a:pt x="266339" y="142138"/>
                </a:cubicBezTo>
                <a:cubicBezTo>
                  <a:pt x="253708" y="140723"/>
                  <a:pt x="241153" y="151867"/>
                  <a:pt x="243970" y="164947"/>
                </a:cubicBezTo>
                <a:cubicBezTo>
                  <a:pt x="244410" y="175523"/>
                  <a:pt x="241775" y="189672"/>
                  <a:pt x="228919" y="190925"/>
                </a:cubicBezTo>
                <a:cubicBezTo>
                  <a:pt x="214605" y="194676"/>
                  <a:pt x="198450" y="197089"/>
                  <a:pt x="188697" y="209352"/>
                </a:cubicBezTo>
                <a:cubicBezTo>
                  <a:pt x="153864" y="237434"/>
                  <a:pt x="129070" y="279980"/>
                  <a:pt x="85064" y="295335"/>
                </a:cubicBezTo>
                <a:cubicBezTo>
                  <a:pt x="58504" y="303621"/>
                  <a:pt x="26689" y="308812"/>
                  <a:pt x="10977" y="334623"/>
                </a:cubicBezTo>
                <a:cubicBezTo>
                  <a:pt x="-7594" y="362201"/>
                  <a:pt x="-2622" y="405930"/>
                  <a:pt x="27159" y="423709"/>
                </a:cubicBezTo>
                <a:cubicBezTo>
                  <a:pt x="51464" y="433227"/>
                  <a:pt x="73746" y="414300"/>
                  <a:pt x="96485" y="408718"/>
                </a:cubicBezTo>
                <a:cubicBezTo>
                  <a:pt x="238677" y="364699"/>
                  <a:pt x="385205" y="337326"/>
                  <a:pt x="530664" y="306716"/>
                </a:cubicBezTo>
                <a:cubicBezTo>
                  <a:pt x="717743" y="267860"/>
                  <a:pt x="906288" y="236185"/>
                  <a:pt x="1095601" y="210396"/>
                </a:cubicBezTo>
                <a:cubicBezTo>
                  <a:pt x="1217149" y="194065"/>
                  <a:pt x="1339320" y="183012"/>
                  <a:pt x="1461637" y="174383"/>
                </a:cubicBezTo>
                <a:cubicBezTo>
                  <a:pt x="1584815" y="164944"/>
                  <a:pt x="1708037" y="155521"/>
                  <a:pt x="1830716" y="140750"/>
                </a:cubicBezTo>
                <a:cubicBezTo>
                  <a:pt x="1948479" y="127239"/>
                  <a:pt x="2067192" y="113575"/>
                  <a:pt x="2185853" y="122961"/>
                </a:cubicBezTo>
                <a:cubicBezTo>
                  <a:pt x="2280104" y="128358"/>
                  <a:pt x="2373389" y="148139"/>
                  <a:pt x="2468097" y="145370"/>
                </a:cubicBezTo>
                <a:cubicBezTo>
                  <a:pt x="2477017" y="141544"/>
                  <a:pt x="2470010" y="125958"/>
                  <a:pt x="2461090" y="129203"/>
                </a:cubicBezTo>
                <a:cubicBezTo>
                  <a:pt x="2378553" y="110307"/>
                  <a:pt x="2295955" y="90785"/>
                  <a:pt x="2215836" y="63165"/>
                </a:cubicBezTo>
                <a:cubicBezTo>
                  <a:pt x="2147910" y="49270"/>
                  <a:pt x="2076818" y="72186"/>
                  <a:pt x="2009995" y="50241"/>
                </a:cubicBezTo>
                <a:cubicBezTo>
                  <a:pt x="1960185" y="35367"/>
                  <a:pt x="1908984" y="18246"/>
                  <a:pt x="1856285" y="23146"/>
                </a:cubicBezTo>
                <a:cubicBezTo>
                  <a:pt x="1792872" y="19233"/>
                  <a:pt x="1729131" y="20553"/>
                  <a:pt x="1665860" y="14735"/>
                </a:cubicBezTo>
                <a:cubicBezTo>
                  <a:pt x="1623755" y="8573"/>
                  <a:pt x="1581891" y="-1969"/>
                  <a:pt x="1539042" y="-401"/>
                </a:cubicBezTo>
                <a:close/>
              </a:path>
            </a:pathLst>
          </a:custGeom>
          <a:gradFill>
            <a:gsLst>
              <a:gs pos="0">
                <a:srgbClr val="71C837"/>
              </a:gs>
              <a:gs pos="50000">
                <a:srgbClr val="71C837">
                  <a:alpha val="0"/>
                </a:srgbClr>
              </a:gs>
              <a:gs pos="100000">
                <a:srgbClr val="71C837">
                  <a:alpha val="0"/>
                </a:srgbClr>
              </a:gs>
            </a:gsLst>
            <a:lin ang="4800000" scaled="0"/>
          </a:gradFill>
          <a:ln w="862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C60263C1-EDDB-54F0-932C-328D532164C8}"/>
              </a:ext>
            </a:extLst>
          </p:cNvPr>
          <p:cNvSpPr/>
          <p:nvPr/>
        </p:nvSpPr>
        <p:spPr>
          <a:xfrm flipH="1">
            <a:off x="3534204" y="4901411"/>
            <a:ext cx="8657796" cy="1956589"/>
          </a:xfrm>
          <a:custGeom>
            <a:avLst/>
            <a:gdLst>
              <a:gd name="connsiteX0" fmla="*/ 2382639 w 8657796"/>
              <a:gd name="connsiteY0" fmla="*/ 0 h 1956589"/>
              <a:gd name="connsiteX1" fmla="*/ 100007 w 8657796"/>
              <a:gd name="connsiteY1" fmla="*/ 197613 h 1956589"/>
              <a:gd name="connsiteX2" fmla="*/ 0 w 8657796"/>
              <a:gd name="connsiteY2" fmla="*/ 218386 h 1956589"/>
              <a:gd name="connsiteX3" fmla="*/ 0 w 8657796"/>
              <a:gd name="connsiteY3" fmla="*/ 1956589 h 1956589"/>
              <a:gd name="connsiteX4" fmla="*/ 8657796 w 8657796"/>
              <a:gd name="connsiteY4" fmla="*/ 1956589 h 1956589"/>
              <a:gd name="connsiteX5" fmla="*/ 8628868 w 8657796"/>
              <a:gd name="connsiteY5" fmla="*/ 1935348 h 1956589"/>
              <a:gd name="connsiteX6" fmla="*/ 2382639 w 8657796"/>
              <a:gd name="connsiteY6" fmla="*/ 0 h 1956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657796" h="1956589">
                <a:moveTo>
                  <a:pt x="2382639" y="0"/>
                </a:moveTo>
                <a:cubicBezTo>
                  <a:pt x="1556143" y="0"/>
                  <a:pt x="778549" y="71586"/>
                  <a:pt x="100007" y="197613"/>
                </a:cubicBezTo>
                <a:lnTo>
                  <a:pt x="0" y="218386"/>
                </a:lnTo>
                <a:lnTo>
                  <a:pt x="0" y="1956589"/>
                </a:lnTo>
                <a:lnTo>
                  <a:pt x="8657796" y="1956589"/>
                </a:lnTo>
                <a:lnTo>
                  <a:pt x="8628868" y="1935348"/>
                </a:lnTo>
                <a:cubicBezTo>
                  <a:pt x="6860214" y="710361"/>
                  <a:pt x="4407556" y="0"/>
                  <a:pt x="2382639" y="0"/>
                </a:cubicBezTo>
                <a:close/>
              </a:path>
            </a:pathLst>
          </a:custGeom>
          <a:gradFill flip="none" rotWithShape="1">
            <a:gsLst>
              <a:gs pos="0">
                <a:srgbClr val="2E8F5C"/>
              </a:gs>
              <a:gs pos="100000">
                <a:srgbClr val="61AE6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B08BAC13-9331-3A0E-4E51-681F2A99EB56}"/>
              </a:ext>
            </a:extLst>
          </p:cNvPr>
          <p:cNvSpPr/>
          <p:nvPr/>
        </p:nvSpPr>
        <p:spPr>
          <a:xfrm>
            <a:off x="1" y="5076794"/>
            <a:ext cx="9411502" cy="1781206"/>
          </a:xfrm>
          <a:custGeom>
            <a:avLst/>
            <a:gdLst>
              <a:gd name="connsiteX0" fmla="*/ 3400869 w 9411502"/>
              <a:gd name="connsiteY0" fmla="*/ 0 h 1781206"/>
              <a:gd name="connsiteX1" fmla="*/ 9258036 w 9411502"/>
              <a:gd name="connsiteY1" fmla="*/ 1680799 h 1781206"/>
              <a:gd name="connsiteX2" fmla="*/ 9411502 w 9411502"/>
              <a:gd name="connsiteY2" fmla="*/ 1781206 h 1781206"/>
              <a:gd name="connsiteX3" fmla="*/ 0 w 9411502"/>
              <a:gd name="connsiteY3" fmla="*/ 1781206 h 1781206"/>
              <a:gd name="connsiteX4" fmla="*/ 0 w 9411502"/>
              <a:gd name="connsiteY4" fmla="*/ 485071 h 1781206"/>
              <a:gd name="connsiteX5" fmla="*/ 14667 w 9411502"/>
              <a:gd name="connsiteY5" fmla="*/ 479554 h 1781206"/>
              <a:gd name="connsiteX6" fmla="*/ 3400869 w 9411502"/>
              <a:gd name="connsiteY6" fmla="*/ 0 h 1781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11502" h="1781206">
                <a:moveTo>
                  <a:pt x="3400869" y="0"/>
                </a:moveTo>
                <a:cubicBezTo>
                  <a:pt x="5281149" y="0"/>
                  <a:pt x="7530247" y="612505"/>
                  <a:pt x="9258036" y="1680799"/>
                </a:cubicBezTo>
                <a:lnTo>
                  <a:pt x="9411502" y="1781206"/>
                </a:lnTo>
                <a:lnTo>
                  <a:pt x="0" y="1781206"/>
                </a:lnTo>
                <a:lnTo>
                  <a:pt x="0" y="485071"/>
                </a:lnTo>
                <a:lnTo>
                  <a:pt x="14667" y="479554"/>
                </a:lnTo>
                <a:cubicBezTo>
                  <a:pt x="881272" y="183261"/>
                  <a:pt x="2078475" y="0"/>
                  <a:pt x="3400869" y="0"/>
                </a:cubicBezTo>
                <a:close/>
              </a:path>
            </a:pathLst>
          </a:custGeom>
          <a:gradFill flip="none" rotWithShape="1">
            <a:gsLst>
              <a:gs pos="0">
                <a:srgbClr val="2E8F5C"/>
              </a:gs>
              <a:gs pos="100000">
                <a:srgbClr val="61AE6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0D0F53F2-38C4-3738-30EA-4A24D8B202C5}"/>
              </a:ext>
            </a:extLst>
          </p:cNvPr>
          <p:cNvSpPr txBox="1"/>
          <p:nvPr/>
        </p:nvSpPr>
        <p:spPr>
          <a:xfrm>
            <a:off x="5363032" y="672162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solidFill>
                  <a:srgbClr val="2E8F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CF686748-06D1-6F07-F726-BFA8ED55FFB2}"/>
              </a:ext>
            </a:extLst>
          </p:cNvPr>
          <p:cNvGrpSpPr/>
          <p:nvPr/>
        </p:nvGrpSpPr>
        <p:grpSpPr>
          <a:xfrm>
            <a:off x="2017469" y="2114180"/>
            <a:ext cx="8131586" cy="686178"/>
            <a:chOff x="2017880" y="1611459"/>
            <a:chExt cx="8131586" cy="686178"/>
          </a:xfrm>
        </p:grpSpPr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6D081419-F526-77D3-CAA1-3F572D112C5C}"/>
                </a:ext>
              </a:extLst>
            </p:cNvPr>
            <p:cNvGrpSpPr/>
            <p:nvPr/>
          </p:nvGrpSpPr>
          <p:grpSpPr>
            <a:xfrm>
              <a:off x="2017880" y="1611459"/>
              <a:ext cx="3534200" cy="686178"/>
              <a:chOff x="2017880" y="1552198"/>
              <a:chExt cx="3534200" cy="686178"/>
            </a:xfrm>
          </p:grpSpPr>
          <p:sp>
            <p:nvSpPr>
              <p:cNvPr id="33" name="矩形: 圆角 32">
                <a:extLst>
                  <a:ext uri="{FF2B5EF4-FFF2-40B4-BE49-F238E27FC236}">
                    <a16:creationId xmlns:a16="http://schemas.microsoft.com/office/drawing/2014/main" id="{B9F47AD9-2CAD-CEE5-58D9-721A331E2187}"/>
                  </a:ext>
                </a:extLst>
              </p:cNvPr>
              <p:cNvSpPr/>
              <p:nvPr/>
            </p:nvSpPr>
            <p:spPr>
              <a:xfrm>
                <a:off x="2017880" y="2108568"/>
                <a:ext cx="3534200" cy="12980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 cap="flat">
                <a:solidFill>
                  <a:srgbClr val="2E8F5C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矩形: 圆角 29">
                <a:extLst>
                  <a:ext uri="{FF2B5EF4-FFF2-40B4-BE49-F238E27FC236}">
                    <a16:creationId xmlns:a16="http://schemas.microsoft.com/office/drawing/2014/main" id="{A075A829-7DBE-10C0-2584-D28FB1CC5B3A}"/>
                  </a:ext>
                </a:extLst>
              </p:cNvPr>
              <p:cNvSpPr/>
              <p:nvPr/>
            </p:nvSpPr>
            <p:spPr>
              <a:xfrm>
                <a:off x="2017880" y="1552198"/>
                <a:ext cx="3534200" cy="545775"/>
              </a:xfrm>
              <a:prstGeom prst="roundRect">
                <a:avLst>
                  <a:gd name="adj" fmla="val 50000"/>
                </a:avLst>
              </a:prstGeom>
              <a:solidFill>
                <a:srgbClr val="2E8F5C"/>
              </a:solidFill>
              <a:ln w="12700" cap="flat">
                <a:solidFill>
                  <a:srgbClr val="2E8F5C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B35DD077-1D58-4165-D26D-7C2EEC1E7D1A}"/>
                  </a:ext>
                </a:extLst>
              </p:cNvPr>
              <p:cNvSpPr txBox="1"/>
              <p:nvPr/>
            </p:nvSpPr>
            <p:spPr>
              <a:xfrm>
                <a:off x="3246385" y="1642161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latin typeface="+mn-ea"/>
                  </a:rPr>
                  <a:t>选题背景</a:t>
                </a: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9250BC1-9D7B-2F3D-0358-A87EA538DB0C}"/>
                  </a:ext>
                </a:extLst>
              </p:cNvPr>
              <p:cNvSpPr txBox="1"/>
              <p:nvPr/>
            </p:nvSpPr>
            <p:spPr>
              <a:xfrm>
                <a:off x="2448790" y="1575044"/>
                <a:ext cx="60465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BEF39CC-C6CA-4F1E-637E-B1C3C1B738FB}"/>
                </a:ext>
              </a:extLst>
            </p:cNvPr>
            <p:cNvGrpSpPr/>
            <p:nvPr/>
          </p:nvGrpSpPr>
          <p:grpSpPr>
            <a:xfrm>
              <a:off x="6615266" y="1611459"/>
              <a:ext cx="3534200" cy="686178"/>
              <a:chOff x="2017880" y="1552198"/>
              <a:chExt cx="3534200" cy="686178"/>
            </a:xfrm>
          </p:grpSpPr>
          <p:sp>
            <p:nvSpPr>
              <p:cNvPr id="54" name="矩形: 圆角 53">
                <a:extLst>
                  <a:ext uri="{FF2B5EF4-FFF2-40B4-BE49-F238E27FC236}">
                    <a16:creationId xmlns:a16="http://schemas.microsoft.com/office/drawing/2014/main" id="{7CAF0EC9-E6F1-6E47-659F-EA7F3A5A096E}"/>
                  </a:ext>
                </a:extLst>
              </p:cNvPr>
              <p:cNvSpPr/>
              <p:nvPr/>
            </p:nvSpPr>
            <p:spPr>
              <a:xfrm>
                <a:off x="2017880" y="2097973"/>
                <a:ext cx="3534200" cy="140403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 cap="flat">
                <a:solidFill>
                  <a:srgbClr val="2E8F5C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矩形: 圆角 54">
                <a:extLst>
                  <a:ext uri="{FF2B5EF4-FFF2-40B4-BE49-F238E27FC236}">
                    <a16:creationId xmlns:a16="http://schemas.microsoft.com/office/drawing/2014/main" id="{010DD3E1-6A3E-5241-B32A-3D73BD6E66A4}"/>
                  </a:ext>
                </a:extLst>
              </p:cNvPr>
              <p:cNvSpPr/>
              <p:nvPr/>
            </p:nvSpPr>
            <p:spPr>
              <a:xfrm>
                <a:off x="2017880" y="1552198"/>
                <a:ext cx="3534200" cy="545775"/>
              </a:xfrm>
              <a:prstGeom prst="roundRect">
                <a:avLst>
                  <a:gd name="adj" fmla="val 50000"/>
                </a:avLst>
              </a:prstGeom>
              <a:solidFill>
                <a:srgbClr val="2E8F5C"/>
              </a:solidFill>
              <a:ln w="12700" cap="flat">
                <a:solidFill>
                  <a:srgbClr val="2E8F5C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389AA65C-C1AB-F61C-644D-D918985E2BB2}"/>
                  </a:ext>
                </a:extLst>
              </p:cNvPr>
              <p:cNvSpPr txBox="1"/>
              <p:nvPr/>
            </p:nvSpPr>
            <p:spPr>
              <a:xfrm>
                <a:off x="3246385" y="1642161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latin typeface="+mn-ea"/>
                  </a:rPr>
                  <a:t>研究目的</a:t>
                </a:r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1A244E40-1129-25D6-FD29-40740A6CBB4E}"/>
                  </a:ext>
                </a:extLst>
              </p:cNvPr>
              <p:cNvSpPr txBox="1"/>
              <p:nvPr/>
            </p:nvSpPr>
            <p:spPr>
              <a:xfrm>
                <a:off x="2448790" y="1575044"/>
                <a:ext cx="60465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D927C50F-4810-3CB3-BC73-19E1DCB114EB}"/>
              </a:ext>
            </a:extLst>
          </p:cNvPr>
          <p:cNvGrpSpPr/>
          <p:nvPr/>
        </p:nvGrpSpPr>
        <p:grpSpPr>
          <a:xfrm>
            <a:off x="2017469" y="4462861"/>
            <a:ext cx="8131586" cy="686178"/>
            <a:chOff x="2017880" y="1611459"/>
            <a:chExt cx="8131586" cy="686178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0F6D8E2F-1266-0EC7-EFD9-A08CF770E151}"/>
                </a:ext>
              </a:extLst>
            </p:cNvPr>
            <p:cNvGrpSpPr/>
            <p:nvPr/>
          </p:nvGrpSpPr>
          <p:grpSpPr>
            <a:xfrm>
              <a:off x="2017880" y="1611459"/>
              <a:ext cx="3534200" cy="686178"/>
              <a:chOff x="2017880" y="1552198"/>
              <a:chExt cx="3534200" cy="686178"/>
            </a:xfrm>
          </p:grpSpPr>
          <p:sp>
            <p:nvSpPr>
              <p:cNvPr id="130" name="矩形: 圆角 129">
                <a:extLst>
                  <a:ext uri="{FF2B5EF4-FFF2-40B4-BE49-F238E27FC236}">
                    <a16:creationId xmlns:a16="http://schemas.microsoft.com/office/drawing/2014/main" id="{15028FA7-561F-8E62-A4A4-DF3A28360AEA}"/>
                  </a:ext>
                </a:extLst>
              </p:cNvPr>
              <p:cNvSpPr/>
              <p:nvPr/>
            </p:nvSpPr>
            <p:spPr>
              <a:xfrm>
                <a:off x="2017880" y="2101519"/>
                <a:ext cx="3534200" cy="136857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 cap="flat">
                <a:solidFill>
                  <a:srgbClr val="2E8F5C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1" name="矩形: 圆角 130">
                <a:extLst>
                  <a:ext uri="{FF2B5EF4-FFF2-40B4-BE49-F238E27FC236}">
                    <a16:creationId xmlns:a16="http://schemas.microsoft.com/office/drawing/2014/main" id="{0A9C7A60-2284-8350-2403-19DB64CCB467}"/>
                  </a:ext>
                </a:extLst>
              </p:cNvPr>
              <p:cNvSpPr/>
              <p:nvPr/>
            </p:nvSpPr>
            <p:spPr>
              <a:xfrm>
                <a:off x="2017880" y="1552198"/>
                <a:ext cx="3534200" cy="545775"/>
              </a:xfrm>
              <a:prstGeom prst="roundRect">
                <a:avLst>
                  <a:gd name="adj" fmla="val 50000"/>
                </a:avLst>
              </a:prstGeom>
              <a:solidFill>
                <a:srgbClr val="2E8F5C"/>
              </a:solidFill>
              <a:ln w="12700" cap="flat">
                <a:solidFill>
                  <a:srgbClr val="2E8F5C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01F1F6AD-3088-8504-2FBA-2D80B52E0F61}"/>
                  </a:ext>
                </a:extLst>
              </p:cNvPr>
              <p:cNvSpPr txBox="1"/>
              <p:nvPr/>
            </p:nvSpPr>
            <p:spPr>
              <a:xfrm>
                <a:off x="3246385" y="1642161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latin typeface="+mn-ea"/>
                  </a:rPr>
                  <a:t>技术选型</a:t>
                </a: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5B6303-C0C7-49DA-D952-1E242AFF0BC0}"/>
                  </a:ext>
                </a:extLst>
              </p:cNvPr>
              <p:cNvSpPr txBox="1"/>
              <p:nvPr/>
            </p:nvSpPr>
            <p:spPr>
              <a:xfrm>
                <a:off x="2448790" y="1575044"/>
                <a:ext cx="60465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05</a:t>
                </a:r>
                <a:endParaRPr lang="zh-CN" altLang="en-US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5B1A370E-9577-CD24-CD89-60AB36ECE7A6}"/>
                </a:ext>
              </a:extLst>
            </p:cNvPr>
            <p:cNvGrpSpPr/>
            <p:nvPr/>
          </p:nvGrpSpPr>
          <p:grpSpPr>
            <a:xfrm>
              <a:off x="6615266" y="1611459"/>
              <a:ext cx="3534200" cy="686178"/>
              <a:chOff x="2017880" y="1552198"/>
              <a:chExt cx="3534200" cy="686178"/>
            </a:xfrm>
          </p:grpSpPr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4EE8DCF9-48E6-DFF0-CEB8-3A25962E7704}"/>
                  </a:ext>
                </a:extLst>
              </p:cNvPr>
              <p:cNvSpPr/>
              <p:nvPr/>
            </p:nvSpPr>
            <p:spPr>
              <a:xfrm>
                <a:off x="2017880" y="2094903"/>
                <a:ext cx="3534200" cy="143473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 cap="flat">
                <a:solidFill>
                  <a:srgbClr val="2E8F5C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50F08289-F0E7-D57C-F953-2E9D088BB559}"/>
                  </a:ext>
                </a:extLst>
              </p:cNvPr>
              <p:cNvSpPr/>
              <p:nvPr/>
            </p:nvSpPr>
            <p:spPr>
              <a:xfrm>
                <a:off x="2017880" y="1552198"/>
                <a:ext cx="3534200" cy="545775"/>
              </a:xfrm>
              <a:prstGeom prst="roundRect">
                <a:avLst>
                  <a:gd name="adj" fmla="val 50000"/>
                </a:avLst>
              </a:prstGeom>
              <a:solidFill>
                <a:srgbClr val="2E8F5C"/>
              </a:solidFill>
              <a:ln w="12700" cap="flat">
                <a:solidFill>
                  <a:srgbClr val="2E8F5C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9AD2099D-391D-4C0F-9F2F-DB5CAA474CBF}"/>
                  </a:ext>
                </a:extLst>
              </p:cNvPr>
              <p:cNvSpPr txBox="1"/>
              <p:nvPr/>
            </p:nvSpPr>
            <p:spPr>
              <a:xfrm>
                <a:off x="3246385" y="1642161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latin typeface="+mn-ea"/>
                  </a:rPr>
                  <a:t>进度规划</a:t>
                </a:r>
              </a:p>
            </p:txBody>
          </p:sp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856A9B6D-C839-97CB-749F-238FDDDFA1B8}"/>
                  </a:ext>
                </a:extLst>
              </p:cNvPr>
              <p:cNvSpPr txBox="1"/>
              <p:nvPr/>
            </p:nvSpPr>
            <p:spPr>
              <a:xfrm>
                <a:off x="2448790" y="1575044"/>
                <a:ext cx="60465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06</a:t>
                </a:r>
                <a:endParaRPr lang="zh-CN" altLang="en-US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3D13C86-D586-31AA-4E60-4B3BA85754FC}"/>
              </a:ext>
            </a:extLst>
          </p:cNvPr>
          <p:cNvGrpSpPr/>
          <p:nvPr/>
        </p:nvGrpSpPr>
        <p:grpSpPr>
          <a:xfrm>
            <a:off x="2017469" y="3331348"/>
            <a:ext cx="8131586" cy="686178"/>
            <a:chOff x="2017880" y="1611459"/>
            <a:chExt cx="8131586" cy="686178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58618EBC-38FE-E323-1E2D-CD4F9FA41F52}"/>
                </a:ext>
              </a:extLst>
            </p:cNvPr>
            <p:cNvGrpSpPr/>
            <p:nvPr/>
          </p:nvGrpSpPr>
          <p:grpSpPr>
            <a:xfrm>
              <a:off x="2017880" y="1611459"/>
              <a:ext cx="3534200" cy="686178"/>
              <a:chOff x="2017880" y="1552198"/>
              <a:chExt cx="3534200" cy="686178"/>
            </a:xfrm>
          </p:grpSpPr>
          <p:sp>
            <p:nvSpPr>
              <p:cNvPr id="20" name="矩形: 圆角 19">
                <a:extLst>
                  <a:ext uri="{FF2B5EF4-FFF2-40B4-BE49-F238E27FC236}">
                    <a16:creationId xmlns:a16="http://schemas.microsoft.com/office/drawing/2014/main" id="{2D52F483-7FD7-2EB5-0894-B9FF6635E278}"/>
                  </a:ext>
                </a:extLst>
              </p:cNvPr>
              <p:cNvSpPr/>
              <p:nvPr/>
            </p:nvSpPr>
            <p:spPr>
              <a:xfrm>
                <a:off x="2017880" y="2108568"/>
                <a:ext cx="3534200" cy="12980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 cap="flat">
                <a:solidFill>
                  <a:srgbClr val="2E8F5C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4F5480A0-AABE-D131-CBB3-720ECDC611BC}"/>
                  </a:ext>
                </a:extLst>
              </p:cNvPr>
              <p:cNvSpPr/>
              <p:nvPr/>
            </p:nvSpPr>
            <p:spPr>
              <a:xfrm>
                <a:off x="2017880" y="1552198"/>
                <a:ext cx="3534200" cy="545775"/>
              </a:xfrm>
              <a:prstGeom prst="roundRect">
                <a:avLst>
                  <a:gd name="adj" fmla="val 50000"/>
                </a:avLst>
              </a:prstGeom>
              <a:solidFill>
                <a:srgbClr val="2E8F5C"/>
              </a:solidFill>
              <a:ln w="12700" cap="flat">
                <a:solidFill>
                  <a:srgbClr val="2E8F5C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4AACF22-A936-3F36-A82D-DC0922B0E884}"/>
                  </a:ext>
                </a:extLst>
              </p:cNvPr>
              <p:cNvSpPr txBox="1"/>
              <p:nvPr/>
            </p:nvSpPr>
            <p:spPr>
              <a:xfrm>
                <a:off x="3246385" y="1642161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latin typeface="+mn-ea"/>
                  </a:rPr>
                  <a:t>研究意义</a:t>
                </a: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B8F6704-A2A8-C374-80E3-264E9F066291}"/>
                  </a:ext>
                </a:extLst>
              </p:cNvPr>
              <p:cNvSpPr txBox="1"/>
              <p:nvPr/>
            </p:nvSpPr>
            <p:spPr>
              <a:xfrm>
                <a:off x="2448790" y="1575044"/>
                <a:ext cx="60465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2EC63A69-9D32-EF28-A1DF-40F70EDC02AE}"/>
                </a:ext>
              </a:extLst>
            </p:cNvPr>
            <p:cNvGrpSpPr/>
            <p:nvPr/>
          </p:nvGrpSpPr>
          <p:grpSpPr>
            <a:xfrm>
              <a:off x="6615266" y="1611459"/>
              <a:ext cx="3534200" cy="686178"/>
              <a:chOff x="2017880" y="1552198"/>
              <a:chExt cx="3534200" cy="686178"/>
            </a:xfrm>
          </p:grpSpPr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F811094D-60DD-42BF-A685-44F415FC27D7}"/>
                  </a:ext>
                </a:extLst>
              </p:cNvPr>
              <p:cNvSpPr/>
              <p:nvPr/>
            </p:nvSpPr>
            <p:spPr>
              <a:xfrm>
                <a:off x="2017880" y="2097973"/>
                <a:ext cx="3534200" cy="140403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 cap="flat">
                <a:solidFill>
                  <a:srgbClr val="2E8F5C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矩形: 圆角 15">
                <a:extLst>
                  <a:ext uri="{FF2B5EF4-FFF2-40B4-BE49-F238E27FC236}">
                    <a16:creationId xmlns:a16="http://schemas.microsoft.com/office/drawing/2014/main" id="{9C26B24B-B09A-C2A3-7438-0474F1425F92}"/>
                  </a:ext>
                </a:extLst>
              </p:cNvPr>
              <p:cNvSpPr/>
              <p:nvPr/>
            </p:nvSpPr>
            <p:spPr>
              <a:xfrm>
                <a:off x="2017880" y="1552198"/>
                <a:ext cx="3534200" cy="545775"/>
              </a:xfrm>
              <a:prstGeom prst="roundRect">
                <a:avLst>
                  <a:gd name="adj" fmla="val 50000"/>
                </a:avLst>
              </a:prstGeom>
              <a:solidFill>
                <a:srgbClr val="2E8F5C"/>
              </a:solidFill>
              <a:ln w="12700" cap="flat">
                <a:solidFill>
                  <a:srgbClr val="2E8F5C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EA7C6AFA-0F18-4881-8AEA-A5CDA9092C2D}"/>
                  </a:ext>
                </a:extLst>
              </p:cNvPr>
              <p:cNvSpPr txBox="1"/>
              <p:nvPr/>
            </p:nvSpPr>
            <p:spPr>
              <a:xfrm>
                <a:off x="3246385" y="1642161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bg1"/>
                    </a:solidFill>
                    <a:latin typeface="+mn-ea"/>
                  </a:rPr>
                  <a:t>平台功能</a:t>
                </a: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6B682A6-2F27-BE27-CFDE-5851E107744C}"/>
                  </a:ext>
                </a:extLst>
              </p:cNvPr>
              <p:cNvSpPr txBox="1"/>
              <p:nvPr/>
            </p:nvSpPr>
            <p:spPr>
              <a:xfrm>
                <a:off x="2448790" y="1575044"/>
                <a:ext cx="60465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8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  <a:endParaRPr lang="zh-CN" altLang="en-US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84148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803E1473-6606-9983-DFAE-004DFE490F17}"/>
              </a:ext>
            </a:extLst>
          </p:cNvPr>
          <p:cNvSpPr/>
          <p:nvPr/>
        </p:nvSpPr>
        <p:spPr>
          <a:xfrm>
            <a:off x="6296024" y="1477281"/>
            <a:ext cx="5154612" cy="3971925"/>
          </a:xfrm>
          <a:prstGeom prst="roundRect">
            <a:avLst>
              <a:gd name="adj" fmla="val 2758"/>
            </a:avLst>
          </a:prstGeom>
          <a:solidFill>
            <a:schemeClr val="bg1"/>
          </a:solidFill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F013384-9063-4E36-0BB2-B2370B21AD2A}"/>
              </a:ext>
            </a:extLst>
          </p:cNvPr>
          <p:cNvSpPr txBox="1"/>
          <p:nvPr/>
        </p:nvSpPr>
        <p:spPr>
          <a:xfrm>
            <a:off x="5557405" y="3433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</a:rPr>
              <a:t>选题背景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A9F432B-31E1-30E6-BCBA-1D5910278769}"/>
              </a:ext>
            </a:extLst>
          </p:cNvPr>
          <p:cNvSpPr txBox="1"/>
          <p:nvPr/>
        </p:nvSpPr>
        <p:spPr>
          <a:xfrm>
            <a:off x="4759810" y="276249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1704107-E07D-105D-CB60-1EAE85C272F6}"/>
              </a:ext>
            </a:extLst>
          </p:cNvPr>
          <p:cNvSpPr/>
          <p:nvPr/>
        </p:nvSpPr>
        <p:spPr>
          <a:xfrm>
            <a:off x="741364" y="1477281"/>
            <a:ext cx="5154612" cy="3971925"/>
          </a:xfrm>
          <a:prstGeom prst="roundRect">
            <a:avLst>
              <a:gd name="adj" fmla="val 2758"/>
            </a:avLst>
          </a:prstGeom>
          <a:blipFill>
            <a:blip r:embed="rId3"/>
            <a:stretch>
              <a:fillRect/>
            </a:stretch>
          </a:blip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238F1F-FEF1-9F38-D900-2A76AEE246D9}"/>
              </a:ext>
            </a:extLst>
          </p:cNvPr>
          <p:cNvSpPr txBox="1"/>
          <p:nvPr/>
        </p:nvSpPr>
        <p:spPr>
          <a:xfrm>
            <a:off x="6566289" y="2689779"/>
            <a:ext cx="4614082" cy="2319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文山州地处云贵高原东南部，北回归线贯穿全州，是三七的原产地、主产地和道地产区，被誉为“中国三七之乡”。</a:t>
            </a:r>
            <a:endParaRPr lang="en-US" altLang="zh-CN" sz="1400" dirty="0">
              <a:solidFill>
                <a:srgbClr val="333333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333333"/>
              </a:solidFill>
              <a:highlight>
                <a:srgbClr val="FFFFFF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2023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年，文山三七产业实现综合产值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178.95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亿元，文山州三七中药材种植面积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229.54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Microsoft YaHei" panose="020B0503020204020204" pitchFamily="34" charset="-122"/>
                <a:ea typeface="Microsoft YaHei" panose="020B0503020204020204" pitchFamily="34" charset="-122"/>
              </a:rPr>
              <a:t>万，是全国最大的三七产地交易市场。</a:t>
            </a:r>
            <a:endParaRPr lang="zh-CN" altLang="en-US" sz="1400" b="1" dirty="0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3CB46C5D-BE3C-826C-993C-D595AC2AE870}"/>
              </a:ext>
            </a:extLst>
          </p:cNvPr>
          <p:cNvSpPr/>
          <p:nvPr/>
        </p:nvSpPr>
        <p:spPr>
          <a:xfrm>
            <a:off x="6296024" y="1938164"/>
            <a:ext cx="2878292" cy="487922"/>
          </a:xfrm>
          <a:custGeom>
            <a:avLst/>
            <a:gdLst>
              <a:gd name="connsiteX0" fmla="*/ 0 w 2878292"/>
              <a:gd name="connsiteY0" fmla="*/ 0 h 487922"/>
              <a:gd name="connsiteX1" fmla="*/ 2634331 w 2878292"/>
              <a:gd name="connsiteY1" fmla="*/ 0 h 487922"/>
              <a:gd name="connsiteX2" fmla="*/ 2878292 w 2878292"/>
              <a:gd name="connsiteY2" fmla="*/ 243961 h 487922"/>
              <a:gd name="connsiteX3" fmla="*/ 2878291 w 2878292"/>
              <a:gd name="connsiteY3" fmla="*/ 243961 h 487922"/>
              <a:gd name="connsiteX4" fmla="*/ 2634330 w 2878292"/>
              <a:gd name="connsiteY4" fmla="*/ 487922 h 487922"/>
              <a:gd name="connsiteX5" fmla="*/ 0 w 2878292"/>
              <a:gd name="connsiteY5" fmla="*/ 487921 h 48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78292" h="487922">
                <a:moveTo>
                  <a:pt x="0" y="0"/>
                </a:moveTo>
                <a:lnTo>
                  <a:pt x="2634331" y="0"/>
                </a:lnTo>
                <a:cubicBezTo>
                  <a:pt x="2769067" y="0"/>
                  <a:pt x="2878292" y="109225"/>
                  <a:pt x="2878292" y="243961"/>
                </a:cubicBezTo>
                <a:lnTo>
                  <a:pt x="2878291" y="243961"/>
                </a:lnTo>
                <a:cubicBezTo>
                  <a:pt x="2878291" y="378697"/>
                  <a:pt x="2769066" y="487922"/>
                  <a:pt x="2634330" y="487922"/>
                </a:cubicBezTo>
                <a:lnTo>
                  <a:pt x="0" y="487921"/>
                </a:lnTo>
                <a:close/>
              </a:path>
            </a:pathLst>
          </a:custGeom>
          <a:solidFill>
            <a:srgbClr val="2E8F5C"/>
          </a:solidFill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6C33A1E-4988-44A3-D6A7-DC9FFA6BA138}"/>
              </a:ext>
            </a:extLst>
          </p:cNvPr>
          <p:cNvSpPr txBox="1"/>
          <p:nvPr/>
        </p:nvSpPr>
        <p:spPr>
          <a:xfrm>
            <a:off x="6609480" y="2028236"/>
            <a:ext cx="1157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b="1" dirty="0">
                <a:solidFill>
                  <a:schemeClr val="bg1"/>
                </a:solidFill>
              </a:rPr>
              <a:t>文山三七</a:t>
            </a:r>
          </a:p>
        </p:txBody>
      </p:sp>
    </p:spTree>
    <p:extLst>
      <p:ext uri="{BB962C8B-B14F-4D97-AF65-F5344CB8AC3E}">
        <p14:creationId xmlns:p14="http://schemas.microsoft.com/office/powerpoint/2010/main" val="4235496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DF013384-9063-4E36-0BB2-B2370B21AD2A}"/>
              </a:ext>
            </a:extLst>
          </p:cNvPr>
          <p:cNvSpPr txBox="1"/>
          <p:nvPr/>
        </p:nvSpPr>
        <p:spPr>
          <a:xfrm>
            <a:off x="5557405" y="3433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</a:rPr>
              <a:t>痛点分析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A9F432B-31E1-30E6-BCBA-1D5910278769}"/>
              </a:ext>
            </a:extLst>
          </p:cNvPr>
          <p:cNvSpPr txBox="1"/>
          <p:nvPr/>
        </p:nvSpPr>
        <p:spPr>
          <a:xfrm>
            <a:off x="4759810" y="276249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238F1F-FEF1-9F38-D900-2A76AEE246D9}"/>
              </a:ext>
            </a:extLst>
          </p:cNvPr>
          <p:cNvSpPr txBox="1"/>
          <p:nvPr/>
        </p:nvSpPr>
        <p:spPr>
          <a:xfrm>
            <a:off x="6296024" y="2376046"/>
            <a:ext cx="5043026" cy="1027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三七销售大多只依靠单一的线下销售，线上销售模式不健全，缺乏易用的三七销售网站。在新零售时代，互联网技术的运用对三七销售具有重要的作用。</a:t>
            </a:r>
            <a:endParaRPr lang="zh-CN" altLang="en-US" sz="1400" b="1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E5FE757-5259-59A0-F759-B95D05AAD193}"/>
              </a:ext>
            </a:extLst>
          </p:cNvPr>
          <p:cNvGrpSpPr/>
          <p:nvPr/>
        </p:nvGrpSpPr>
        <p:grpSpPr>
          <a:xfrm>
            <a:off x="6296024" y="1694203"/>
            <a:ext cx="2878292" cy="487922"/>
            <a:chOff x="6296024" y="1938164"/>
            <a:chExt cx="2878292" cy="487922"/>
          </a:xfrm>
        </p:grpSpPr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3CB46C5D-BE3C-826C-993C-D595AC2AE870}"/>
                </a:ext>
              </a:extLst>
            </p:cNvPr>
            <p:cNvSpPr/>
            <p:nvPr/>
          </p:nvSpPr>
          <p:spPr>
            <a:xfrm>
              <a:off x="6296024" y="1938164"/>
              <a:ext cx="2878292" cy="487922"/>
            </a:xfrm>
            <a:custGeom>
              <a:avLst/>
              <a:gdLst>
                <a:gd name="connsiteX0" fmla="*/ 0 w 2878292"/>
                <a:gd name="connsiteY0" fmla="*/ 0 h 487922"/>
                <a:gd name="connsiteX1" fmla="*/ 2634331 w 2878292"/>
                <a:gd name="connsiteY1" fmla="*/ 0 h 487922"/>
                <a:gd name="connsiteX2" fmla="*/ 2878292 w 2878292"/>
                <a:gd name="connsiteY2" fmla="*/ 243961 h 487922"/>
                <a:gd name="connsiteX3" fmla="*/ 2878291 w 2878292"/>
                <a:gd name="connsiteY3" fmla="*/ 243961 h 487922"/>
                <a:gd name="connsiteX4" fmla="*/ 2634330 w 2878292"/>
                <a:gd name="connsiteY4" fmla="*/ 487922 h 487922"/>
                <a:gd name="connsiteX5" fmla="*/ 0 w 2878292"/>
                <a:gd name="connsiteY5" fmla="*/ 487921 h 487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78292" h="487922">
                  <a:moveTo>
                    <a:pt x="0" y="0"/>
                  </a:moveTo>
                  <a:lnTo>
                    <a:pt x="2634331" y="0"/>
                  </a:lnTo>
                  <a:cubicBezTo>
                    <a:pt x="2769067" y="0"/>
                    <a:pt x="2878292" y="109225"/>
                    <a:pt x="2878292" y="243961"/>
                  </a:cubicBezTo>
                  <a:lnTo>
                    <a:pt x="2878291" y="243961"/>
                  </a:lnTo>
                  <a:cubicBezTo>
                    <a:pt x="2878291" y="378697"/>
                    <a:pt x="2769066" y="487922"/>
                    <a:pt x="2634330" y="487922"/>
                  </a:cubicBezTo>
                  <a:lnTo>
                    <a:pt x="0" y="487921"/>
                  </a:lnTo>
                  <a:close/>
                </a:path>
              </a:pathLst>
            </a:custGeom>
            <a:solidFill>
              <a:srgbClr val="2E8F5C"/>
            </a:solidFill>
            <a:ln w="12700" cap="flat">
              <a:solidFill>
                <a:srgbClr val="2E8F5C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6C33A1E-4988-44A3-D6A7-DC9FFA6BA138}"/>
                </a:ext>
              </a:extLst>
            </p:cNvPr>
            <p:cNvSpPr txBox="1"/>
            <p:nvPr/>
          </p:nvSpPr>
          <p:spPr>
            <a:xfrm>
              <a:off x="6609480" y="2028236"/>
              <a:ext cx="20313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bg1"/>
                  </a:solidFill>
                </a:rPr>
                <a:t>线上销售模式不健全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D59AA5A8-6034-FC0C-405F-615CE619F44D}"/>
              </a:ext>
            </a:extLst>
          </p:cNvPr>
          <p:cNvSpPr txBox="1"/>
          <p:nvPr/>
        </p:nvSpPr>
        <p:spPr>
          <a:xfrm>
            <a:off x="6296024" y="4275848"/>
            <a:ext cx="5452280" cy="1350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多数农户由于地处偏远或信息渠道有限，很难及时了解到最新的市场行情和价格动态。他们往往只能依赖中间商或凭借自己的经验来设定价格，这既可能让他们错失更好的售价，也可能导致他们的三七产品滞销。</a:t>
            </a:r>
            <a:endParaRPr lang="zh-CN" altLang="en-US" sz="1400" b="1" dirty="0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3C2313CD-426C-6C5C-1961-B35F022636A2}"/>
              </a:ext>
            </a:extLst>
          </p:cNvPr>
          <p:cNvSpPr/>
          <p:nvPr/>
        </p:nvSpPr>
        <p:spPr>
          <a:xfrm>
            <a:off x="6296024" y="3597236"/>
            <a:ext cx="2878292" cy="487922"/>
          </a:xfrm>
          <a:custGeom>
            <a:avLst/>
            <a:gdLst>
              <a:gd name="connsiteX0" fmla="*/ 0 w 2878292"/>
              <a:gd name="connsiteY0" fmla="*/ 0 h 487922"/>
              <a:gd name="connsiteX1" fmla="*/ 2634331 w 2878292"/>
              <a:gd name="connsiteY1" fmla="*/ 0 h 487922"/>
              <a:gd name="connsiteX2" fmla="*/ 2878292 w 2878292"/>
              <a:gd name="connsiteY2" fmla="*/ 243961 h 487922"/>
              <a:gd name="connsiteX3" fmla="*/ 2878291 w 2878292"/>
              <a:gd name="connsiteY3" fmla="*/ 243961 h 487922"/>
              <a:gd name="connsiteX4" fmla="*/ 2634330 w 2878292"/>
              <a:gd name="connsiteY4" fmla="*/ 487922 h 487922"/>
              <a:gd name="connsiteX5" fmla="*/ 0 w 2878292"/>
              <a:gd name="connsiteY5" fmla="*/ 487921 h 48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78292" h="487922">
                <a:moveTo>
                  <a:pt x="0" y="0"/>
                </a:moveTo>
                <a:lnTo>
                  <a:pt x="2634331" y="0"/>
                </a:lnTo>
                <a:cubicBezTo>
                  <a:pt x="2769067" y="0"/>
                  <a:pt x="2878292" y="109225"/>
                  <a:pt x="2878292" y="243961"/>
                </a:cubicBezTo>
                <a:lnTo>
                  <a:pt x="2878291" y="243961"/>
                </a:lnTo>
                <a:cubicBezTo>
                  <a:pt x="2878291" y="378697"/>
                  <a:pt x="2769066" y="487922"/>
                  <a:pt x="2634330" y="487922"/>
                </a:cubicBezTo>
                <a:lnTo>
                  <a:pt x="0" y="487921"/>
                </a:lnTo>
                <a:close/>
              </a:path>
            </a:pathLst>
          </a:custGeom>
          <a:solidFill>
            <a:srgbClr val="2E8F5C"/>
          </a:solidFill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DA9AF6-AFB8-2BC5-DBAA-798F993E5B6C}"/>
              </a:ext>
            </a:extLst>
          </p:cNvPr>
          <p:cNvSpPr txBox="1"/>
          <p:nvPr/>
        </p:nvSpPr>
        <p:spPr>
          <a:xfrm>
            <a:off x="6609480" y="3687308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</a:rPr>
              <a:t>农户不了解市场行情</a:t>
            </a:r>
          </a:p>
        </p:txBody>
      </p:sp>
      <p:pic>
        <p:nvPicPr>
          <p:cNvPr id="17" name="图片 16" descr="图表&#10;&#10;描述已自动生成">
            <a:extLst>
              <a:ext uri="{FF2B5EF4-FFF2-40B4-BE49-F238E27FC236}">
                <a16:creationId xmlns:a16="http://schemas.microsoft.com/office/drawing/2014/main" id="{A12992DE-4A7E-D9EA-AEBC-E9C3971AA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950" y="2249442"/>
            <a:ext cx="4580357" cy="3214286"/>
          </a:xfrm>
          <a:prstGeom prst="rect">
            <a:avLst/>
          </a:prstGeom>
        </p:spPr>
      </p:pic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CAF82973-8B40-B9F7-5EF1-F1F0D6636857}"/>
              </a:ext>
            </a:extLst>
          </p:cNvPr>
          <p:cNvSpPr/>
          <p:nvPr/>
        </p:nvSpPr>
        <p:spPr>
          <a:xfrm>
            <a:off x="852950" y="1694203"/>
            <a:ext cx="2878292" cy="487922"/>
          </a:xfrm>
          <a:custGeom>
            <a:avLst/>
            <a:gdLst>
              <a:gd name="connsiteX0" fmla="*/ 0 w 2878292"/>
              <a:gd name="connsiteY0" fmla="*/ 0 h 487922"/>
              <a:gd name="connsiteX1" fmla="*/ 2634331 w 2878292"/>
              <a:gd name="connsiteY1" fmla="*/ 0 h 487922"/>
              <a:gd name="connsiteX2" fmla="*/ 2878292 w 2878292"/>
              <a:gd name="connsiteY2" fmla="*/ 243961 h 487922"/>
              <a:gd name="connsiteX3" fmla="*/ 2878291 w 2878292"/>
              <a:gd name="connsiteY3" fmla="*/ 243961 h 487922"/>
              <a:gd name="connsiteX4" fmla="*/ 2634330 w 2878292"/>
              <a:gd name="connsiteY4" fmla="*/ 487922 h 487922"/>
              <a:gd name="connsiteX5" fmla="*/ 0 w 2878292"/>
              <a:gd name="connsiteY5" fmla="*/ 487921 h 48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78292" h="487922">
                <a:moveTo>
                  <a:pt x="0" y="0"/>
                </a:moveTo>
                <a:lnTo>
                  <a:pt x="2634331" y="0"/>
                </a:lnTo>
                <a:cubicBezTo>
                  <a:pt x="2769067" y="0"/>
                  <a:pt x="2878292" y="109225"/>
                  <a:pt x="2878292" y="243961"/>
                </a:cubicBezTo>
                <a:lnTo>
                  <a:pt x="2878291" y="243961"/>
                </a:lnTo>
                <a:cubicBezTo>
                  <a:pt x="2878291" y="378697"/>
                  <a:pt x="2769066" y="487922"/>
                  <a:pt x="2634330" y="487922"/>
                </a:cubicBezTo>
                <a:lnTo>
                  <a:pt x="0" y="487921"/>
                </a:lnTo>
                <a:close/>
              </a:path>
            </a:pathLst>
          </a:custGeom>
          <a:solidFill>
            <a:srgbClr val="2E8F5C"/>
          </a:solidFill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D9E5C23-155E-686A-5C0B-715A1CF82A3C}"/>
              </a:ext>
            </a:extLst>
          </p:cNvPr>
          <p:cNvSpPr txBox="1"/>
          <p:nvPr/>
        </p:nvSpPr>
        <p:spPr>
          <a:xfrm>
            <a:off x="1166406" y="1784275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</a:rPr>
              <a:t>三七市场供大于求</a:t>
            </a:r>
          </a:p>
        </p:txBody>
      </p:sp>
    </p:spTree>
    <p:extLst>
      <p:ext uri="{BB962C8B-B14F-4D97-AF65-F5344CB8AC3E}">
        <p14:creationId xmlns:p14="http://schemas.microsoft.com/office/powerpoint/2010/main" val="1228117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DF013384-9063-4E36-0BB2-B2370B21AD2A}"/>
              </a:ext>
            </a:extLst>
          </p:cNvPr>
          <p:cNvSpPr txBox="1"/>
          <p:nvPr/>
        </p:nvSpPr>
        <p:spPr>
          <a:xfrm>
            <a:off x="5557405" y="3433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</a:rPr>
              <a:t>研究目的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A9F432B-31E1-30E6-BCBA-1D5910278769}"/>
              </a:ext>
            </a:extLst>
          </p:cNvPr>
          <p:cNvSpPr txBox="1"/>
          <p:nvPr/>
        </p:nvSpPr>
        <p:spPr>
          <a:xfrm>
            <a:off x="4759810" y="276249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6A5A1A2-29F8-F97B-1DBB-72E37230B996}"/>
              </a:ext>
            </a:extLst>
          </p:cNvPr>
          <p:cNvSpPr txBox="1"/>
          <p:nvPr/>
        </p:nvSpPr>
        <p:spPr>
          <a:xfrm>
            <a:off x="2157463" y="2583287"/>
            <a:ext cx="8417771" cy="1422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+mj-ea"/>
                <a:ea typeface="+mj-ea"/>
              </a:rPr>
              <a:t>打造一个</a:t>
            </a:r>
            <a:r>
              <a:rPr lang="zh-CN" altLang="zh-CN" sz="2000" b="1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文山三七交易平台</a:t>
            </a:r>
            <a:endParaRPr lang="en-US" altLang="zh-CN" sz="2000" b="1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20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卖家可以方便地发布商品信息，买家可以直观地浏览并购买三七商品</a:t>
            </a:r>
            <a:endParaRPr lang="en-US" altLang="zh-CN" sz="20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kern="100" dirty="0">
                <a:latin typeface="+mj-ea"/>
                <a:ea typeface="+mj-ea"/>
                <a:cs typeface="Times New Roman" panose="02020603050405020304" pitchFamily="18" charset="0"/>
              </a:rPr>
              <a:t>并</a:t>
            </a:r>
            <a:r>
              <a:rPr lang="zh-CN" altLang="zh-CN" sz="2000" kern="100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提供一个数据可视化界面，用于展示近期三七价格的市场波动</a:t>
            </a:r>
            <a:endParaRPr lang="zh-CN" altLang="en-US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66806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53">
            <a:extLst>
              <a:ext uri="{FF2B5EF4-FFF2-40B4-BE49-F238E27FC236}">
                <a16:creationId xmlns:a16="http://schemas.microsoft.com/office/drawing/2014/main" id="{DF013384-9063-4E36-0BB2-B2370B21AD2A}"/>
              </a:ext>
            </a:extLst>
          </p:cNvPr>
          <p:cNvSpPr txBox="1"/>
          <p:nvPr/>
        </p:nvSpPr>
        <p:spPr>
          <a:xfrm>
            <a:off x="5557405" y="3433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</a:rPr>
              <a:t>研究意义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A9F432B-31E1-30E6-BCBA-1D5910278769}"/>
              </a:ext>
            </a:extLst>
          </p:cNvPr>
          <p:cNvSpPr txBox="1"/>
          <p:nvPr/>
        </p:nvSpPr>
        <p:spPr>
          <a:xfrm>
            <a:off x="4759810" y="276249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AutoShape 87" descr="D:\51PPT模板网\51pptmoban.com\图片.jpg">
            <a:extLst>
              <a:ext uri="{FF2B5EF4-FFF2-40B4-BE49-F238E27FC236}">
                <a16:creationId xmlns:a16="http://schemas.microsoft.com/office/drawing/2014/main" id="{9966E500-B64F-C65D-F3B1-456BB6F17C79}"/>
              </a:ext>
            </a:extLst>
          </p:cNvPr>
          <p:cNvSpPr>
            <a:spLocks noChangeAspect="1"/>
          </p:cNvSpPr>
          <p:nvPr/>
        </p:nvSpPr>
        <p:spPr bwMode="auto">
          <a:xfrm>
            <a:off x="5768565" y="3088184"/>
            <a:ext cx="681455" cy="681632"/>
          </a:xfrm>
          <a:custGeom>
            <a:avLst/>
            <a:gdLst>
              <a:gd name="T0" fmla="+- 0 10798 9"/>
              <a:gd name="T1" fmla="*/ T0 w 21578"/>
              <a:gd name="T2" fmla="*/ 10800 h 21600"/>
              <a:gd name="T3" fmla="+- 0 10798 9"/>
              <a:gd name="T4" fmla="*/ T3 w 21578"/>
              <a:gd name="T5" fmla="*/ 10800 h 21600"/>
              <a:gd name="T6" fmla="+- 0 10798 9"/>
              <a:gd name="T7" fmla="*/ T6 w 21578"/>
              <a:gd name="T8" fmla="*/ 10800 h 21600"/>
              <a:gd name="T9" fmla="+- 0 10798 9"/>
              <a:gd name="T10" fmla="*/ T9 w 21578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78" h="21600">
                <a:moveTo>
                  <a:pt x="21416" y="10074"/>
                </a:moveTo>
                <a:cubicBezTo>
                  <a:pt x="21507" y="10166"/>
                  <a:pt x="21562" y="10284"/>
                  <a:pt x="21574" y="10428"/>
                </a:cubicBezTo>
                <a:cubicBezTo>
                  <a:pt x="21590" y="10569"/>
                  <a:pt x="21562" y="10702"/>
                  <a:pt x="21483" y="10820"/>
                </a:cubicBezTo>
                <a:lnTo>
                  <a:pt x="20967" y="11551"/>
                </a:lnTo>
                <a:cubicBezTo>
                  <a:pt x="20891" y="11678"/>
                  <a:pt x="20778" y="11744"/>
                  <a:pt x="20634" y="11744"/>
                </a:cubicBezTo>
                <a:lnTo>
                  <a:pt x="19889" y="11744"/>
                </a:lnTo>
                <a:cubicBezTo>
                  <a:pt x="19769" y="11744"/>
                  <a:pt x="19671" y="11704"/>
                  <a:pt x="19601" y="11632"/>
                </a:cubicBezTo>
                <a:lnTo>
                  <a:pt x="11078" y="3253"/>
                </a:lnTo>
                <a:cubicBezTo>
                  <a:pt x="10884" y="3072"/>
                  <a:pt x="10695" y="3072"/>
                  <a:pt x="10503" y="3253"/>
                </a:cubicBezTo>
                <a:lnTo>
                  <a:pt x="1980" y="11632"/>
                </a:lnTo>
                <a:cubicBezTo>
                  <a:pt x="1918" y="11704"/>
                  <a:pt x="1819" y="11744"/>
                  <a:pt x="1692" y="11744"/>
                </a:cubicBezTo>
                <a:lnTo>
                  <a:pt x="944" y="11744"/>
                </a:lnTo>
                <a:cubicBezTo>
                  <a:pt x="808" y="11744"/>
                  <a:pt x="695" y="11678"/>
                  <a:pt x="611" y="11551"/>
                </a:cubicBezTo>
                <a:lnTo>
                  <a:pt x="96" y="10820"/>
                </a:lnTo>
                <a:cubicBezTo>
                  <a:pt x="19" y="10710"/>
                  <a:pt x="-9" y="10584"/>
                  <a:pt x="2" y="10440"/>
                </a:cubicBezTo>
                <a:cubicBezTo>
                  <a:pt x="19" y="10298"/>
                  <a:pt x="74" y="10175"/>
                  <a:pt x="165" y="10074"/>
                </a:cubicBezTo>
                <a:lnTo>
                  <a:pt x="10112" y="287"/>
                </a:lnTo>
                <a:cubicBezTo>
                  <a:pt x="10321" y="106"/>
                  <a:pt x="10546" y="8"/>
                  <a:pt x="10788" y="0"/>
                </a:cubicBezTo>
                <a:cubicBezTo>
                  <a:pt x="11042" y="0"/>
                  <a:pt x="11267" y="97"/>
                  <a:pt x="11469" y="287"/>
                </a:cubicBezTo>
                <a:lnTo>
                  <a:pt x="14220" y="2991"/>
                </a:lnTo>
                <a:lnTo>
                  <a:pt x="14220" y="1586"/>
                </a:lnTo>
                <a:cubicBezTo>
                  <a:pt x="14220" y="1436"/>
                  <a:pt x="14266" y="1313"/>
                  <a:pt x="14352" y="1206"/>
                </a:cubicBezTo>
                <a:cubicBezTo>
                  <a:pt x="14441" y="1099"/>
                  <a:pt x="14546" y="1048"/>
                  <a:pt x="14669" y="1048"/>
                </a:cubicBezTo>
                <a:lnTo>
                  <a:pt x="17226" y="1048"/>
                </a:lnTo>
                <a:cubicBezTo>
                  <a:pt x="17348" y="1048"/>
                  <a:pt x="17451" y="1099"/>
                  <a:pt x="17530" y="1206"/>
                </a:cubicBezTo>
                <a:cubicBezTo>
                  <a:pt x="17609" y="1312"/>
                  <a:pt x="17653" y="1436"/>
                  <a:pt x="17653" y="1586"/>
                </a:cubicBezTo>
                <a:lnTo>
                  <a:pt x="17653" y="6383"/>
                </a:lnTo>
                <a:lnTo>
                  <a:pt x="21416" y="10074"/>
                </a:lnTo>
                <a:close/>
                <a:moveTo>
                  <a:pt x="18523" y="11977"/>
                </a:moveTo>
                <a:lnTo>
                  <a:pt x="18523" y="20551"/>
                </a:lnTo>
                <a:cubicBezTo>
                  <a:pt x="18523" y="20854"/>
                  <a:pt x="18441" y="21104"/>
                  <a:pt x="18276" y="21300"/>
                </a:cubicBezTo>
                <a:cubicBezTo>
                  <a:pt x="18110" y="21502"/>
                  <a:pt x="17904" y="21599"/>
                  <a:pt x="17653" y="21599"/>
                </a:cubicBezTo>
                <a:lnTo>
                  <a:pt x="12809" y="21599"/>
                </a:lnTo>
                <a:lnTo>
                  <a:pt x="12809" y="14736"/>
                </a:lnTo>
                <a:lnTo>
                  <a:pt x="8772" y="14736"/>
                </a:lnTo>
                <a:lnTo>
                  <a:pt x="8772" y="21599"/>
                </a:lnTo>
                <a:lnTo>
                  <a:pt x="3928" y="21599"/>
                </a:lnTo>
                <a:cubicBezTo>
                  <a:pt x="3677" y="21599"/>
                  <a:pt x="3468" y="21502"/>
                  <a:pt x="3303" y="21300"/>
                </a:cubicBezTo>
                <a:cubicBezTo>
                  <a:pt x="3140" y="21104"/>
                  <a:pt x="3056" y="20854"/>
                  <a:pt x="3056" y="20551"/>
                </a:cubicBezTo>
                <a:lnTo>
                  <a:pt x="3056" y="11977"/>
                </a:lnTo>
                <a:lnTo>
                  <a:pt x="10788" y="4356"/>
                </a:lnTo>
                <a:lnTo>
                  <a:pt x="18523" y="11977"/>
                </a:lnTo>
                <a:close/>
              </a:path>
            </a:pathLst>
          </a:custGeom>
          <a:solidFill>
            <a:srgbClr val="2E8F5C"/>
          </a:solidFill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ES" dirty="0">
              <a:latin typeface="+mj-ea"/>
              <a:ea typeface="+mj-ea"/>
              <a:sym typeface="Gill Sans" charset="0"/>
            </a:endParaRPr>
          </a:p>
        </p:txBody>
      </p:sp>
      <p:grpSp>
        <p:nvGrpSpPr>
          <p:cNvPr id="3" name="Group 32">
            <a:extLst>
              <a:ext uri="{FF2B5EF4-FFF2-40B4-BE49-F238E27FC236}">
                <a16:creationId xmlns:a16="http://schemas.microsoft.com/office/drawing/2014/main" id="{86D7A4B6-5E05-3108-A7F2-45EE685B31C5}"/>
              </a:ext>
            </a:extLst>
          </p:cNvPr>
          <p:cNvGrpSpPr/>
          <p:nvPr/>
        </p:nvGrpSpPr>
        <p:grpSpPr>
          <a:xfrm>
            <a:off x="4321175" y="1736725"/>
            <a:ext cx="1868488" cy="1778000"/>
            <a:chOff x="4321175" y="2138103"/>
            <a:chExt cx="1868488" cy="1778000"/>
          </a:xfrm>
        </p:grpSpPr>
        <p:sp>
          <p:nvSpPr>
            <p:cNvPr id="4" name="Freeform 8">
              <a:extLst>
                <a:ext uri="{FF2B5EF4-FFF2-40B4-BE49-F238E27FC236}">
                  <a16:creationId xmlns:a16="http://schemas.microsoft.com/office/drawing/2014/main" id="{056C6427-25AC-1977-6597-551C7487642E}"/>
                </a:ext>
              </a:extLst>
            </p:cNvPr>
            <p:cNvSpPr/>
            <p:nvPr/>
          </p:nvSpPr>
          <p:spPr bwMode="auto">
            <a:xfrm>
              <a:off x="4321175" y="2138103"/>
              <a:ext cx="1868488" cy="1778000"/>
            </a:xfrm>
            <a:custGeom>
              <a:avLst/>
              <a:gdLst>
                <a:gd name="T0" fmla="*/ 497 w 497"/>
                <a:gd name="T1" fmla="*/ 134 h 473"/>
                <a:gd name="T2" fmla="*/ 408 w 497"/>
                <a:gd name="T3" fmla="*/ 225 h 473"/>
                <a:gd name="T4" fmla="*/ 230 w 497"/>
                <a:gd name="T5" fmla="*/ 440 h 473"/>
                <a:gd name="T6" fmla="*/ 130 w 497"/>
                <a:gd name="T7" fmla="*/ 342 h 473"/>
                <a:gd name="T8" fmla="*/ 0 w 497"/>
                <a:gd name="T9" fmla="*/ 473 h 473"/>
                <a:gd name="T10" fmla="*/ 0 w 497"/>
                <a:gd name="T11" fmla="*/ 459 h 473"/>
                <a:gd name="T12" fmla="*/ 361 w 497"/>
                <a:gd name="T13" fmla="*/ 0 h 473"/>
                <a:gd name="T14" fmla="*/ 497 w 497"/>
                <a:gd name="T15" fmla="*/ 134 h 4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7" h="473">
                  <a:moveTo>
                    <a:pt x="497" y="134"/>
                  </a:moveTo>
                  <a:cubicBezTo>
                    <a:pt x="408" y="225"/>
                    <a:pt x="408" y="225"/>
                    <a:pt x="408" y="225"/>
                  </a:cubicBezTo>
                  <a:cubicBezTo>
                    <a:pt x="311" y="252"/>
                    <a:pt x="238" y="337"/>
                    <a:pt x="230" y="440"/>
                  </a:cubicBezTo>
                  <a:cubicBezTo>
                    <a:pt x="130" y="342"/>
                    <a:pt x="130" y="342"/>
                    <a:pt x="130" y="342"/>
                  </a:cubicBezTo>
                  <a:cubicBezTo>
                    <a:pt x="0" y="473"/>
                    <a:pt x="0" y="473"/>
                    <a:pt x="0" y="473"/>
                  </a:cubicBezTo>
                  <a:cubicBezTo>
                    <a:pt x="0" y="468"/>
                    <a:pt x="0" y="463"/>
                    <a:pt x="0" y="459"/>
                  </a:cubicBezTo>
                  <a:cubicBezTo>
                    <a:pt x="0" y="236"/>
                    <a:pt x="154" y="50"/>
                    <a:pt x="361" y="0"/>
                  </a:cubicBezTo>
                  <a:lnTo>
                    <a:pt x="497" y="134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solidFill>
                <a:srgbClr val="2E8F5C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+mj-ea"/>
                <a:ea typeface="+mj-ea"/>
              </a:endParaRPr>
            </a:p>
          </p:txBody>
        </p:sp>
        <p:sp>
          <p:nvSpPr>
            <p:cNvPr id="5" name="TextBox 28">
              <a:extLst>
                <a:ext uri="{FF2B5EF4-FFF2-40B4-BE49-F238E27FC236}">
                  <a16:creationId xmlns:a16="http://schemas.microsoft.com/office/drawing/2014/main" id="{84A0EF84-B27F-798F-928F-87C46F03FD9B}"/>
                </a:ext>
              </a:extLst>
            </p:cNvPr>
            <p:cNvSpPr txBox="1"/>
            <p:nvPr/>
          </p:nvSpPr>
          <p:spPr>
            <a:xfrm>
              <a:off x="4823297" y="2642839"/>
              <a:ext cx="601447" cy="523220"/>
            </a:xfrm>
            <a:prstGeom prst="rect">
              <a:avLst/>
            </a:prstGeom>
            <a:noFill/>
            <a:ln w="1270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</a:lstStyle>
            <a:p>
              <a:r>
                <a:rPr lang="en-US" dirty="0">
                  <a:solidFill>
                    <a:srgbClr val="2E8F5C"/>
                  </a:solidFill>
                  <a:latin typeface="+mj-ea"/>
                  <a:ea typeface="+mj-ea"/>
                </a:rPr>
                <a:t>01</a:t>
              </a:r>
            </a:p>
          </p:txBody>
        </p:sp>
      </p:grpSp>
      <p:grpSp>
        <p:nvGrpSpPr>
          <p:cNvPr id="6" name="Group 33">
            <a:extLst>
              <a:ext uri="{FF2B5EF4-FFF2-40B4-BE49-F238E27FC236}">
                <a16:creationId xmlns:a16="http://schemas.microsoft.com/office/drawing/2014/main" id="{BF8D9F06-F7B6-E1BE-5220-63F19453C6D7}"/>
              </a:ext>
            </a:extLst>
          </p:cNvPr>
          <p:cNvGrpSpPr/>
          <p:nvPr/>
        </p:nvGrpSpPr>
        <p:grpSpPr>
          <a:xfrm>
            <a:off x="5997575" y="1687512"/>
            <a:ext cx="1836738" cy="1898650"/>
            <a:chOff x="5997575" y="2088890"/>
            <a:chExt cx="1836738" cy="1898650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F57542D5-1866-9E93-9808-6B038F5F926A}"/>
                </a:ext>
              </a:extLst>
            </p:cNvPr>
            <p:cNvSpPr/>
            <p:nvPr/>
          </p:nvSpPr>
          <p:spPr bwMode="auto">
            <a:xfrm>
              <a:off x="5997575" y="2088890"/>
              <a:ext cx="1836738" cy="1898650"/>
            </a:xfrm>
            <a:custGeom>
              <a:avLst/>
              <a:gdLst>
                <a:gd name="T0" fmla="*/ 488 w 488"/>
                <a:gd name="T1" fmla="*/ 376 h 505"/>
                <a:gd name="T2" fmla="*/ 360 w 488"/>
                <a:gd name="T3" fmla="*/ 505 h 505"/>
                <a:gd name="T4" fmla="*/ 259 w 488"/>
                <a:gd name="T5" fmla="*/ 406 h 505"/>
                <a:gd name="T6" fmla="*/ 63 w 488"/>
                <a:gd name="T7" fmla="*/ 232 h 505"/>
                <a:gd name="T8" fmla="*/ 148 w 488"/>
                <a:gd name="T9" fmla="*/ 146 h 505"/>
                <a:gd name="T10" fmla="*/ 0 w 488"/>
                <a:gd name="T11" fmla="*/ 1 h 505"/>
                <a:gd name="T12" fmla="*/ 26 w 488"/>
                <a:gd name="T13" fmla="*/ 0 h 505"/>
                <a:gd name="T14" fmla="*/ 488 w 488"/>
                <a:gd name="T15" fmla="*/ 376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8" h="505">
                  <a:moveTo>
                    <a:pt x="488" y="376"/>
                  </a:moveTo>
                  <a:cubicBezTo>
                    <a:pt x="360" y="505"/>
                    <a:pt x="360" y="505"/>
                    <a:pt x="360" y="505"/>
                  </a:cubicBezTo>
                  <a:cubicBezTo>
                    <a:pt x="259" y="406"/>
                    <a:pt x="259" y="406"/>
                    <a:pt x="259" y="406"/>
                  </a:cubicBezTo>
                  <a:cubicBezTo>
                    <a:pt x="234" y="316"/>
                    <a:pt x="158" y="247"/>
                    <a:pt x="63" y="232"/>
                  </a:cubicBezTo>
                  <a:cubicBezTo>
                    <a:pt x="148" y="146"/>
                    <a:pt x="148" y="146"/>
                    <a:pt x="148" y="146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9" y="0"/>
                    <a:pt x="17" y="0"/>
                    <a:pt x="26" y="0"/>
                  </a:cubicBezTo>
                  <a:cubicBezTo>
                    <a:pt x="254" y="0"/>
                    <a:pt x="444" y="161"/>
                    <a:pt x="488" y="376"/>
                  </a:cubicBezTo>
                  <a:close/>
                </a:path>
              </a:pathLst>
            </a:custGeom>
            <a:solidFill>
              <a:srgbClr val="2E8F5C"/>
            </a:solidFill>
            <a:ln w="12700" cap="flat">
              <a:solidFill>
                <a:srgbClr val="2E8F5C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8" name="TextBox 29">
              <a:extLst>
                <a:ext uri="{FF2B5EF4-FFF2-40B4-BE49-F238E27FC236}">
                  <a16:creationId xmlns:a16="http://schemas.microsoft.com/office/drawing/2014/main" id="{3959285D-C2CA-D9A3-395E-FA2DCFCA6BCB}"/>
                </a:ext>
              </a:extLst>
            </p:cNvPr>
            <p:cNvSpPr txBox="1"/>
            <p:nvPr/>
          </p:nvSpPr>
          <p:spPr>
            <a:xfrm>
              <a:off x="6738681" y="2642839"/>
              <a:ext cx="601447" cy="523220"/>
            </a:xfrm>
            <a:prstGeom prst="rect">
              <a:avLst/>
            </a:prstGeom>
            <a:solidFill>
              <a:srgbClr val="2E8F5C"/>
            </a:solidFill>
            <a:ln w="12700" cap="flat">
              <a:solidFill>
                <a:srgbClr val="2E8F5C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</a:lstStyle>
            <a:p>
              <a:r>
                <a:rPr lang="en-US">
                  <a:solidFill>
                    <a:schemeClr val="bg1"/>
                  </a:solidFill>
                  <a:latin typeface="+mj-ea"/>
                  <a:ea typeface="+mj-ea"/>
                </a:rPr>
                <a:t>02</a:t>
              </a:r>
            </a:p>
          </p:txBody>
        </p:sp>
      </p:grpSp>
      <p:grpSp>
        <p:nvGrpSpPr>
          <p:cNvPr id="9" name="Group 35">
            <a:extLst>
              <a:ext uri="{FF2B5EF4-FFF2-40B4-BE49-F238E27FC236}">
                <a16:creationId xmlns:a16="http://schemas.microsoft.com/office/drawing/2014/main" id="{CAC773AD-DFA9-90AC-4205-AD05AA2937B7}"/>
              </a:ext>
            </a:extLst>
          </p:cNvPr>
          <p:cNvGrpSpPr/>
          <p:nvPr/>
        </p:nvGrpSpPr>
        <p:grpSpPr>
          <a:xfrm>
            <a:off x="4362450" y="3382962"/>
            <a:ext cx="1804988" cy="1851025"/>
            <a:chOff x="4362450" y="3784340"/>
            <a:chExt cx="1804988" cy="1851025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6C44EAE8-15E4-5B4F-6F78-ABA7B8781B59}"/>
                </a:ext>
              </a:extLst>
            </p:cNvPr>
            <p:cNvSpPr/>
            <p:nvPr/>
          </p:nvSpPr>
          <p:spPr bwMode="auto">
            <a:xfrm>
              <a:off x="4362450" y="3784340"/>
              <a:ext cx="1804988" cy="1851025"/>
            </a:xfrm>
            <a:custGeom>
              <a:avLst/>
              <a:gdLst>
                <a:gd name="T0" fmla="*/ 480 w 480"/>
                <a:gd name="T1" fmla="*/ 492 h 492"/>
                <a:gd name="T2" fmla="*/ 461 w 480"/>
                <a:gd name="T3" fmla="*/ 492 h 492"/>
                <a:gd name="T4" fmla="*/ 0 w 480"/>
                <a:gd name="T5" fmla="*/ 122 h 492"/>
                <a:gd name="T6" fmla="*/ 120 w 480"/>
                <a:gd name="T7" fmla="*/ 0 h 492"/>
                <a:gd name="T8" fmla="*/ 239 w 480"/>
                <a:gd name="T9" fmla="*/ 118 h 492"/>
                <a:gd name="T10" fmla="*/ 424 w 480"/>
                <a:gd name="T11" fmla="*/ 260 h 492"/>
                <a:gd name="T12" fmla="*/ 335 w 480"/>
                <a:gd name="T13" fmla="*/ 350 h 492"/>
                <a:gd name="T14" fmla="*/ 480 w 480"/>
                <a:gd name="T15" fmla="*/ 492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0" h="492">
                  <a:moveTo>
                    <a:pt x="480" y="492"/>
                  </a:moveTo>
                  <a:cubicBezTo>
                    <a:pt x="474" y="492"/>
                    <a:pt x="467" y="492"/>
                    <a:pt x="461" y="492"/>
                  </a:cubicBezTo>
                  <a:cubicBezTo>
                    <a:pt x="235" y="492"/>
                    <a:pt x="46" y="334"/>
                    <a:pt x="0" y="122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239" y="118"/>
                    <a:pt x="239" y="118"/>
                    <a:pt x="239" y="118"/>
                  </a:cubicBezTo>
                  <a:cubicBezTo>
                    <a:pt x="271" y="192"/>
                    <a:pt x="341" y="247"/>
                    <a:pt x="424" y="260"/>
                  </a:cubicBezTo>
                  <a:cubicBezTo>
                    <a:pt x="335" y="350"/>
                    <a:pt x="335" y="350"/>
                    <a:pt x="335" y="350"/>
                  </a:cubicBezTo>
                  <a:lnTo>
                    <a:pt x="480" y="492"/>
                  </a:lnTo>
                  <a:close/>
                </a:path>
              </a:pathLst>
            </a:custGeom>
            <a:solidFill>
              <a:srgbClr val="2E8F5C"/>
            </a:solidFill>
            <a:ln w="12700" cap="flat">
              <a:solidFill>
                <a:srgbClr val="2E8F5C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1" name="TextBox 30">
              <a:extLst>
                <a:ext uri="{FF2B5EF4-FFF2-40B4-BE49-F238E27FC236}">
                  <a16:creationId xmlns:a16="http://schemas.microsoft.com/office/drawing/2014/main" id="{048184CC-D913-32CF-FAED-8C79DC4B1D7F}"/>
                </a:ext>
              </a:extLst>
            </p:cNvPr>
            <p:cNvSpPr txBox="1"/>
            <p:nvPr/>
          </p:nvSpPr>
          <p:spPr>
            <a:xfrm>
              <a:off x="4823297" y="4552004"/>
              <a:ext cx="601447" cy="523220"/>
            </a:xfrm>
            <a:prstGeom prst="rect">
              <a:avLst/>
            </a:prstGeom>
            <a:solidFill>
              <a:srgbClr val="2E8F5C"/>
            </a:solidFill>
            <a:ln w="12700" cap="flat">
              <a:solidFill>
                <a:srgbClr val="2E8F5C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</a:lstStyle>
            <a:p>
              <a:r>
                <a:rPr lang="en-US">
                  <a:solidFill>
                    <a:schemeClr val="bg1"/>
                  </a:solidFill>
                  <a:latin typeface="+mj-ea"/>
                  <a:ea typeface="+mj-ea"/>
                </a:rPr>
                <a:t>04</a:t>
              </a:r>
            </a:p>
          </p:txBody>
        </p:sp>
      </p:grpSp>
      <p:grpSp>
        <p:nvGrpSpPr>
          <p:cNvPr id="12" name="Group 34">
            <a:extLst>
              <a:ext uri="{FF2B5EF4-FFF2-40B4-BE49-F238E27FC236}">
                <a16:creationId xmlns:a16="http://schemas.microsoft.com/office/drawing/2014/main" id="{DB4B7AD9-9426-26DC-9AFE-E70711802C2E}"/>
              </a:ext>
            </a:extLst>
          </p:cNvPr>
          <p:cNvGrpSpPr/>
          <p:nvPr/>
        </p:nvGrpSpPr>
        <p:grpSpPr>
          <a:xfrm>
            <a:off x="5986463" y="3429000"/>
            <a:ext cx="1884363" cy="1763713"/>
            <a:chOff x="5986463" y="3830378"/>
            <a:chExt cx="1884363" cy="1763713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D9314D1B-C5F2-8F5E-4EED-022860B5DC5C}"/>
                </a:ext>
              </a:extLst>
            </p:cNvPr>
            <p:cNvSpPr/>
            <p:nvPr/>
          </p:nvSpPr>
          <p:spPr bwMode="auto">
            <a:xfrm>
              <a:off x="5986463" y="3830378"/>
              <a:ext cx="1884363" cy="1763713"/>
            </a:xfrm>
            <a:custGeom>
              <a:avLst/>
              <a:gdLst>
                <a:gd name="T0" fmla="*/ 501 w 501"/>
                <a:gd name="T1" fmla="*/ 9 h 469"/>
                <a:gd name="T2" fmla="*/ 134 w 501"/>
                <a:gd name="T3" fmla="*/ 469 h 469"/>
                <a:gd name="T4" fmla="*/ 0 w 501"/>
                <a:gd name="T5" fmla="*/ 337 h 469"/>
                <a:gd name="T6" fmla="*/ 93 w 501"/>
                <a:gd name="T7" fmla="*/ 242 h 469"/>
                <a:gd name="T8" fmla="*/ 93 w 501"/>
                <a:gd name="T9" fmla="*/ 242 h 469"/>
                <a:gd name="T10" fmla="*/ 269 w 501"/>
                <a:gd name="T11" fmla="*/ 45 h 469"/>
                <a:gd name="T12" fmla="*/ 364 w 501"/>
                <a:gd name="T13" fmla="*/ 139 h 469"/>
                <a:gd name="T14" fmla="*/ 501 w 501"/>
                <a:gd name="T15" fmla="*/ 0 h 469"/>
                <a:gd name="T16" fmla="*/ 501 w 501"/>
                <a:gd name="T17" fmla="*/ 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1" h="469">
                  <a:moveTo>
                    <a:pt x="501" y="9"/>
                  </a:moveTo>
                  <a:cubicBezTo>
                    <a:pt x="501" y="233"/>
                    <a:pt x="344" y="421"/>
                    <a:pt x="134" y="469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93" y="242"/>
                    <a:pt x="93" y="242"/>
                    <a:pt x="93" y="242"/>
                  </a:cubicBezTo>
                  <a:cubicBezTo>
                    <a:pt x="93" y="242"/>
                    <a:pt x="93" y="242"/>
                    <a:pt x="93" y="242"/>
                  </a:cubicBezTo>
                  <a:cubicBezTo>
                    <a:pt x="184" y="217"/>
                    <a:pt x="254" y="140"/>
                    <a:pt x="269" y="45"/>
                  </a:cubicBezTo>
                  <a:cubicBezTo>
                    <a:pt x="364" y="139"/>
                    <a:pt x="364" y="139"/>
                    <a:pt x="364" y="139"/>
                  </a:cubicBezTo>
                  <a:cubicBezTo>
                    <a:pt x="501" y="0"/>
                    <a:pt x="501" y="0"/>
                    <a:pt x="501" y="0"/>
                  </a:cubicBezTo>
                  <a:cubicBezTo>
                    <a:pt x="501" y="3"/>
                    <a:pt x="501" y="6"/>
                    <a:pt x="501" y="9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solidFill>
                <a:srgbClr val="2E8F5C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latin typeface="+mj-ea"/>
                <a:ea typeface="+mj-ea"/>
              </a:endParaRPr>
            </a:p>
          </p:txBody>
        </p:sp>
        <p:sp>
          <p:nvSpPr>
            <p:cNvPr id="14" name="TextBox 31">
              <a:extLst>
                <a:ext uri="{FF2B5EF4-FFF2-40B4-BE49-F238E27FC236}">
                  <a16:creationId xmlns:a16="http://schemas.microsoft.com/office/drawing/2014/main" id="{BBD7F892-141A-45CB-6670-01D13A3BB4DC}"/>
                </a:ext>
              </a:extLst>
            </p:cNvPr>
            <p:cNvSpPr txBox="1"/>
            <p:nvPr/>
          </p:nvSpPr>
          <p:spPr>
            <a:xfrm>
              <a:off x="6738681" y="4552004"/>
              <a:ext cx="601447" cy="523220"/>
            </a:xfrm>
            <a:prstGeom prst="rect">
              <a:avLst/>
            </a:prstGeom>
            <a:noFill/>
            <a:ln w="1270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>
                <a:defRPr>
                  <a:solidFill>
                    <a:srgbClr val="2E8F5C"/>
                  </a:solidFill>
                </a:defRPr>
              </a:lvl1pPr>
            </a:lstStyle>
            <a:p>
              <a:r>
                <a:rPr lang="en-US">
                  <a:latin typeface="+mj-ea"/>
                  <a:ea typeface="+mj-ea"/>
                </a:rPr>
                <a:t>03</a:t>
              </a:r>
              <a:endParaRPr lang="en-US" dirty="0">
                <a:latin typeface="+mj-ea"/>
                <a:ea typeface="+mj-ea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0D1F398-256A-333C-E19D-C03655B3625D}"/>
              </a:ext>
            </a:extLst>
          </p:cNvPr>
          <p:cNvGrpSpPr/>
          <p:nvPr/>
        </p:nvGrpSpPr>
        <p:grpSpPr>
          <a:xfrm>
            <a:off x="1113183" y="1813610"/>
            <a:ext cx="9751830" cy="1452979"/>
            <a:chOff x="954014" y="1569252"/>
            <a:chExt cx="9751830" cy="1452979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190CAC63-597C-4AAA-B379-2E566E78FBA0}"/>
                </a:ext>
              </a:extLst>
            </p:cNvPr>
            <p:cNvGrpSpPr/>
            <p:nvPr/>
          </p:nvGrpSpPr>
          <p:grpSpPr>
            <a:xfrm>
              <a:off x="7739419" y="1569252"/>
              <a:ext cx="2966425" cy="1452979"/>
              <a:chOff x="-514395" y="1906534"/>
              <a:chExt cx="2966425" cy="1452979"/>
            </a:xfrm>
          </p:grpSpPr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2C00AAB-1B0A-B14C-E25E-033AF67B3329}"/>
                  </a:ext>
                </a:extLst>
              </p:cNvPr>
              <p:cNvSpPr txBox="1"/>
              <p:nvPr/>
            </p:nvSpPr>
            <p:spPr>
              <a:xfrm>
                <a:off x="-514395" y="2190603"/>
                <a:ext cx="2966425" cy="1168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sz="1200" dirty="0">
                    <a:latin typeface="+mj-ea"/>
                    <a:ea typeface="+mj-ea"/>
                    <a:sym typeface="HarmonyOS Sans SC Light" panose="00000400000000000000" pitchFamily="2" charset="-122"/>
                  </a:rPr>
                  <a:t>传统的三七交易通常依赖于线下市场，效率低且易受地域限制。通过在线平台，买卖双方可以随时随地进行交易，大大提升了交易的便捷性和效率。</a:t>
                </a:r>
                <a:endParaRPr lang="en-US" altLang="zh-CN" sz="1200" dirty="0">
                  <a:latin typeface="+mj-ea"/>
                  <a:ea typeface="+mj-ea"/>
                  <a:sym typeface="HarmonyOS Sans SC Light" panose="00000400000000000000" pitchFamily="2" charset="-122"/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C533760D-8C9C-5B22-F932-30464D0CCE12}"/>
                  </a:ext>
                </a:extLst>
              </p:cNvPr>
              <p:cNvSpPr txBox="1"/>
              <p:nvPr/>
            </p:nvSpPr>
            <p:spPr>
              <a:xfrm>
                <a:off x="-514394" y="1906534"/>
                <a:ext cx="2235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latin typeface="+mj-ea"/>
                    <a:ea typeface="+mj-ea"/>
                    <a:sym typeface="HarmonyOS Sans SC Light" panose="00000400000000000000" pitchFamily="2" charset="-122"/>
                  </a:rPr>
                  <a:t>提升交易效率</a:t>
                </a: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29751422-1380-0111-1DDA-3CE07068B9EC}"/>
                </a:ext>
              </a:extLst>
            </p:cNvPr>
            <p:cNvGrpSpPr/>
            <p:nvPr/>
          </p:nvGrpSpPr>
          <p:grpSpPr>
            <a:xfrm>
              <a:off x="954014" y="1569252"/>
              <a:ext cx="3198343" cy="1452979"/>
              <a:chOff x="69794" y="1906534"/>
              <a:chExt cx="3198343" cy="1452979"/>
            </a:xfrm>
          </p:grpSpPr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57D4302-4317-EC76-A5A7-7445B6451057}"/>
                  </a:ext>
                </a:extLst>
              </p:cNvPr>
              <p:cNvSpPr txBox="1"/>
              <p:nvPr/>
            </p:nvSpPr>
            <p:spPr>
              <a:xfrm>
                <a:off x="283598" y="2190603"/>
                <a:ext cx="2966425" cy="1168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just"/>
                <a:r>
                  <a:rPr lang="zh-CN" altLang="zh-CN" sz="1200" kern="100" dirty="0">
                    <a:effectLst/>
                    <a:latin typeface="+mj-ea"/>
                    <a:ea typeface="+mj-ea"/>
                  </a:rPr>
                  <a:t>本课题通过构建一个透明、高效的交易平台解决信息不对称问题，助力文山三七产业的现代化升级。</a:t>
                </a:r>
                <a:r>
                  <a:rPr lang="zh-CN" altLang="zh-CN" sz="1200" kern="1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提升相关从业者的收入，还将推动当地经济的发展。</a:t>
                </a:r>
                <a:endParaRPr lang="zh-CN" altLang="zh-CN" sz="1200" kern="100" dirty="0">
                  <a:effectLst/>
                  <a:latin typeface="+mj-ea"/>
                  <a:ea typeface="+mj-ea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EA6D340-7880-BF4E-90B1-361F7DC3A5A1}"/>
                  </a:ext>
                </a:extLst>
              </p:cNvPr>
              <p:cNvSpPr txBox="1"/>
              <p:nvPr/>
            </p:nvSpPr>
            <p:spPr>
              <a:xfrm>
                <a:off x="69794" y="1906534"/>
                <a:ext cx="31983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zh-CN" altLang="zh-CN" sz="1800" kern="1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促进</a:t>
                </a:r>
                <a:r>
                  <a:rPr lang="zh-CN" altLang="en-US" sz="1800" kern="1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经济</a:t>
                </a:r>
                <a:r>
                  <a:rPr lang="zh-CN" altLang="zh-CN" sz="1800" kern="100" dirty="0">
                    <a:effectLst/>
                    <a:latin typeface="+mj-ea"/>
                    <a:ea typeface="+mj-ea"/>
                    <a:cs typeface="Times New Roman" panose="02020603050405020304" pitchFamily="18" charset="0"/>
                  </a:rPr>
                  <a:t>发展</a:t>
                </a:r>
                <a:endPara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endParaRPr>
              </a:p>
            </p:txBody>
          </p:sp>
        </p:grp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4869368-B5ED-FB7B-A6F7-3D3C60030299}"/>
              </a:ext>
            </a:extLst>
          </p:cNvPr>
          <p:cNvGrpSpPr/>
          <p:nvPr/>
        </p:nvGrpSpPr>
        <p:grpSpPr>
          <a:xfrm>
            <a:off x="1326987" y="4265585"/>
            <a:ext cx="9538026" cy="1452979"/>
            <a:chOff x="1167818" y="1569252"/>
            <a:chExt cx="9538026" cy="1452979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65BE2445-414E-4E23-2CB7-01F1A8E2EC6F}"/>
                </a:ext>
              </a:extLst>
            </p:cNvPr>
            <p:cNvGrpSpPr/>
            <p:nvPr/>
          </p:nvGrpSpPr>
          <p:grpSpPr>
            <a:xfrm>
              <a:off x="7739419" y="1569252"/>
              <a:ext cx="2966425" cy="1041712"/>
              <a:chOff x="-514395" y="1906534"/>
              <a:chExt cx="2966425" cy="1041712"/>
            </a:xfrm>
          </p:grpSpPr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39CCA7E-846D-00FA-BFC5-59AD404F9A00}"/>
                  </a:ext>
                </a:extLst>
              </p:cNvPr>
              <p:cNvSpPr txBox="1"/>
              <p:nvPr/>
            </p:nvSpPr>
            <p:spPr>
              <a:xfrm>
                <a:off x="-514395" y="2190603"/>
                <a:ext cx="2966425" cy="7576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sz="1000" dirty="0">
                    <a:latin typeface="+mj-ea"/>
                    <a:ea typeface="+mj-ea"/>
                    <a:sym typeface="HarmonyOS Sans SC Light" panose="00000400000000000000" pitchFamily="2" charset="-122"/>
                  </a:rPr>
                  <a:t>通过开发三七交易平台，可以推动三七产业链的数字化转型，实现生产、流通、销售等环节的信息化和智能化管理。</a:t>
                </a:r>
                <a:endParaRPr lang="en-US" altLang="zh-CN" sz="1000" dirty="0">
                  <a:latin typeface="+mj-ea"/>
                  <a:ea typeface="+mj-ea"/>
                  <a:sym typeface="HarmonyOS Sans SC Light" panose="00000400000000000000" pitchFamily="2" charset="-122"/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3354990-6DEE-11C4-406D-321D2A23A1DD}"/>
                  </a:ext>
                </a:extLst>
              </p:cNvPr>
              <p:cNvSpPr txBox="1"/>
              <p:nvPr/>
            </p:nvSpPr>
            <p:spPr>
              <a:xfrm>
                <a:off x="-514394" y="1906534"/>
                <a:ext cx="2235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latin typeface="+mj-ea"/>
                    <a:ea typeface="+mj-ea"/>
                    <a:sym typeface="HarmonyOS Sans SC Light" panose="00000400000000000000" pitchFamily="2" charset="-122"/>
                  </a:rPr>
                  <a:t>推动产业链数字化转型</a:t>
                </a:r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1875FCB0-044B-CB47-9D0C-1F8C831CC31E}"/>
                </a:ext>
              </a:extLst>
            </p:cNvPr>
            <p:cNvGrpSpPr/>
            <p:nvPr/>
          </p:nvGrpSpPr>
          <p:grpSpPr>
            <a:xfrm>
              <a:off x="1167818" y="1569252"/>
              <a:ext cx="2984539" cy="1452979"/>
              <a:chOff x="283598" y="1906534"/>
              <a:chExt cx="2984539" cy="1452979"/>
            </a:xfrm>
          </p:grpSpPr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7B2459A-22CA-E73C-D9E7-13C08C38F2C6}"/>
                  </a:ext>
                </a:extLst>
              </p:cNvPr>
              <p:cNvSpPr txBox="1"/>
              <p:nvPr/>
            </p:nvSpPr>
            <p:spPr>
              <a:xfrm>
                <a:off x="283598" y="2190603"/>
                <a:ext cx="2966425" cy="1168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200" dirty="0">
                    <a:latin typeface="+mj-ea"/>
                    <a:ea typeface="+mj-ea"/>
                    <a:sym typeface="HarmonyOS Sans SC Light" panose="00000400000000000000" pitchFamily="2" charset="-122"/>
                  </a:rPr>
                  <a:t>通过数据可视化界面展示三七价格市场波动，帮助买卖双方及时了解市场动态，做出更加科学合理的交易决策，从而提高市场的透明度和公平性。</a:t>
                </a:r>
                <a:endParaRPr lang="en-US" altLang="zh-CN" sz="1200" dirty="0">
                  <a:latin typeface="+mj-ea"/>
                  <a:ea typeface="+mj-ea"/>
                  <a:sym typeface="HarmonyOS Sans SC Light" panose="00000400000000000000" pitchFamily="2" charset="-122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F731A5D-ED94-CA33-55B5-8985D117DC0C}"/>
                  </a:ext>
                </a:extLst>
              </p:cNvPr>
              <p:cNvSpPr txBox="1"/>
              <p:nvPr/>
            </p:nvSpPr>
            <p:spPr>
              <a:xfrm>
                <a:off x="1032570" y="1906534"/>
                <a:ext cx="2235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ea"/>
                    <a:ea typeface="+mj-ea"/>
                    <a:sym typeface="HarmonyOS Sans SC Light" panose="00000400000000000000" pitchFamily="2" charset="-122"/>
                  </a:rPr>
                  <a:t>提高市场的透明度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22088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DBF1002-CE54-2A5A-D858-71E7AE1D755E}"/>
              </a:ext>
            </a:extLst>
          </p:cNvPr>
          <p:cNvSpPr txBox="1"/>
          <p:nvPr/>
        </p:nvSpPr>
        <p:spPr>
          <a:xfrm>
            <a:off x="5557405" y="343366"/>
            <a:ext cx="1107996" cy="369332"/>
          </a:xfrm>
          <a:prstGeom prst="rect">
            <a:avLst/>
          </a:prstGeom>
          <a:noFill/>
          <a:ln>
            <a:solidFill>
              <a:srgbClr val="2E8F5C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</a:rPr>
              <a:t>平台功能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2D8C8E-31AD-709F-813E-7AEFEB4A8C46}"/>
              </a:ext>
            </a:extLst>
          </p:cNvPr>
          <p:cNvSpPr txBox="1"/>
          <p:nvPr/>
        </p:nvSpPr>
        <p:spPr>
          <a:xfrm>
            <a:off x="4759810" y="276249"/>
            <a:ext cx="604653" cy="523220"/>
          </a:xfrm>
          <a:prstGeom prst="rect">
            <a:avLst/>
          </a:prstGeom>
          <a:noFill/>
          <a:ln>
            <a:solidFill>
              <a:srgbClr val="2E8F5C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945E04-F7F8-5D5D-3696-0DE9B57ADFDE}"/>
              </a:ext>
            </a:extLst>
          </p:cNvPr>
          <p:cNvSpPr/>
          <p:nvPr/>
        </p:nvSpPr>
        <p:spPr>
          <a:xfrm>
            <a:off x="1099517" y="1156642"/>
            <a:ext cx="9992965" cy="523220"/>
          </a:xfrm>
          <a:prstGeom prst="rect">
            <a:avLst/>
          </a:prstGeom>
          <a:noFill/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solidFill>
                  <a:srgbClr val="236D52"/>
                </a:solidFill>
                <a:latin typeface="+mj-ea"/>
                <a:ea typeface="+mj-ea"/>
              </a:rPr>
              <a:t>文 山 三 七 交 易 平 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F69E53-D377-6212-22C7-C600F538D695}"/>
              </a:ext>
            </a:extLst>
          </p:cNvPr>
          <p:cNvSpPr/>
          <p:nvPr/>
        </p:nvSpPr>
        <p:spPr>
          <a:xfrm>
            <a:off x="1088339" y="2072430"/>
            <a:ext cx="7137080" cy="523220"/>
          </a:xfrm>
          <a:prstGeom prst="rect">
            <a:avLst/>
          </a:prstGeom>
          <a:noFill/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solidFill>
                  <a:srgbClr val="236D52"/>
                </a:solidFill>
                <a:latin typeface="+mj-ea"/>
                <a:ea typeface="+mj-ea"/>
              </a:rPr>
              <a:t>用户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681B1C-9F02-5DF6-4F5F-444F4B55A12A}"/>
              </a:ext>
            </a:extLst>
          </p:cNvPr>
          <p:cNvSpPr/>
          <p:nvPr/>
        </p:nvSpPr>
        <p:spPr>
          <a:xfrm>
            <a:off x="8829513" y="2072881"/>
            <a:ext cx="2247624" cy="523220"/>
          </a:xfrm>
          <a:prstGeom prst="rect">
            <a:avLst/>
          </a:prstGeom>
          <a:noFill/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solidFill>
                  <a:srgbClr val="236D52"/>
                </a:solidFill>
                <a:latin typeface="+mj-ea"/>
                <a:ea typeface="+mj-ea"/>
              </a:rPr>
              <a:t>管理员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87FB90-B2BB-F1DD-C604-24E6821AE6D5}"/>
              </a:ext>
            </a:extLst>
          </p:cNvPr>
          <p:cNvSpPr/>
          <p:nvPr/>
        </p:nvSpPr>
        <p:spPr>
          <a:xfrm>
            <a:off x="5189502" y="2916090"/>
            <a:ext cx="3060849" cy="514035"/>
          </a:xfrm>
          <a:prstGeom prst="rect">
            <a:avLst/>
          </a:prstGeom>
          <a:noFill/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solidFill>
                  <a:srgbClr val="236D52"/>
                </a:solidFill>
                <a:latin typeface="+mj-ea"/>
                <a:ea typeface="+mj-ea"/>
              </a:rPr>
              <a:t>通用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4C2FD6-E9BF-228B-D8D7-D11BA421834E}"/>
              </a:ext>
            </a:extLst>
          </p:cNvPr>
          <p:cNvSpPr/>
          <p:nvPr/>
        </p:nvSpPr>
        <p:spPr>
          <a:xfrm>
            <a:off x="1098930" y="2899624"/>
            <a:ext cx="1400110" cy="514035"/>
          </a:xfrm>
          <a:prstGeom prst="rect">
            <a:avLst/>
          </a:prstGeom>
          <a:noFill/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solidFill>
                  <a:srgbClr val="236D52"/>
                </a:solidFill>
                <a:latin typeface="+mj-ea"/>
                <a:ea typeface="+mj-ea"/>
              </a:rPr>
              <a:t>买家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D97F295-F676-D08C-B6F4-303C81226953}"/>
              </a:ext>
            </a:extLst>
          </p:cNvPr>
          <p:cNvSpPr/>
          <p:nvPr/>
        </p:nvSpPr>
        <p:spPr>
          <a:xfrm>
            <a:off x="3196275" y="2899623"/>
            <a:ext cx="1400110" cy="514036"/>
          </a:xfrm>
          <a:prstGeom prst="rect">
            <a:avLst/>
          </a:prstGeom>
          <a:noFill/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solidFill>
                  <a:srgbClr val="236D52"/>
                </a:solidFill>
                <a:latin typeface="+mj-ea"/>
                <a:ea typeface="+mj-ea"/>
              </a:rPr>
              <a:t>卖家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366D73-5C87-52CC-DD13-6D4A18B4AAA3}"/>
              </a:ext>
            </a:extLst>
          </p:cNvPr>
          <p:cNvSpPr/>
          <p:nvPr/>
        </p:nvSpPr>
        <p:spPr>
          <a:xfrm>
            <a:off x="6816870" y="3796525"/>
            <a:ext cx="582398" cy="2056244"/>
          </a:xfrm>
          <a:prstGeom prst="rect">
            <a:avLst/>
          </a:prstGeom>
          <a:noFill/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solidFill>
                  <a:srgbClr val="236D52"/>
                </a:solidFill>
              </a:rPr>
              <a:t>市场数据可视化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B49F1B-76C0-35DE-E7B0-E21513168ADC}"/>
              </a:ext>
            </a:extLst>
          </p:cNvPr>
          <p:cNvSpPr/>
          <p:nvPr/>
        </p:nvSpPr>
        <p:spPr>
          <a:xfrm>
            <a:off x="7643021" y="3796525"/>
            <a:ext cx="582398" cy="2056244"/>
          </a:xfrm>
          <a:prstGeom prst="rect">
            <a:avLst/>
          </a:prstGeom>
          <a:noFill/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solidFill>
                  <a:srgbClr val="236D52"/>
                </a:solidFill>
              </a:rPr>
              <a:t>行业资讯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32BDDC0-72DE-76C1-8794-5191A6D53E43}"/>
              </a:ext>
            </a:extLst>
          </p:cNvPr>
          <p:cNvSpPr/>
          <p:nvPr/>
        </p:nvSpPr>
        <p:spPr>
          <a:xfrm>
            <a:off x="1099518" y="3756394"/>
            <a:ext cx="582398" cy="2056244"/>
          </a:xfrm>
          <a:prstGeom prst="rect">
            <a:avLst/>
          </a:prstGeom>
          <a:noFill/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solidFill>
                  <a:srgbClr val="236D52"/>
                </a:solidFill>
              </a:rPr>
              <a:t>求购信息发布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EA0362C-2FB9-5DCC-69F8-AAE66D829BA6}"/>
              </a:ext>
            </a:extLst>
          </p:cNvPr>
          <p:cNvSpPr/>
          <p:nvPr/>
        </p:nvSpPr>
        <p:spPr>
          <a:xfrm>
            <a:off x="1946175" y="3756394"/>
            <a:ext cx="582398" cy="2056244"/>
          </a:xfrm>
          <a:prstGeom prst="rect">
            <a:avLst/>
          </a:prstGeom>
          <a:noFill/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solidFill>
                  <a:srgbClr val="236D52"/>
                </a:solidFill>
              </a:rPr>
              <a:t>供货信息浏览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17188F1-06B3-B70D-9A89-9A18C40C1DF6}"/>
              </a:ext>
            </a:extLst>
          </p:cNvPr>
          <p:cNvSpPr/>
          <p:nvPr/>
        </p:nvSpPr>
        <p:spPr>
          <a:xfrm>
            <a:off x="3142398" y="3756393"/>
            <a:ext cx="582398" cy="2056244"/>
          </a:xfrm>
          <a:prstGeom prst="rect">
            <a:avLst/>
          </a:prstGeom>
          <a:noFill/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solidFill>
                  <a:srgbClr val="236D52"/>
                </a:solidFill>
              </a:rPr>
              <a:t>供货信息发布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EA2ABB0-4015-F037-0744-FF058EB7F5BD}"/>
              </a:ext>
            </a:extLst>
          </p:cNvPr>
          <p:cNvSpPr/>
          <p:nvPr/>
        </p:nvSpPr>
        <p:spPr>
          <a:xfrm>
            <a:off x="3989055" y="3756393"/>
            <a:ext cx="582398" cy="2056244"/>
          </a:xfrm>
          <a:prstGeom prst="rect">
            <a:avLst/>
          </a:prstGeom>
          <a:noFill/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solidFill>
                  <a:srgbClr val="236D52"/>
                </a:solidFill>
              </a:rPr>
              <a:t>求购信息浏览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0419A6B-CD18-CBC8-9DDB-44E39441DDD6}"/>
              </a:ext>
            </a:extLst>
          </p:cNvPr>
          <p:cNvSpPr/>
          <p:nvPr/>
        </p:nvSpPr>
        <p:spPr>
          <a:xfrm>
            <a:off x="5164570" y="3796525"/>
            <a:ext cx="582398" cy="2056244"/>
          </a:xfrm>
          <a:prstGeom prst="rect">
            <a:avLst/>
          </a:prstGeom>
          <a:noFill/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solidFill>
                  <a:srgbClr val="236D52"/>
                </a:solidFill>
              </a:rPr>
              <a:t>登录注册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CAC33D7-7522-9913-EA45-DA88EBD84630}"/>
              </a:ext>
            </a:extLst>
          </p:cNvPr>
          <p:cNvSpPr/>
          <p:nvPr/>
        </p:nvSpPr>
        <p:spPr>
          <a:xfrm>
            <a:off x="5990720" y="3796525"/>
            <a:ext cx="582398" cy="2056244"/>
          </a:xfrm>
          <a:prstGeom prst="rect">
            <a:avLst/>
          </a:prstGeom>
          <a:noFill/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solidFill>
                  <a:srgbClr val="236D52"/>
                </a:solidFill>
              </a:rPr>
              <a:t>个人信息管理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3994E6-EB40-BD9A-236E-9823698295D5}"/>
              </a:ext>
            </a:extLst>
          </p:cNvPr>
          <p:cNvSpPr/>
          <p:nvPr/>
        </p:nvSpPr>
        <p:spPr>
          <a:xfrm>
            <a:off x="8863912" y="2982217"/>
            <a:ext cx="582398" cy="2954658"/>
          </a:xfrm>
          <a:prstGeom prst="rect">
            <a:avLst/>
          </a:prstGeom>
          <a:noFill/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solidFill>
                  <a:srgbClr val="236D52"/>
                </a:solidFill>
              </a:rPr>
              <a:t>用户数据管理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77E495D-2583-FD92-3032-B2B8EE44D283}"/>
              </a:ext>
            </a:extLst>
          </p:cNvPr>
          <p:cNvSpPr/>
          <p:nvPr/>
        </p:nvSpPr>
        <p:spPr>
          <a:xfrm>
            <a:off x="9662126" y="2982217"/>
            <a:ext cx="582398" cy="2954658"/>
          </a:xfrm>
          <a:prstGeom prst="rect">
            <a:avLst/>
          </a:prstGeom>
          <a:noFill/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solidFill>
                  <a:srgbClr val="236D52"/>
                </a:solidFill>
              </a:rPr>
              <a:t>商品审核管理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98D41C8-8AC7-CED7-E87E-A06678D5BF93}"/>
              </a:ext>
            </a:extLst>
          </p:cNvPr>
          <p:cNvSpPr/>
          <p:nvPr/>
        </p:nvSpPr>
        <p:spPr>
          <a:xfrm>
            <a:off x="10501975" y="2982217"/>
            <a:ext cx="582398" cy="2954658"/>
          </a:xfrm>
          <a:prstGeom prst="rect">
            <a:avLst/>
          </a:prstGeom>
          <a:noFill/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 dirty="0">
                <a:solidFill>
                  <a:srgbClr val="236D52"/>
                </a:solidFill>
              </a:rPr>
              <a:t>行业资讯管理</a:t>
            </a:r>
          </a:p>
        </p:txBody>
      </p: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FA836C16-DFEC-510D-E5C7-8CBA557237D9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5180156" y="1156586"/>
            <a:ext cx="392568" cy="1439121"/>
          </a:xfrm>
          <a:prstGeom prst="bentConnector3">
            <a:avLst/>
          </a:prstGeom>
          <a:ln>
            <a:solidFill>
              <a:srgbClr val="2E8F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62F38EAD-029B-2832-2307-5BAB510DA61D}"/>
              </a:ext>
            </a:extLst>
          </p:cNvPr>
          <p:cNvCxnSpPr>
            <a:stCxn id="4" idx="2"/>
            <a:endCxn id="6" idx="0"/>
          </p:cNvCxnSpPr>
          <p:nvPr/>
        </p:nvCxnSpPr>
        <p:spPr>
          <a:xfrm rot="16200000" flipH="1">
            <a:off x="7828153" y="-52292"/>
            <a:ext cx="393019" cy="3857325"/>
          </a:xfrm>
          <a:prstGeom prst="bentConnector3">
            <a:avLst/>
          </a:prstGeom>
          <a:ln>
            <a:solidFill>
              <a:srgbClr val="2E8F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C98A49AD-5660-1E6E-4078-A4828931EDA5}"/>
              </a:ext>
            </a:extLst>
          </p:cNvPr>
          <p:cNvCxnSpPr>
            <a:stCxn id="5" idx="2"/>
            <a:endCxn id="8" idx="0"/>
          </p:cNvCxnSpPr>
          <p:nvPr/>
        </p:nvCxnSpPr>
        <p:spPr>
          <a:xfrm rot="5400000">
            <a:off x="3075945" y="1318690"/>
            <a:ext cx="303974" cy="2857894"/>
          </a:xfrm>
          <a:prstGeom prst="bentConnector3">
            <a:avLst/>
          </a:prstGeom>
          <a:ln>
            <a:solidFill>
              <a:srgbClr val="2E8F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E63050C3-C850-2FCD-C5F3-4E5BC4460B63}"/>
              </a:ext>
            </a:extLst>
          </p:cNvPr>
          <p:cNvCxnSpPr>
            <a:stCxn id="8" idx="2"/>
            <a:endCxn id="12" idx="0"/>
          </p:cNvCxnSpPr>
          <p:nvPr/>
        </p:nvCxnSpPr>
        <p:spPr>
          <a:xfrm rot="5400000">
            <a:off x="1423484" y="3380892"/>
            <a:ext cx="342735" cy="408268"/>
          </a:xfrm>
          <a:prstGeom prst="bentConnector3">
            <a:avLst/>
          </a:prstGeom>
          <a:ln>
            <a:solidFill>
              <a:srgbClr val="2E8F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F847F01E-C38A-07BA-A502-04A6E0C04B37}"/>
              </a:ext>
            </a:extLst>
          </p:cNvPr>
          <p:cNvCxnSpPr>
            <a:stCxn id="8" idx="2"/>
            <a:endCxn id="13" idx="0"/>
          </p:cNvCxnSpPr>
          <p:nvPr/>
        </p:nvCxnSpPr>
        <p:spPr>
          <a:xfrm rot="16200000" flipH="1">
            <a:off x="1846812" y="3365831"/>
            <a:ext cx="342735" cy="438389"/>
          </a:xfrm>
          <a:prstGeom prst="bentConnector3">
            <a:avLst/>
          </a:prstGeom>
          <a:ln>
            <a:solidFill>
              <a:srgbClr val="2E8F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2D3571A0-333C-5DCB-D3D4-F109DD6E5095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16200000" flipH="1">
            <a:off x="5528183" y="1724346"/>
            <a:ext cx="320440" cy="2063048"/>
          </a:xfrm>
          <a:prstGeom prst="bentConnector3">
            <a:avLst/>
          </a:prstGeom>
          <a:ln>
            <a:solidFill>
              <a:srgbClr val="2E8F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18BB0E6A-D5BA-85FA-BB8D-ED9861732D97}"/>
              </a:ext>
            </a:extLst>
          </p:cNvPr>
          <p:cNvCxnSpPr>
            <a:stCxn id="5" idx="2"/>
            <a:endCxn id="9" idx="0"/>
          </p:cNvCxnSpPr>
          <p:nvPr/>
        </p:nvCxnSpPr>
        <p:spPr>
          <a:xfrm rot="5400000">
            <a:off x="4124619" y="2367362"/>
            <a:ext cx="303973" cy="760549"/>
          </a:xfrm>
          <a:prstGeom prst="bentConnector3">
            <a:avLst/>
          </a:prstGeom>
          <a:ln>
            <a:solidFill>
              <a:srgbClr val="2E8F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连接符: 肘形 79">
            <a:extLst>
              <a:ext uri="{FF2B5EF4-FFF2-40B4-BE49-F238E27FC236}">
                <a16:creationId xmlns:a16="http://schemas.microsoft.com/office/drawing/2014/main" id="{2FB7AD73-F492-5455-E653-1DBD89CE9A7A}"/>
              </a:ext>
            </a:extLst>
          </p:cNvPr>
          <p:cNvCxnSpPr>
            <a:stCxn id="9" idx="2"/>
            <a:endCxn id="14" idx="0"/>
          </p:cNvCxnSpPr>
          <p:nvPr/>
        </p:nvCxnSpPr>
        <p:spPr>
          <a:xfrm rot="5400000">
            <a:off x="3493597" y="3353660"/>
            <a:ext cx="342734" cy="462733"/>
          </a:xfrm>
          <a:prstGeom prst="bentConnector3">
            <a:avLst/>
          </a:prstGeom>
          <a:ln>
            <a:solidFill>
              <a:srgbClr val="2E8F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CC7FCD90-93E1-878E-4202-E5B98B2E2C49}"/>
              </a:ext>
            </a:extLst>
          </p:cNvPr>
          <p:cNvCxnSpPr>
            <a:stCxn id="9" idx="2"/>
            <a:endCxn id="15" idx="0"/>
          </p:cNvCxnSpPr>
          <p:nvPr/>
        </p:nvCxnSpPr>
        <p:spPr>
          <a:xfrm rot="16200000" flipH="1">
            <a:off x="3916925" y="3393064"/>
            <a:ext cx="342734" cy="383924"/>
          </a:xfrm>
          <a:prstGeom prst="bentConnector3">
            <a:avLst/>
          </a:prstGeom>
          <a:ln>
            <a:solidFill>
              <a:srgbClr val="2E8F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53A83255-02D9-A50C-91F8-9F9D68C34693}"/>
              </a:ext>
            </a:extLst>
          </p:cNvPr>
          <p:cNvCxnSpPr>
            <a:stCxn id="7" idx="2"/>
            <a:endCxn id="18" idx="0"/>
          </p:cNvCxnSpPr>
          <p:nvPr/>
        </p:nvCxnSpPr>
        <p:spPr>
          <a:xfrm rot="5400000">
            <a:off x="6317723" y="3394321"/>
            <a:ext cx="366400" cy="438008"/>
          </a:xfrm>
          <a:prstGeom prst="bentConnector3">
            <a:avLst/>
          </a:prstGeom>
          <a:ln>
            <a:solidFill>
              <a:srgbClr val="2E8F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940B491A-0675-6D52-B86B-BAA14CABB9B8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rot="16200000" flipH="1">
            <a:off x="6730798" y="3419254"/>
            <a:ext cx="366400" cy="388142"/>
          </a:xfrm>
          <a:prstGeom prst="bentConnector3">
            <a:avLst/>
          </a:prstGeom>
          <a:ln>
            <a:solidFill>
              <a:srgbClr val="2E8F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连接符: 肘形 89">
            <a:extLst>
              <a:ext uri="{FF2B5EF4-FFF2-40B4-BE49-F238E27FC236}">
                <a16:creationId xmlns:a16="http://schemas.microsoft.com/office/drawing/2014/main" id="{46B06D8F-1B35-81B7-797E-3FE3D8DEA2C1}"/>
              </a:ext>
            </a:extLst>
          </p:cNvPr>
          <p:cNvCxnSpPr>
            <a:stCxn id="7" idx="2"/>
            <a:endCxn id="11" idx="0"/>
          </p:cNvCxnSpPr>
          <p:nvPr/>
        </p:nvCxnSpPr>
        <p:spPr>
          <a:xfrm rot="16200000" flipH="1">
            <a:off x="7143873" y="3006178"/>
            <a:ext cx="366400" cy="1214293"/>
          </a:xfrm>
          <a:prstGeom prst="bentConnector3">
            <a:avLst/>
          </a:prstGeom>
          <a:ln>
            <a:solidFill>
              <a:srgbClr val="2E8F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连接符: 肘形 91">
            <a:extLst>
              <a:ext uri="{FF2B5EF4-FFF2-40B4-BE49-F238E27FC236}">
                <a16:creationId xmlns:a16="http://schemas.microsoft.com/office/drawing/2014/main" id="{85C2EE17-47CD-E435-4C49-55E9C3595CB1}"/>
              </a:ext>
            </a:extLst>
          </p:cNvPr>
          <p:cNvCxnSpPr>
            <a:stCxn id="7" idx="2"/>
            <a:endCxn id="17" idx="0"/>
          </p:cNvCxnSpPr>
          <p:nvPr/>
        </p:nvCxnSpPr>
        <p:spPr>
          <a:xfrm rot="5400000">
            <a:off x="5904648" y="2981246"/>
            <a:ext cx="366400" cy="1264158"/>
          </a:xfrm>
          <a:prstGeom prst="bentConnector3">
            <a:avLst/>
          </a:prstGeom>
          <a:ln>
            <a:solidFill>
              <a:srgbClr val="2E8F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连接符: 肘形 95">
            <a:extLst>
              <a:ext uri="{FF2B5EF4-FFF2-40B4-BE49-F238E27FC236}">
                <a16:creationId xmlns:a16="http://schemas.microsoft.com/office/drawing/2014/main" id="{DEE24C4C-5A15-C781-3ECF-E87FFBC54C6A}"/>
              </a:ext>
            </a:extLst>
          </p:cNvPr>
          <p:cNvCxnSpPr>
            <a:stCxn id="6" idx="2"/>
            <a:endCxn id="19" idx="0"/>
          </p:cNvCxnSpPr>
          <p:nvPr/>
        </p:nvCxnSpPr>
        <p:spPr>
          <a:xfrm rot="5400000">
            <a:off x="9361160" y="2390052"/>
            <a:ext cx="386116" cy="798214"/>
          </a:xfrm>
          <a:prstGeom prst="bentConnector3">
            <a:avLst/>
          </a:prstGeom>
          <a:ln>
            <a:solidFill>
              <a:srgbClr val="2E8F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连接符: 肘形 97">
            <a:extLst>
              <a:ext uri="{FF2B5EF4-FFF2-40B4-BE49-F238E27FC236}">
                <a16:creationId xmlns:a16="http://schemas.microsoft.com/office/drawing/2014/main" id="{8DF515AA-A2E2-051E-A4EC-0EE10F2A1269}"/>
              </a:ext>
            </a:extLst>
          </p:cNvPr>
          <p:cNvCxnSpPr>
            <a:stCxn id="6" idx="2"/>
            <a:endCxn id="20" idx="0"/>
          </p:cNvCxnSpPr>
          <p:nvPr/>
        </p:nvCxnSpPr>
        <p:spPr>
          <a:xfrm rot="5400000">
            <a:off x="9760267" y="2789159"/>
            <a:ext cx="386116" cy="12700"/>
          </a:xfrm>
          <a:prstGeom prst="bentConnector3">
            <a:avLst/>
          </a:prstGeom>
          <a:ln>
            <a:solidFill>
              <a:srgbClr val="2E8F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连接符: 肘形 99">
            <a:extLst>
              <a:ext uri="{FF2B5EF4-FFF2-40B4-BE49-F238E27FC236}">
                <a16:creationId xmlns:a16="http://schemas.microsoft.com/office/drawing/2014/main" id="{FB52830E-5F6A-F708-F68A-FABFC8402027}"/>
              </a:ext>
            </a:extLst>
          </p:cNvPr>
          <p:cNvCxnSpPr>
            <a:stCxn id="6" idx="2"/>
            <a:endCxn id="21" idx="0"/>
          </p:cNvCxnSpPr>
          <p:nvPr/>
        </p:nvCxnSpPr>
        <p:spPr>
          <a:xfrm rot="16200000" flipH="1">
            <a:off x="10180191" y="2369234"/>
            <a:ext cx="386116" cy="839849"/>
          </a:xfrm>
          <a:prstGeom prst="bentConnector3">
            <a:avLst/>
          </a:prstGeom>
          <a:ln>
            <a:solidFill>
              <a:srgbClr val="2E8F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96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val 22+">
            <a:extLst>
              <a:ext uri="{FF2B5EF4-FFF2-40B4-BE49-F238E27FC236}">
                <a16:creationId xmlns:a16="http://schemas.microsoft.com/office/drawing/2014/main" id="{D23F2512-F894-D92E-F7EA-9C06F874B49A}"/>
              </a:ext>
            </a:extLst>
          </p:cNvPr>
          <p:cNvSpPr/>
          <p:nvPr/>
        </p:nvSpPr>
        <p:spPr>
          <a:xfrm>
            <a:off x="4477807" y="1994059"/>
            <a:ext cx="3304118" cy="3304118"/>
          </a:xfrm>
          <a:prstGeom prst="ellipse">
            <a:avLst/>
          </a:prstGeom>
          <a:solidFill>
            <a:schemeClr val="bg1"/>
          </a:solidFill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+mj-ea"/>
              <a:ea typeface="+mj-ea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F013384-9063-4E36-0BB2-B2370B21AD2A}"/>
              </a:ext>
            </a:extLst>
          </p:cNvPr>
          <p:cNvSpPr txBox="1"/>
          <p:nvPr/>
        </p:nvSpPr>
        <p:spPr>
          <a:xfrm>
            <a:off x="5557405" y="3433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</a:rPr>
              <a:t>技术选型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A9F432B-31E1-30E6-BCBA-1D5910278769}"/>
              </a:ext>
            </a:extLst>
          </p:cNvPr>
          <p:cNvSpPr txBox="1"/>
          <p:nvPr/>
        </p:nvSpPr>
        <p:spPr>
          <a:xfrm>
            <a:off x="4759810" y="276249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</a:rPr>
              <a:t>05</a:t>
            </a:r>
            <a:endParaRPr lang="zh-CN" altLang="en-US" sz="2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D9B7F5D8-F95B-5620-4064-5C8A51682C51}"/>
              </a:ext>
            </a:extLst>
          </p:cNvPr>
          <p:cNvSpPr/>
          <p:nvPr/>
        </p:nvSpPr>
        <p:spPr>
          <a:xfrm>
            <a:off x="3960105" y="1530500"/>
            <a:ext cx="4271790" cy="4271786"/>
          </a:xfrm>
          <a:custGeom>
            <a:avLst/>
            <a:gdLst>
              <a:gd name="connsiteX0" fmla="*/ 4528040 w 5433648"/>
              <a:gd name="connsiteY0" fmla="*/ 0 h 5433643"/>
              <a:gd name="connsiteX1" fmla="*/ 5433648 w 5433648"/>
              <a:gd name="connsiteY1" fmla="*/ 905607 h 5433643"/>
              <a:gd name="connsiteX2" fmla="*/ 4528040 w 5433648"/>
              <a:gd name="connsiteY2" fmla="*/ 1811215 h 5433643"/>
              <a:gd name="connsiteX3" fmla="*/ 3622432 w 5433648"/>
              <a:gd name="connsiteY3" fmla="*/ 2716823 h 5433643"/>
              <a:gd name="connsiteX4" fmla="*/ 4528040 w 5433648"/>
              <a:gd name="connsiteY4" fmla="*/ 3622431 h 5433643"/>
              <a:gd name="connsiteX5" fmla="*/ 5433648 w 5433648"/>
              <a:gd name="connsiteY5" fmla="*/ 4528039 h 5433643"/>
              <a:gd name="connsiteX6" fmla="*/ 4620633 w 5433648"/>
              <a:gd name="connsiteY6" fmla="*/ 5428971 h 5433643"/>
              <a:gd name="connsiteX7" fmla="*/ 4528119 w 5433648"/>
              <a:gd name="connsiteY7" fmla="*/ 5433643 h 5433643"/>
              <a:gd name="connsiteX8" fmla="*/ 4527961 w 5433648"/>
              <a:gd name="connsiteY8" fmla="*/ 5433643 h 5433643"/>
              <a:gd name="connsiteX9" fmla="*/ 4435447 w 5433648"/>
              <a:gd name="connsiteY9" fmla="*/ 5428971 h 5433643"/>
              <a:gd name="connsiteX10" fmla="*/ 3622432 w 5433648"/>
              <a:gd name="connsiteY10" fmla="*/ 4528039 h 5433643"/>
              <a:gd name="connsiteX11" fmla="*/ 2716824 w 5433648"/>
              <a:gd name="connsiteY11" fmla="*/ 3622431 h 5433643"/>
              <a:gd name="connsiteX12" fmla="*/ 1811216 w 5433648"/>
              <a:gd name="connsiteY12" fmla="*/ 4528039 h 5433643"/>
              <a:gd name="connsiteX13" fmla="*/ 998201 w 5433648"/>
              <a:gd name="connsiteY13" fmla="*/ 5428971 h 5433643"/>
              <a:gd name="connsiteX14" fmla="*/ 905687 w 5433648"/>
              <a:gd name="connsiteY14" fmla="*/ 5433643 h 5433643"/>
              <a:gd name="connsiteX15" fmla="*/ 905529 w 5433648"/>
              <a:gd name="connsiteY15" fmla="*/ 5433643 h 5433643"/>
              <a:gd name="connsiteX16" fmla="*/ 813015 w 5433648"/>
              <a:gd name="connsiteY16" fmla="*/ 5428971 h 5433643"/>
              <a:gd name="connsiteX17" fmla="*/ 0 w 5433648"/>
              <a:gd name="connsiteY17" fmla="*/ 4528039 h 5433643"/>
              <a:gd name="connsiteX18" fmla="*/ 905608 w 5433648"/>
              <a:gd name="connsiteY18" fmla="*/ 3622431 h 5433643"/>
              <a:gd name="connsiteX19" fmla="*/ 1811216 w 5433648"/>
              <a:gd name="connsiteY19" fmla="*/ 2716823 h 5433643"/>
              <a:gd name="connsiteX20" fmla="*/ 905608 w 5433648"/>
              <a:gd name="connsiteY20" fmla="*/ 1811215 h 5433643"/>
              <a:gd name="connsiteX21" fmla="*/ 0 w 5433648"/>
              <a:gd name="connsiteY21" fmla="*/ 905607 h 5433643"/>
              <a:gd name="connsiteX22" fmla="*/ 905608 w 5433648"/>
              <a:gd name="connsiteY22" fmla="*/ 0 h 5433643"/>
              <a:gd name="connsiteX23" fmla="*/ 1811216 w 5433648"/>
              <a:gd name="connsiteY23" fmla="*/ 905607 h 5433643"/>
              <a:gd name="connsiteX24" fmla="*/ 2716824 w 5433648"/>
              <a:gd name="connsiteY24" fmla="*/ 1811215 h 5433643"/>
              <a:gd name="connsiteX25" fmla="*/ 3622432 w 5433648"/>
              <a:gd name="connsiteY25" fmla="*/ 905607 h 5433643"/>
              <a:gd name="connsiteX26" fmla="*/ 4528040 w 5433648"/>
              <a:gd name="connsiteY26" fmla="*/ 0 h 5433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433648" h="5433643">
                <a:moveTo>
                  <a:pt x="4528040" y="0"/>
                </a:moveTo>
                <a:cubicBezTo>
                  <a:pt x="5028193" y="0"/>
                  <a:pt x="5433648" y="405455"/>
                  <a:pt x="5433648" y="905607"/>
                </a:cubicBezTo>
                <a:cubicBezTo>
                  <a:pt x="5433648" y="1405760"/>
                  <a:pt x="5028193" y="1811215"/>
                  <a:pt x="4528040" y="1811215"/>
                </a:cubicBezTo>
                <a:cubicBezTo>
                  <a:pt x="4027887" y="1811215"/>
                  <a:pt x="3622432" y="2216670"/>
                  <a:pt x="3622432" y="2716823"/>
                </a:cubicBezTo>
                <a:cubicBezTo>
                  <a:pt x="3622432" y="3216976"/>
                  <a:pt x="4027887" y="3622431"/>
                  <a:pt x="4528040" y="3622431"/>
                </a:cubicBezTo>
                <a:cubicBezTo>
                  <a:pt x="5028193" y="3622431"/>
                  <a:pt x="5433648" y="4027886"/>
                  <a:pt x="5433648" y="4528039"/>
                </a:cubicBezTo>
                <a:cubicBezTo>
                  <a:pt x="5433648" y="4996933"/>
                  <a:pt x="5077291" y="5382595"/>
                  <a:pt x="4620633" y="5428971"/>
                </a:cubicBezTo>
                <a:lnTo>
                  <a:pt x="4528119" y="5433643"/>
                </a:lnTo>
                <a:lnTo>
                  <a:pt x="4527961" y="5433643"/>
                </a:lnTo>
                <a:lnTo>
                  <a:pt x="4435447" y="5428971"/>
                </a:lnTo>
                <a:cubicBezTo>
                  <a:pt x="3978789" y="5382595"/>
                  <a:pt x="3622432" y="4996933"/>
                  <a:pt x="3622432" y="4528039"/>
                </a:cubicBezTo>
                <a:cubicBezTo>
                  <a:pt x="3622432" y="4027886"/>
                  <a:pt x="3216977" y="3622431"/>
                  <a:pt x="2716824" y="3622431"/>
                </a:cubicBezTo>
                <a:cubicBezTo>
                  <a:pt x="2216671" y="3622431"/>
                  <a:pt x="1811216" y="4027886"/>
                  <a:pt x="1811216" y="4528039"/>
                </a:cubicBezTo>
                <a:cubicBezTo>
                  <a:pt x="1811216" y="4996933"/>
                  <a:pt x="1454859" y="5382595"/>
                  <a:pt x="998201" y="5428971"/>
                </a:cubicBezTo>
                <a:lnTo>
                  <a:pt x="905687" y="5433643"/>
                </a:lnTo>
                <a:lnTo>
                  <a:pt x="905529" y="5433643"/>
                </a:lnTo>
                <a:lnTo>
                  <a:pt x="813015" y="5428971"/>
                </a:lnTo>
                <a:cubicBezTo>
                  <a:pt x="356357" y="5382595"/>
                  <a:pt x="0" y="4996933"/>
                  <a:pt x="0" y="4528039"/>
                </a:cubicBezTo>
                <a:cubicBezTo>
                  <a:pt x="0" y="4027886"/>
                  <a:pt x="405455" y="3622431"/>
                  <a:pt x="905608" y="3622431"/>
                </a:cubicBezTo>
                <a:cubicBezTo>
                  <a:pt x="1405761" y="3622431"/>
                  <a:pt x="1811216" y="3216976"/>
                  <a:pt x="1811216" y="2716823"/>
                </a:cubicBezTo>
                <a:cubicBezTo>
                  <a:pt x="1811216" y="2216670"/>
                  <a:pt x="1405761" y="1811215"/>
                  <a:pt x="905608" y="1811215"/>
                </a:cubicBezTo>
                <a:cubicBezTo>
                  <a:pt x="405455" y="1811215"/>
                  <a:pt x="0" y="1405760"/>
                  <a:pt x="0" y="905607"/>
                </a:cubicBezTo>
                <a:cubicBezTo>
                  <a:pt x="0" y="405455"/>
                  <a:pt x="405455" y="0"/>
                  <a:pt x="905608" y="0"/>
                </a:cubicBezTo>
                <a:cubicBezTo>
                  <a:pt x="1405761" y="0"/>
                  <a:pt x="1811216" y="405455"/>
                  <a:pt x="1811216" y="905607"/>
                </a:cubicBezTo>
                <a:cubicBezTo>
                  <a:pt x="1811216" y="1405760"/>
                  <a:pt x="2216671" y="1811215"/>
                  <a:pt x="2716824" y="1811215"/>
                </a:cubicBezTo>
                <a:cubicBezTo>
                  <a:pt x="3216977" y="1811215"/>
                  <a:pt x="3622432" y="1405760"/>
                  <a:pt x="3622432" y="905607"/>
                </a:cubicBezTo>
                <a:cubicBezTo>
                  <a:pt x="3622432" y="405455"/>
                  <a:pt x="4027887" y="0"/>
                  <a:pt x="4528040" y="0"/>
                </a:cubicBezTo>
                <a:close/>
              </a:path>
            </a:pathLst>
          </a:custGeom>
          <a:solidFill>
            <a:schemeClr val="bg1"/>
          </a:solidFill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259105C-30B2-B300-5C9F-E76AC4120DBB}"/>
              </a:ext>
            </a:extLst>
          </p:cNvPr>
          <p:cNvGrpSpPr/>
          <p:nvPr/>
        </p:nvGrpSpPr>
        <p:grpSpPr>
          <a:xfrm>
            <a:off x="6975587" y="1690661"/>
            <a:ext cx="1097573" cy="1097573"/>
            <a:chOff x="4117891" y="1819321"/>
            <a:chExt cx="1097573" cy="1097573"/>
          </a:xfrm>
        </p:grpSpPr>
        <p:sp>
          <p:nvSpPr>
            <p:cNvPr id="4" name="椭圆 3" descr="D:\51PPT模板网\51pptmoban.com\图片.jpg">
              <a:extLst>
                <a:ext uri="{FF2B5EF4-FFF2-40B4-BE49-F238E27FC236}">
                  <a16:creationId xmlns:a16="http://schemas.microsoft.com/office/drawing/2014/main" id="{DF957D91-D6C2-1682-016F-8C418B2A1428}"/>
                </a:ext>
              </a:extLst>
            </p:cNvPr>
            <p:cNvSpPr/>
            <p:nvPr/>
          </p:nvSpPr>
          <p:spPr>
            <a:xfrm>
              <a:off x="4117891" y="1819321"/>
              <a:ext cx="1097573" cy="1097573"/>
            </a:xfrm>
            <a:prstGeom prst="ellipse">
              <a:avLst/>
            </a:prstGeom>
            <a:solidFill>
              <a:srgbClr val="2E8F5C"/>
            </a:solidFill>
            <a:ln w="12700" cap="flat">
              <a:solidFill>
                <a:srgbClr val="2E8F5C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F253F14-B751-2F60-CCC7-7D3C2AF6C1D5}"/>
                </a:ext>
              </a:extLst>
            </p:cNvPr>
            <p:cNvGrpSpPr/>
            <p:nvPr/>
          </p:nvGrpSpPr>
          <p:grpSpPr>
            <a:xfrm>
              <a:off x="4369508" y="2029520"/>
              <a:ext cx="578226" cy="569508"/>
              <a:chOff x="902902" y="1758476"/>
              <a:chExt cx="1696096" cy="1670524"/>
            </a:xfrm>
          </p:grpSpPr>
          <p:sp>
            <p:nvSpPr>
              <p:cNvPr id="6" name="任意多边形: 形状 5">
                <a:extLst>
                  <a:ext uri="{FF2B5EF4-FFF2-40B4-BE49-F238E27FC236}">
                    <a16:creationId xmlns:a16="http://schemas.microsoft.com/office/drawing/2014/main" id="{86A36D17-BD1A-0A75-CE21-EEABE0FE2ABF}"/>
                  </a:ext>
                </a:extLst>
              </p:cNvPr>
              <p:cNvSpPr/>
              <p:nvPr/>
            </p:nvSpPr>
            <p:spPr>
              <a:xfrm>
                <a:off x="902902" y="1758476"/>
                <a:ext cx="1506486" cy="1670524"/>
              </a:xfrm>
              <a:custGeom>
                <a:avLst/>
                <a:gdLst>
                  <a:gd name="connsiteX0" fmla="*/ 753244 w 1506485"/>
                  <a:gd name="connsiteY0" fmla="*/ 0 h 1670524"/>
                  <a:gd name="connsiteX1" fmla="*/ 1192860 w 1506485"/>
                  <a:gd name="connsiteY1" fmla="*/ 439616 h 1670524"/>
                  <a:gd name="connsiteX2" fmla="*/ 924362 w 1506485"/>
                  <a:gd name="connsiteY2" fmla="*/ 844685 h 1670524"/>
                  <a:gd name="connsiteX3" fmla="*/ 882781 w 1506485"/>
                  <a:gd name="connsiteY3" fmla="*/ 857593 h 1670524"/>
                  <a:gd name="connsiteX4" fmla="*/ 895888 w 1506485"/>
                  <a:gd name="connsiteY4" fmla="*/ 858962 h 1670524"/>
                  <a:gd name="connsiteX5" fmla="*/ 1502886 w 1506485"/>
                  <a:gd name="connsiteY5" fmla="*/ 1591731 h 1670524"/>
                  <a:gd name="connsiteX6" fmla="*/ 1506485 w 1506485"/>
                  <a:gd name="connsiteY6" fmla="*/ 1670524 h 1670524"/>
                  <a:gd name="connsiteX7" fmla="*/ 0 w 1506485"/>
                  <a:gd name="connsiteY7" fmla="*/ 1670524 h 1670524"/>
                  <a:gd name="connsiteX8" fmla="*/ 3600 w 1506485"/>
                  <a:gd name="connsiteY8" fmla="*/ 1591731 h 1670524"/>
                  <a:gd name="connsiteX9" fmla="*/ 610597 w 1506485"/>
                  <a:gd name="connsiteY9" fmla="*/ 858962 h 1670524"/>
                  <a:gd name="connsiteX10" fmla="*/ 623707 w 1506485"/>
                  <a:gd name="connsiteY10" fmla="*/ 857592 h 1670524"/>
                  <a:gd name="connsiteX11" fmla="*/ 582126 w 1506485"/>
                  <a:gd name="connsiteY11" fmla="*/ 844685 h 1670524"/>
                  <a:gd name="connsiteX12" fmla="*/ 313628 w 1506485"/>
                  <a:gd name="connsiteY12" fmla="*/ 439616 h 1670524"/>
                  <a:gd name="connsiteX13" fmla="*/ 753244 w 1506485"/>
                  <a:gd name="connsiteY13" fmla="*/ 0 h 1670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06485" h="1670524">
                    <a:moveTo>
                      <a:pt x="753244" y="0"/>
                    </a:moveTo>
                    <a:cubicBezTo>
                      <a:pt x="996037" y="0"/>
                      <a:pt x="1192860" y="196823"/>
                      <a:pt x="1192860" y="439616"/>
                    </a:cubicBezTo>
                    <a:cubicBezTo>
                      <a:pt x="1192860" y="621711"/>
                      <a:pt x="1082147" y="777947"/>
                      <a:pt x="924362" y="844685"/>
                    </a:cubicBezTo>
                    <a:lnTo>
                      <a:pt x="882781" y="857593"/>
                    </a:lnTo>
                    <a:lnTo>
                      <a:pt x="895888" y="858962"/>
                    </a:lnTo>
                    <a:cubicBezTo>
                      <a:pt x="1219210" y="927430"/>
                      <a:pt x="1469120" y="1224270"/>
                      <a:pt x="1502886" y="1591731"/>
                    </a:cubicBezTo>
                    <a:lnTo>
                      <a:pt x="1506485" y="1670524"/>
                    </a:lnTo>
                    <a:lnTo>
                      <a:pt x="0" y="1670524"/>
                    </a:lnTo>
                    <a:lnTo>
                      <a:pt x="3600" y="1591731"/>
                    </a:lnTo>
                    <a:cubicBezTo>
                      <a:pt x="37365" y="1224270"/>
                      <a:pt x="287275" y="927430"/>
                      <a:pt x="610597" y="858962"/>
                    </a:cubicBezTo>
                    <a:lnTo>
                      <a:pt x="623707" y="857592"/>
                    </a:lnTo>
                    <a:lnTo>
                      <a:pt x="582126" y="844685"/>
                    </a:lnTo>
                    <a:cubicBezTo>
                      <a:pt x="424341" y="777947"/>
                      <a:pt x="313628" y="621711"/>
                      <a:pt x="313628" y="439616"/>
                    </a:cubicBezTo>
                    <a:cubicBezTo>
                      <a:pt x="313628" y="196823"/>
                      <a:pt x="510451" y="0"/>
                      <a:pt x="75324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7" name="任意多边形: 形状 6">
                <a:extLst>
                  <a:ext uri="{FF2B5EF4-FFF2-40B4-BE49-F238E27FC236}">
                    <a16:creationId xmlns:a16="http://schemas.microsoft.com/office/drawing/2014/main" id="{E62D7624-9D13-3343-9B31-066B745EE136}"/>
                  </a:ext>
                </a:extLst>
              </p:cNvPr>
              <p:cNvSpPr/>
              <p:nvPr/>
            </p:nvSpPr>
            <p:spPr>
              <a:xfrm>
                <a:off x="1799067" y="1758476"/>
                <a:ext cx="799931" cy="1670524"/>
              </a:xfrm>
              <a:custGeom>
                <a:avLst/>
                <a:gdLst>
                  <a:gd name="connsiteX0" fmla="*/ 46690 w 799931"/>
                  <a:gd name="connsiteY0" fmla="*/ 0 h 1670524"/>
                  <a:gd name="connsiteX1" fmla="*/ 486306 w 799931"/>
                  <a:gd name="connsiteY1" fmla="*/ 439616 h 1670524"/>
                  <a:gd name="connsiteX2" fmla="*/ 217808 w 799931"/>
                  <a:gd name="connsiteY2" fmla="*/ 844685 h 1670524"/>
                  <a:gd name="connsiteX3" fmla="*/ 176227 w 799931"/>
                  <a:gd name="connsiteY3" fmla="*/ 857593 h 1670524"/>
                  <a:gd name="connsiteX4" fmla="*/ 189334 w 799931"/>
                  <a:gd name="connsiteY4" fmla="*/ 858962 h 1670524"/>
                  <a:gd name="connsiteX5" fmla="*/ 796332 w 799931"/>
                  <a:gd name="connsiteY5" fmla="*/ 1591731 h 1670524"/>
                  <a:gd name="connsiteX6" fmla="*/ 799931 w 799931"/>
                  <a:gd name="connsiteY6" fmla="*/ 1670524 h 1670524"/>
                  <a:gd name="connsiteX7" fmla="*/ 706551 w 799931"/>
                  <a:gd name="connsiteY7" fmla="*/ 1670524 h 1670524"/>
                  <a:gd name="connsiteX8" fmla="*/ 702952 w 799931"/>
                  <a:gd name="connsiteY8" fmla="*/ 1591731 h 1670524"/>
                  <a:gd name="connsiteX9" fmla="*/ 95954 w 799931"/>
                  <a:gd name="connsiteY9" fmla="*/ 858962 h 1670524"/>
                  <a:gd name="connsiteX10" fmla="*/ 82847 w 799931"/>
                  <a:gd name="connsiteY10" fmla="*/ 857593 h 1670524"/>
                  <a:gd name="connsiteX11" fmla="*/ 124428 w 799931"/>
                  <a:gd name="connsiteY11" fmla="*/ 844685 h 1670524"/>
                  <a:gd name="connsiteX12" fmla="*/ 392926 w 799931"/>
                  <a:gd name="connsiteY12" fmla="*/ 439616 h 1670524"/>
                  <a:gd name="connsiteX13" fmla="*/ 41908 w 799931"/>
                  <a:gd name="connsiteY13" fmla="*/ 8932 h 1670524"/>
                  <a:gd name="connsiteX14" fmla="*/ 0 w 799931"/>
                  <a:gd name="connsiteY14" fmla="*/ 4707 h 1670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99931" h="1670524">
                    <a:moveTo>
                      <a:pt x="46690" y="0"/>
                    </a:moveTo>
                    <a:cubicBezTo>
                      <a:pt x="289483" y="0"/>
                      <a:pt x="486306" y="196823"/>
                      <a:pt x="486306" y="439616"/>
                    </a:cubicBezTo>
                    <a:cubicBezTo>
                      <a:pt x="486306" y="621711"/>
                      <a:pt x="375593" y="777947"/>
                      <a:pt x="217808" y="844685"/>
                    </a:cubicBezTo>
                    <a:lnTo>
                      <a:pt x="176227" y="857593"/>
                    </a:lnTo>
                    <a:lnTo>
                      <a:pt x="189334" y="858962"/>
                    </a:lnTo>
                    <a:cubicBezTo>
                      <a:pt x="512656" y="927430"/>
                      <a:pt x="762566" y="1224270"/>
                      <a:pt x="796332" y="1591731"/>
                    </a:cubicBezTo>
                    <a:lnTo>
                      <a:pt x="799931" y="1670524"/>
                    </a:lnTo>
                    <a:lnTo>
                      <a:pt x="706551" y="1670524"/>
                    </a:lnTo>
                    <a:lnTo>
                      <a:pt x="702952" y="1591731"/>
                    </a:lnTo>
                    <a:cubicBezTo>
                      <a:pt x="669186" y="1224270"/>
                      <a:pt x="419276" y="927430"/>
                      <a:pt x="95954" y="858962"/>
                    </a:cubicBezTo>
                    <a:lnTo>
                      <a:pt x="82847" y="857593"/>
                    </a:lnTo>
                    <a:lnTo>
                      <a:pt x="124428" y="844685"/>
                    </a:lnTo>
                    <a:cubicBezTo>
                      <a:pt x="282213" y="777947"/>
                      <a:pt x="392926" y="621711"/>
                      <a:pt x="392926" y="439616"/>
                    </a:cubicBezTo>
                    <a:cubicBezTo>
                      <a:pt x="392926" y="227172"/>
                      <a:pt x="242234" y="49924"/>
                      <a:pt x="41908" y="8932"/>
                    </a:cubicBezTo>
                    <a:lnTo>
                      <a:pt x="0" y="470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122D955-6538-44EE-E36F-577458A179ED}"/>
              </a:ext>
            </a:extLst>
          </p:cNvPr>
          <p:cNvGrpSpPr/>
          <p:nvPr/>
        </p:nvGrpSpPr>
        <p:grpSpPr>
          <a:xfrm>
            <a:off x="4115410" y="4531312"/>
            <a:ext cx="1097573" cy="1097573"/>
            <a:chOff x="6976536" y="1819321"/>
            <a:chExt cx="1097573" cy="1097573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636E38D0-AD91-26BC-06B8-62243ED97C3F}"/>
                </a:ext>
              </a:extLst>
            </p:cNvPr>
            <p:cNvSpPr/>
            <p:nvPr/>
          </p:nvSpPr>
          <p:spPr>
            <a:xfrm>
              <a:off x="6976536" y="1819321"/>
              <a:ext cx="1097573" cy="1097573"/>
            </a:xfrm>
            <a:prstGeom prst="ellipse">
              <a:avLst/>
            </a:prstGeom>
            <a:solidFill>
              <a:srgbClr val="2E8F5C"/>
            </a:solidFill>
            <a:ln w="12700" cap="flat">
              <a:solidFill>
                <a:srgbClr val="2E8F5C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05C89385-0773-C67F-A0F6-6A240AEE4E79}"/>
                </a:ext>
              </a:extLst>
            </p:cNvPr>
            <p:cNvGrpSpPr/>
            <p:nvPr/>
          </p:nvGrpSpPr>
          <p:grpSpPr>
            <a:xfrm>
              <a:off x="7151456" y="1994242"/>
              <a:ext cx="747729" cy="747729"/>
              <a:chOff x="429467" y="2595507"/>
              <a:chExt cx="1933845" cy="1933845"/>
            </a:xfrm>
          </p:grpSpPr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E2F5155F-4603-5ED8-A293-519B36134F10}"/>
                  </a:ext>
                </a:extLst>
              </p:cNvPr>
              <p:cNvSpPr/>
              <p:nvPr/>
            </p:nvSpPr>
            <p:spPr>
              <a:xfrm rot="18455554" flipH="1">
                <a:off x="429467" y="3239105"/>
                <a:ext cx="1933845" cy="646650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01804F52-6E75-4844-B50A-45BECAE100AB}"/>
                  </a:ext>
                </a:extLst>
              </p:cNvPr>
              <p:cNvSpPr/>
              <p:nvPr/>
            </p:nvSpPr>
            <p:spPr>
              <a:xfrm rot="3144446">
                <a:off x="429467" y="3239105"/>
                <a:ext cx="1933845" cy="646650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C8996074-AE58-29DD-4961-0F1372A86D60}"/>
                  </a:ext>
                </a:extLst>
              </p:cNvPr>
              <p:cNvSpPr/>
              <p:nvPr/>
            </p:nvSpPr>
            <p:spPr>
              <a:xfrm>
                <a:off x="429467" y="3239105"/>
                <a:ext cx="1933845" cy="646650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5BD9B80-38CB-F78C-0951-3679C8E4A221}"/>
              </a:ext>
            </a:extLst>
          </p:cNvPr>
          <p:cNvGrpSpPr/>
          <p:nvPr/>
        </p:nvGrpSpPr>
        <p:grpSpPr>
          <a:xfrm>
            <a:off x="4118548" y="1666352"/>
            <a:ext cx="1097573" cy="1097573"/>
            <a:chOff x="4117891" y="4653933"/>
            <a:chExt cx="1097573" cy="1097573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A2EFF1E5-DA5D-8A2F-C723-B05698637EB8}"/>
                </a:ext>
              </a:extLst>
            </p:cNvPr>
            <p:cNvSpPr/>
            <p:nvPr/>
          </p:nvSpPr>
          <p:spPr>
            <a:xfrm>
              <a:off x="4117891" y="4653933"/>
              <a:ext cx="1097573" cy="1097573"/>
            </a:xfrm>
            <a:prstGeom prst="ellipse">
              <a:avLst/>
            </a:prstGeom>
            <a:solidFill>
              <a:srgbClr val="2E8F5C"/>
            </a:solidFill>
            <a:ln w="12700" cap="flat">
              <a:solidFill>
                <a:srgbClr val="2E8F5C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EFC142F8-0DEA-AB38-192B-6328DA4F6B8F}"/>
                </a:ext>
              </a:extLst>
            </p:cNvPr>
            <p:cNvSpPr/>
            <p:nvPr/>
          </p:nvSpPr>
          <p:spPr>
            <a:xfrm>
              <a:off x="4451499" y="4898216"/>
              <a:ext cx="430357" cy="645419"/>
            </a:xfrm>
            <a:custGeom>
              <a:avLst/>
              <a:gdLst>
                <a:gd name="connsiteX0" fmla="*/ 104101 w 848215"/>
                <a:gd name="connsiteY0" fmla="*/ 174520 h 1272094"/>
                <a:gd name="connsiteX1" fmla="*/ 50128 w 848215"/>
                <a:gd name="connsiteY1" fmla="*/ 228493 h 1272094"/>
                <a:gd name="connsiteX2" fmla="*/ 50128 w 848215"/>
                <a:gd name="connsiteY2" fmla="*/ 1139676 h 1272094"/>
                <a:gd name="connsiteX3" fmla="*/ 104101 w 848215"/>
                <a:gd name="connsiteY3" fmla="*/ 1193649 h 1272094"/>
                <a:gd name="connsiteX4" fmla="*/ 744113 w 848215"/>
                <a:gd name="connsiteY4" fmla="*/ 1193649 h 1272094"/>
                <a:gd name="connsiteX5" fmla="*/ 798086 w 848215"/>
                <a:gd name="connsiteY5" fmla="*/ 1139676 h 1272094"/>
                <a:gd name="connsiteX6" fmla="*/ 798086 w 848215"/>
                <a:gd name="connsiteY6" fmla="*/ 228493 h 1272094"/>
                <a:gd name="connsiteX7" fmla="*/ 744113 w 848215"/>
                <a:gd name="connsiteY7" fmla="*/ 174520 h 1272094"/>
                <a:gd name="connsiteX8" fmla="*/ 515968 w 848215"/>
                <a:gd name="connsiteY8" fmla="*/ 69461 h 1272094"/>
                <a:gd name="connsiteX9" fmla="*/ 477982 w 848215"/>
                <a:gd name="connsiteY9" fmla="*/ 107447 h 1272094"/>
                <a:gd name="connsiteX10" fmla="*/ 515968 w 848215"/>
                <a:gd name="connsiteY10" fmla="*/ 145433 h 1272094"/>
                <a:gd name="connsiteX11" fmla="*/ 553954 w 848215"/>
                <a:gd name="connsiteY11" fmla="*/ 107447 h 1272094"/>
                <a:gd name="connsiteX12" fmla="*/ 515968 w 848215"/>
                <a:gd name="connsiteY12" fmla="*/ 69461 h 1272094"/>
                <a:gd name="connsiteX13" fmla="*/ 363114 w 848215"/>
                <a:gd name="connsiteY13" fmla="*/ 69461 h 1272094"/>
                <a:gd name="connsiteX14" fmla="*/ 325128 w 848215"/>
                <a:gd name="connsiteY14" fmla="*/ 107447 h 1272094"/>
                <a:gd name="connsiteX15" fmla="*/ 363114 w 848215"/>
                <a:gd name="connsiteY15" fmla="*/ 145433 h 1272094"/>
                <a:gd name="connsiteX16" fmla="*/ 401100 w 848215"/>
                <a:gd name="connsiteY16" fmla="*/ 107447 h 1272094"/>
                <a:gd name="connsiteX17" fmla="*/ 363114 w 848215"/>
                <a:gd name="connsiteY17" fmla="*/ 69461 h 1272094"/>
                <a:gd name="connsiteX18" fmla="*/ 44039 w 848215"/>
                <a:gd name="connsiteY18" fmla="*/ 0 h 1272094"/>
                <a:gd name="connsiteX19" fmla="*/ 804176 w 848215"/>
                <a:gd name="connsiteY19" fmla="*/ 0 h 1272094"/>
                <a:gd name="connsiteX20" fmla="*/ 848215 w 848215"/>
                <a:gd name="connsiteY20" fmla="*/ 44039 h 1272094"/>
                <a:gd name="connsiteX21" fmla="*/ 848215 w 848215"/>
                <a:gd name="connsiteY21" fmla="*/ 1228055 h 1272094"/>
                <a:gd name="connsiteX22" fmla="*/ 804176 w 848215"/>
                <a:gd name="connsiteY22" fmla="*/ 1272094 h 1272094"/>
                <a:gd name="connsiteX23" fmla="*/ 44039 w 848215"/>
                <a:gd name="connsiteY23" fmla="*/ 1272094 h 1272094"/>
                <a:gd name="connsiteX24" fmla="*/ 0 w 848215"/>
                <a:gd name="connsiteY24" fmla="*/ 1228055 h 1272094"/>
                <a:gd name="connsiteX25" fmla="*/ 0 w 848215"/>
                <a:gd name="connsiteY25" fmla="*/ 44039 h 1272094"/>
                <a:gd name="connsiteX26" fmla="*/ 44039 w 848215"/>
                <a:gd name="connsiteY26" fmla="*/ 0 h 1272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48215" h="1272094">
                  <a:moveTo>
                    <a:pt x="104101" y="174520"/>
                  </a:moveTo>
                  <a:cubicBezTo>
                    <a:pt x="74293" y="174520"/>
                    <a:pt x="50128" y="198685"/>
                    <a:pt x="50128" y="228493"/>
                  </a:cubicBezTo>
                  <a:lnTo>
                    <a:pt x="50128" y="1139676"/>
                  </a:lnTo>
                  <a:cubicBezTo>
                    <a:pt x="50128" y="1169484"/>
                    <a:pt x="74293" y="1193649"/>
                    <a:pt x="104101" y="1193649"/>
                  </a:cubicBezTo>
                  <a:lnTo>
                    <a:pt x="744113" y="1193649"/>
                  </a:lnTo>
                  <a:cubicBezTo>
                    <a:pt x="773921" y="1193649"/>
                    <a:pt x="798086" y="1169484"/>
                    <a:pt x="798086" y="1139676"/>
                  </a:cubicBezTo>
                  <a:lnTo>
                    <a:pt x="798086" y="228493"/>
                  </a:lnTo>
                  <a:cubicBezTo>
                    <a:pt x="798086" y="198685"/>
                    <a:pt x="773921" y="174520"/>
                    <a:pt x="744113" y="174520"/>
                  </a:cubicBezTo>
                  <a:close/>
                  <a:moveTo>
                    <a:pt x="515968" y="69461"/>
                  </a:moveTo>
                  <a:cubicBezTo>
                    <a:pt x="494989" y="69461"/>
                    <a:pt x="477982" y="86468"/>
                    <a:pt x="477982" y="107447"/>
                  </a:cubicBezTo>
                  <a:cubicBezTo>
                    <a:pt x="477982" y="128426"/>
                    <a:pt x="494989" y="145433"/>
                    <a:pt x="515968" y="145433"/>
                  </a:cubicBezTo>
                  <a:cubicBezTo>
                    <a:pt x="536947" y="145433"/>
                    <a:pt x="553954" y="128426"/>
                    <a:pt x="553954" y="107447"/>
                  </a:cubicBezTo>
                  <a:cubicBezTo>
                    <a:pt x="553954" y="86468"/>
                    <a:pt x="536947" y="69461"/>
                    <a:pt x="515968" y="69461"/>
                  </a:cubicBezTo>
                  <a:close/>
                  <a:moveTo>
                    <a:pt x="363114" y="69461"/>
                  </a:moveTo>
                  <a:cubicBezTo>
                    <a:pt x="342135" y="69461"/>
                    <a:pt x="325128" y="86468"/>
                    <a:pt x="325128" y="107447"/>
                  </a:cubicBezTo>
                  <a:cubicBezTo>
                    <a:pt x="325128" y="128426"/>
                    <a:pt x="342135" y="145433"/>
                    <a:pt x="363114" y="145433"/>
                  </a:cubicBezTo>
                  <a:cubicBezTo>
                    <a:pt x="384093" y="145433"/>
                    <a:pt x="401100" y="128426"/>
                    <a:pt x="401100" y="107447"/>
                  </a:cubicBezTo>
                  <a:cubicBezTo>
                    <a:pt x="401100" y="86468"/>
                    <a:pt x="384093" y="69461"/>
                    <a:pt x="363114" y="69461"/>
                  </a:cubicBezTo>
                  <a:close/>
                  <a:moveTo>
                    <a:pt x="44039" y="0"/>
                  </a:moveTo>
                  <a:lnTo>
                    <a:pt x="804176" y="0"/>
                  </a:lnTo>
                  <a:cubicBezTo>
                    <a:pt x="828498" y="0"/>
                    <a:pt x="848215" y="19717"/>
                    <a:pt x="848215" y="44039"/>
                  </a:cubicBezTo>
                  <a:lnTo>
                    <a:pt x="848215" y="1228055"/>
                  </a:lnTo>
                  <a:cubicBezTo>
                    <a:pt x="848215" y="1252377"/>
                    <a:pt x="828498" y="1272094"/>
                    <a:pt x="804176" y="1272094"/>
                  </a:cubicBezTo>
                  <a:lnTo>
                    <a:pt x="44039" y="1272094"/>
                  </a:lnTo>
                  <a:cubicBezTo>
                    <a:pt x="19717" y="1272094"/>
                    <a:pt x="0" y="1252377"/>
                    <a:pt x="0" y="1228055"/>
                  </a:cubicBezTo>
                  <a:lnTo>
                    <a:pt x="0" y="44039"/>
                  </a:lnTo>
                  <a:cubicBezTo>
                    <a:pt x="0" y="19717"/>
                    <a:pt x="19717" y="0"/>
                    <a:pt x="440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0A9294A-879A-3349-459F-4FAE5F44B9C9}"/>
              </a:ext>
            </a:extLst>
          </p:cNvPr>
          <p:cNvGrpSpPr/>
          <p:nvPr/>
        </p:nvGrpSpPr>
        <p:grpSpPr>
          <a:xfrm>
            <a:off x="6976535" y="4550113"/>
            <a:ext cx="1097573" cy="1097573"/>
            <a:chOff x="6976535" y="4664413"/>
            <a:chExt cx="1097573" cy="1097573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F48417F1-B889-8FC8-2DA7-0B55C6D5C451}"/>
                </a:ext>
              </a:extLst>
            </p:cNvPr>
            <p:cNvSpPr/>
            <p:nvPr/>
          </p:nvSpPr>
          <p:spPr>
            <a:xfrm>
              <a:off x="6976535" y="4664413"/>
              <a:ext cx="1097573" cy="1097573"/>
            </a:xfrm>
            <a:prstGeom prst="ellipse">
              <a:avLst/>
            </a:prstGeom>
            <a:solidFill>
              <a:srgbClr val="2E8F5C"/>
            </a:solidFill>
            <a:ln w="12700" cap="flat">
              <a:solidFill>
                <a:srgbClr val="2E8F5C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34D76821-2995-609B-1FBB-865BEE445EA5}"/>
                </a:ext>
              </a:extLst>
            </p:cNvPr>
            <p:cNvGrpSpPr/>
            <p:nvPr/>
          </p:nvGrpSpPr>
          <p:grpSpPr>
            <a:xfrm>
              <a:off x="7181489" y="5031272"/>
              <a:ext cx="687662" cy="342894"/>
              <a:chOff x="1276350" y="2990850"/>
              <a:chExt cx="1203420" cy="600069"/>
            </a:xfrm>
          </p:grpSpPr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850E59E1-0B04-13F4-C39B-BF24B8F5D7BF}"/>
                  </a:ext>
                </a:extLst>
              </p:cNvPr>
              <p:cNvSpPr/>
              <p:nvPr/>
            </p:nvSpPr>
            <p:spPr>
              <a:xfrm>
                <a:off x="1651095" y="3152773"/>
                <a:ext cx="828675" cy="438146"/>
              </a:xfrm>
              <a:custGeom>
                <a:avLst/>
                <a:gdLst>
                  <a:gd name="connsiteX0" fmla="*/ 485917 w 828675"/>
                  <a:gd name="connsiteY0" fmla="*/ 0 h 438146"/>
                  <a:gd name="connsiteX1" fmla="*/ 779901 w 828675"/>
                  <a:gd name="connsiteY1" fmla="*/ 0 h 438146"/>
                  <a:gd name="connsiteX2" fmla="*/ 828675 w 828675"/>
                  <a:gd name="connsiteY2" fmla="*/ 48774 h 438146"/>
                  <a:gd name="connsiteX3" fmla="*/ 828675 w 828675"/>
                  <a:gd name="connsiteY3" fmla="*/ 389372 h 438146"/>
                  <a:gd name="connsiteX4" fmla="*/ 779901 w 828675"/>
                  <a:gd name="connsiteY4" fmla="*/ 438146 h 438146"/>
                  <a:gd name="connsiteX5" fmla="*/ 48774 w 828675"/>
                  <a:gd name="connsiteY5" fmla="*/ 438146 h 438146"/>
                  <a:gd name="connsiteX6" fmla="*/ 0 w 828675"/>
                  <a:gd name="connsiteY6" fmla="*/ 389372 h 438146"/>
                  <a:gd name="connsiteX7" fmla="*/ 0 w 828675"/>
                  <a:gd name="connsiteY7" fmla="*/ 305522 h 438146"/>
                  <a:gd name="connsiteX8" fmla="*/ 437143 w 828675"/>
                  <a:gd name="connsiteY8" fmla="*/ 305522 h 438146"/>
                  <a:gd name="connsiteX9" fmla="*/ 485917 w 828675"/>
                  <a:gd name="connsiteY9" fmla="*/ 256748 h 438146"/>
                  <a:gd name="connsiteX10" fmla="*/ 485917 w 828675"/>
                  <a:gd name="connsiteY10" fmla="*/ 0 h 438146"/>
                  <a:gd name="connsiteX11" fmla="*/ 625134 w 828675"/>
                  <a:gd name="connsiteY11" fmla="*/ 152398 h 438146"/>
                  <a:gd name="connsiteX12" fmla="*/ 558459 w 828675"/>
                  <a:gd name="connsiteY12" fmla="*/ 219073 h 438146"/>
                  <a:gd name="connsiteX13" fmla="*/ 625134 w 828675"/>
                  <a:gd name="connsiteY13" fmla="*/ 285748 h 438146"/>
                  <a:gd name="connsiteX14" fmla="*/ 691809 w 828675"/>
                  <a:gd name="connsiteY14" fmla="*/ 219073 h 438146"/>
                  <a:gd name="connsiteX15" fmla="*/ 625134 w 828675"/>
                  <a:gd name="connsiteY15" fmla="*/ 152398 h 438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8675" h="438146">
                    <a:moveTo>
                      <a:pt x="485917" y="0"/>
                    </a:moveTo>
                    <a:lnTo>
                      <a:pt x="779901" y="0"/>
                    </a:lnTo>
                    <a:cubicBezTo>
                      <a:pt x="806838" y="0"/>
                      <a:pt x="828675" y="21837"/>
                      <a:pt x="828675" y="48774"/>
                    </a:cubicBezTo>
                    <a:lnTo>
                      <a:pt x="828675" y="389372"/>
                    </a:lnTo>
                    <a:cubicBezTo>
                      <a:pt x="828675" y="416309"/>
                      <a:pt x="806838" y="438146"/>
                      <a:pt x="779901" y="438146"/>
                    </a:cubicBezTo>
                    <a:lnTo>
                      <a:pt x="48774" y="438146"/>
                    </a:lnTo>
                    <a:cubicBezTo>
                      <a:pt x="21837" y="438146"/>
                      <a:pt x="0" y="416309"/>
                      <a:pt x="0" y="389372"/>
                    </a:cubicBezTo>
                    <a:lnTo>
                      <a:pt x="0" y="305522"/>
                    </a:lnTo>
                    <a:lnTo>
                      <a:pt x="437143" y="305522"/>
                    </a:lnTo>
                    <a:cubicBezTo>
                      <a:pt x="464080" y="305522"/>
                      <a:pt x="485917" y="283685"/>
                      <a:pt x="485917" y="256748"/>
                    </a:cubicBezTo>
                    <a:lnTo>
                      <a:pt x="485917" y="0"/>
                    </a:lnTo>
                    <a:close/>
                    <a:moveTo>
                      <a:pt x="625134" y="152398"/>
                    </a:moveTo>
                    <a:cubicBezTo>
                      <a:pt x="588310" y="152398"/>
                      <a:pt x="558459" y="182249"/>
                      <a:pt x="558459" y="219073"/>
                    </a:cubicBezTo>
                    <a:cubicBezTo>
                      <a:pt x="558459" y="255897"/>
                      <a:pt x="588310" y="285748"/>
                      <a:pt x="625134" y="285748"/>
                    </a:cubicBezTo>
                    <a:cubicBezTo>
                      <a:pt x="661958" y="285748"/>
                      <a:pt x="691809" y="255897"/>
                      <a:pt x="691809" y="219073"/>
                    </a:cubicBezTo>
                    <a:cubicBezTo>
                      <a:pt x="691809" y="182249"/>
                      <a:pt x="661958" y="152398"/>
                      <a:pt x="625134" y="15239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0B87C419-7E2A-FEA7-A44D-44DB75707267}"/>
                  </a:ext>
                </a:extLst>
              </p:cNvPr>
              <p:cNvSpPr/>
              <p:nvPr/>
            </p:nvSpPr>
            <p:spPr>
              <a:xfrm>
                <a:off x="1276350" y="2990850"/>
                <a:ext cx="828675" cy="438146"/>
              </a:xfrm>
              <a:custGeom>
                <a:avLst/>
                <a:gdLst>
                  <a:gd name="connsiteX0" fmla="*/ 625134 w 828675"/>
                  <a:gd name="connsiteY0" fmla="*/ 152398 h 438146"/>
                  <a:gd name="connsiteX1" fmla="*/ 558459 w 828675"/>
                  <a:gd name="connsiteY1" fmla="*/ 219073 h 438146"/>
                  <a:gd name="connsiteX2" fmla="*/ 625134 w 828675"/>
                  <a:gd name="connsiteY2" fmla="*/ 285748 h 438146"/>
                  <a:gd name="connsiteX3" fmla="*/ 691809 w 828675"/>
                  <a:gd name="connsiteY3" fmla="*/ 219073 h 438146"/>
                  <a:gd name="connsiteX4" fmla="*/ 625134 w 828675"/>
                  <a:gd name="connsiteY4" fmla="*/ 152398 h 438146"/>
                  <a:gd name="connsiteX5" fmla="*/ 400673 w 828675"/>
                  <a:gd name="connsiteY5" fmla="*/ 152398 h 438146"/>
                  <a:gd name="connsiteX6" fmla="*/ 333998 w 828675"/>
                  <a:gd name="connsiteY6" fmla="*/ 219073 h 438146"/>
                  <a:gd name="connsiteX7" fmla="*/ 400673 w 828675"/>
                  <a:gd name="connsiteY7" fmla="*/ 285748 h 438146"/>
                  <a:gd name="connsiteX8" fmla="*/ 467348 w 828675"/>
                  <a:gd name="connsiteY8" fmla="*/ 219073 h 438146"/>
                  <a:gd name="connsiteX9" fmla="*/ 400673 w 828675"/>
                  <a:gd name="connsiteY9" fmla="*/ 152398 h 438146"/>
                  <a:gd name="connsiteX10" fmla="*/ 176212 w 828675"/>
                  <a:gd name="connsiteY10" fmla="*/ 152398 h 438146"/>
                  <a:gd name="connsiteX11" fmla="*/ 109537 w 828675"/>
                  <a:gd name="connsiteY11" fmla="*/ 219073 h 438146"/>
                  <a:gd name="connsiteX12" fmla="*/ 176212 w 828675"/>
                  <a:gd name="connsiteY12" fmla="*/ 285748 h 438146"/>
                  <a:gd name="connsiteX13" fmla="*/ 242887 w 828675"/>
                  <a:gd name="connsiteY13" fmla="*/ 219073 h 438146"/>
                  <a:gd name="connsiteX14" fmla="*/ 176212 w 828675"/>
                  <a:gd name="connsiteY14" fmla="*/ 152398 h 438146"/>
                  <a:gd name="connsiteX15" fmla="*/ 48774 w 828675"/>
                  <a:gd name="connsiteY15" fmla="*/ 0 h 438146"/>
                  <a:gd name="connsiteX16" fmla="*/ 779901 w 828675"/>
                  <a:gd name="connsiteY16" fmla="*/ 0 h 438146"/>
                  <a:gd name="connsiteX17" fmla="*/ 828675 w 828675"/>
                  <a:gd name="connsiteY17" fmla="*/ 48774 h 438146"/>
                  <a:gd name="connsiteX18" fmla="*/ 828675 w 828675"/>
                  <a:gd name="connsiteY18" fmla="*/ 389372 h 438146"/>
                  <a:gd name="connsiteX19" fmla="*/ 779901 w 828675"/>
                  <a:gd name="connsiteY19" fmla="*/ 438146 h 438146"/>
                  <a:gd name="connsiteX20" fmla="*/ 48774 w 828675"/>
                  <a:gd name="connsiteY20" fmla="*/ 438146 h 438146"/>
                  <a:gd name="connsiteX21" fmla="*/ 0 w 828675"/>
                  <a:gd name="connsiteY21" fmla="*/ 389372 h 438146"/>
                  <a:gd name="connsiteX22" fmla="*/ 0 w 828675"/>
                  <a:gd name="connsiteY22" fmla="*/ 48774 h 438146"/>
                  <a:gd name="connsiteX23" fmla="*/ 48774 w 828675"/>
                  <a:gd name="connsiteY23" fmla="*/ 0 h 438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828675" h="438146">
                    <a:moveTo>
                      <a:pt x="625134" y="152398"/>
                    </a:moveTo>
                    <a:cubicBezTo>
                      <a:pt x="588310" y="152398"/>
                      <a:pt x="558459" y="182249"/>
                      <a:pt x="558459" y="219073"/>
                    </a:cubicBezTo>
                    <a:cubicBezTo>
                      <a:pt x="558459" y="255897"/>
                      <a:pt x="588310" y="285748"/>
                      <a:pt x="625134" y="285748"/>
                    </a:cubicBezTo>
                    <a:cubicBezTo>
                      <a:pt x="661958" y="285748"/>
                      <a:pt x="691809" y="255897"/>
                      <a:pt x="691809" y="219073"/>
                    </a:cubicBezTo>
                    <a:cubicBezTo>
                      <a:pt x="691809" y="182249"/>
                      <a:pt x="661958" y="152398"/>
                      <a:pt x="625134" y="152398"/>
                    </a:cubicBezTo>
                    <a:close/>
                    <a:moveTo>
                      <a:pt x="400673" y="152398"/>
                    </a:moveTo>
                    <a:cubicBezTo>
                      <a:pt x="363849" y="152398"/>
                      <a:pt x="333998" y="182249"/>
                      <a:pt x="333998" y="219073"/>
                    </a:cubicBezTo>
                    <a:cubicBezTo>
                      <a:pt x="333998" y="255897"/>
                      <a:pt x="363849" y="285748"/>
                      <a:pt x="400673" y="285748"/>
                    </a:cubicBezTo>
                    <a:cubicBezTo>
                      <a:pt x="437497" y="285748"/>
                      <a:pt x="467348" y="255897"/>
                      <a:pt x="467348" y="219073"/>
                    </a:cubicBezTo>
                    <a:cubicBezTo>
                      <a:pt x="467348" y="182249"/>
                      <a:pt x="437497" y="152398"/>
                      <a:pt x="400673" y="152398"/>
                    </a:cubicBezTo>
                    <a:close/>
                    <a:moveTo>
                      <a:pt x="176212" y="152398"/>
                    </a:moveTo>
                    <a:cubicBezTo>
                      <a:pt x="139388" y="152398"/>
                      <a:pt x="109537" y="182249"/>
                      <a:pt x="109537" y="219073"/>
                    </a:cubicBezTo>
                    <a:cubicBezTo>
                      <a:pt x="109537" y="255897"/>
                      <a:pt x="139388" y="285748"/>
                      <a:pt x="176212" y="285748"/>
                    </a:cubicBezTo>
                    <a:cubicBezTo>
                      <a:pt x="213036" y="285748"/>
                      <a:pt x="242887" y="255897"/>
                      <a:pt x="242887" y="219073"/>
                    </a:cubicBezTo>
                    <a:cubicBezTo>
                      <a:pt x="242887" y="182249"/>
                      <a:pt x="213036" y="152398"/>
                      <a:pt x="176212" y="152398"/>
                    </a:cubicBezTo>
                    <a:close/>
                    <a:moveTo>
                      <a:pt x="48774" y="0"/>
                    </a:moveTo>
                    <a:lnTo>
                      <a:pt x="779901" y="0"/>
                    </a:lnTo>
                    <a:cubicBezTo>
                      <a:pt x="806838" y="0"/>
                      <a:pt x="828675" y="21837"/>
                      <a:pt x="828675" y="48774"/>
                    </a:cubicBezTo>
                    <a:lnTo>
                      <a:pt x="828675" y="389372"/>
                    </a:lnTo>
                    <a:cubicBezTo>
                      <a:pt x="828675" y="416309"/>
                      <a:pt x="806838" y="438146"/>
                      <a:pt x="779901" y="438146"/>
                    </a:cubicBezTo>
                    <a:lnTo>
                      <a:pt x="48774" y="438146"/>
                    </a:lnTo>
                    <a:cubicBezTo>
                      <a:pt x="21837" y="438146"/>
                      <a:pt x="0" y="416309"/>
                      <a:pt x="0" y="389372"/>
                    </a:cubicBezTo>
                    <a:lnTo>
                      <a:pt x="0" y="48774"/>
                    </a:lnTo>
                    <a:cubicBezTo>
                      <a:pt x="0" y="21837"/>
                      <a:pt x="21837" y="0"/>
                      <a:pt x="4877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j-ea"/>
                  <a:ea typeface="+mj-ea"/>
                </a:endParaRPr>
              </a:p>
            </p:txBody>
          </p:sp>
        </p:grpSp>
      </p:grpSp>
      <p:sp>
        <p:nvSpPr>
          <p:cNvPr id="23" name="椭圆 22" descr="D:\51PPT模板网\51pptmoban.com\图片.jpg">
            <a:extLst>
              <a:ext uri="{FF2B5EF4-FFF2-40B4-BE49-F238E27FC236}">
                <a16:creationId xmlns:a16="http://schemas.microsoft.com/office/drawing/2014/main" id="{AE389298-8116-93B8-E462-6E110096E2FB}"/>
              </a:ext>
            </a:extLst>
          </p:cNvPr>
          <p:cNvSpPr/>
          <p:nvPr/>
        </p:nvSpPr>
        <p:spPr>
          <a:xfrm>
            <a:off x="4850585" y="2366837"/>
            <a:ext cx="2558562" cy="2558562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+mj-ea"/>
              <a:ea typeface="+mj-ea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934B8E50-7617-1FFA-1486-3CCA7C3A1C25}"/>
              </a:ext>
            </a:extLst>
          </p:cNvPr>
          <p:cNvGrpSpPr/>
          <p:nvPr/>
        </p:nvGrpSpPr>
        <p:grpSpPr>
          <a:xfrm>
            <a:off x="927990" y="1809789"/>
            <a:ext cx="10336019" cy="897763"/>
            <a:chOff x="1167818" y="1569252"/>
            <a:chExt cx="10336019" cy="897763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7DB7C86E-F784-5E67-B28F-46AD16856B14}"/>
                </a:ext>
              </a:extLst>
            </p:cNvPr>
            <p:cNvGrpSpPr/>
            <p:nvPr/>
          </p:nvGrpSpPr>
          <p:grpSpPr>
            <a:xfrm>
              <a:off x="8537412" y="1569252"/>
              <a:ext cx="2966425" cy="897763"/>
              <a:chOff x="283598" y="1906534"/>
              <a:chExt cx="2966425" cy="897763"/>
            </a:xfrm>
          </p:grpSpPr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D5FE1E8-0337-039F-33FE-EDB4428AE34D}"/>
                  </a:ext>
                </a:extLst>
              </p:cNvPr>
              <p:cNvSpPr txBox="1"/>
              <p:nvPr/>
            </p:nvSpPr>
            <p:spPr>
              <a:xfrm>
                <a:off x="283598" y="2190603"/>
                <a:ext cx="2966425" cy="613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en-US" altLang="zh-CN" sz="1200" dirty="0" err="1">
                    <a:latin typeface="+mj-ea"/>
                    <a:ea typeface="+mj-ea"/>
                    <a:sym typeface="HarmonyOS Sans SC Light" panose="00000400000000000000" pitchFamily="2" charset="-122"/>
                  </a:rPr>
                  <a:t>FastAPI</a:t>
                </a:r>
                <a:r>
                  <a:rPr lang="zh-CN" altLang="en-US" sz="1200" dirty="0">
                    <a:latin typeface="+mj-ea"/>
                    <a:ea typeface="+mj-ea"/>
                    <a:sym typeface="HarmonyOS Sans SC Light" panose="00000400000000000000" pitchFamily="2" charset="-122"/>
                  </a:rPr>
                  <a:t>是一个快速、高性能的</a:t>
                </a:r>
                <a:r>
                  <a:rPr lang="en-US" altLang="zh-CN" sz="1200" dirty="0">
                    <a:latin typeface="+mj-ea"/>
                    <a:ea typeface="+mj-ea"/>
                    <a:sym typeface="HarmonyOS Sans SC Light" panose="00000400000000000000" pitchFamily="2" charset="-122"/>
                  </a:rPr>
                  <a:t>Web</a:t>
                </a:r>
                <a:r>
                  <a:rPr lang="zh-CN" altLang="en-US" sz="1200" dirty="0">
                    <a:latin typeface="+mj-ea"/>
                    <a:ea typeface="+mj-ea"/>
                    <a:sym typeface="HarmonyOS Sans SC Light" panose="00000400000000000000" pitchFamily="2" charset="-122"/>
                  </a:rPr>
                  <a:t>框架，用于构建基于</a:t>
                </a:r>
                <a:r>
                  <a:rPr lang="en-US" altLang="zh-CN" sz="1200" dirty="0">
                    <a:latin typeface="+mj-ea"/>
                    <a:ea typeface="+mj-ea"/>
                    <a:sym typeface="HarmonyOS Sans SC Light" panose="00000400000000000000" pitchFamily="2" charset="-122"/>
                  </a:rPr>
                  <a:t>Python</a:t>
                </a:r>
                <a:r>
                  <a:rPr lang="zh-CN" altLang="en-US" sz="1200" dirty="0">
                    <a:latin typeface="+mj-ea"/>
                    <a:ea typeface="+mj-ea"/>
                    <a:sym typeface="HarmonyOS Sans SC Light" panose="00000400000000000000" pitchFamily="2" charset="-122"/>
                  </a:rPr>
                  <a:t>的</a:t>
                </a:r>
                <a:r>
                  <a:rPr lang="en-US" altLang="zh-CN" sz="1200" dirty="0">
                    <a:latin typeface="+mj-ea"/>
                    <a:ea typeface="+mj-ea"/>
                    <a:sym typeface="HarmonyOS Sans SC Light" panose="00000400000000000000" pitchFamily="2" charset="-122"/>
                  </a:rPr>
                  <a:t>API</a:t>
                </a:r>
                <a:r>
                  <a:rPr lang="zh-CN" altLang="en-US" sz="1200" dirty="0">
                    <a:latin typeface="+mj-ea"/>
                    <a:ea typeface="+mj-ea"/>
                    <a:sym typeface="HarmonyOS Sans SC Light" panose="00000400000000000000" pitchFamily="2" charset="-122"/>
                  </a:rPr>
                  <a:t>。</a:t>
                </a:r>
                <a:endParaRPr lang="en-US" altLang="zh-CN" sz="1200" dirty="0">
                  <a:latin typeface="+mj-ea"/>
                  <a:ea typeface="+mj-ea"/>
                  <a:sym typeface="HarmonyOS Sans SC Light" panose="00000400000000000000" pitchFamily="2" charset="-122"/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A75E9980-62BD-C814-32ED-C91BF3EF8861}"/>
                  </a:ext>
                </a:extLst>
              </p:cNvPr>
              <p:cNvSpPr txBox="1"/>
              <p:nvPr/>
            </p:nvSpPr>
            <p:spPr>
              <a:xfrm>
                <a:off x="283599" y="1906534"/>
                <a:ext cx="2235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latin typeface="+mj-ea"/>
                    <a:ea typeface="+mj-ea"/>
                    <a:sym typeface="HarmonyOS Sans SC Light" panose="00000400000000000000" pitchFamily="2" charset="-122"/>
                  </a:rPr>
                  <a:t>后端：</a:t>
                </a:r>
                <a:r>
                  <a:rPr lang="en-US" altLang="zh-CN" dirty="0" err="1">
                    <a:latin typeface="+mj-ea"/>
                    <a:ea typeface="+mj-ea"/>
                    <a:sym typeface="HarmonyOS Sans SC Light" panose="00000400000000000000" pitchFamily="2" charset="-122"/>
                  </a:rPr>
                  <a:t>FastAPI</a:t>
                </a:r>
                <a:endParaRPr lang="zh-CN" altLang="en-US" dirty="0">
                  <a:latin typeface="+mj-ea"/>
                  <a:ea typeface="+mj-ea"/>
                  <a:sym typeface="HarmonyOS Sans SC Light" panose="00000400000000000000" pitchFamily="2" charset="-122"/>
                </a:endParaRP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D5B9690B-DB09-047C-7A5F-B114A5E108FC}"/>
                </a:ext>
              </a:extLst>
            </p:cNvPr>
            <p:cNvGrpSpPr/>
            <p:nvPr/>
          </p:nvGrpSpPr>
          <p:grpSpPr>
            <a:xfrm>
              <a:off x="1167818" y="1569252"/>
              <a:ext cx="2984539" cy="897763"/>
              <a:chOff x="283598" y="1906534"/>
              <a:chExt cx="2984539" cy="897763"/>
            </a:xfrm>
          </p:grpSpPr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A06C2B45-AFCD-E007-3D37-C9B68D24DBC8}"/>
                  </a:ext>
                </a:extLst>
              </p:cNvPr>
              <p:cNvSpPr txBox="1"/>
              <p:nvPr/>
            </p:nvSpPr>
            <p:spPr>
              <a:xfrm>
                <a:off x="283598" y="2190603"/>
                <a:ext cx="2966425" cy="613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en-US" altLang="zh-CN" sz="1200" dirty="0">
                    <a:latin typeface="+mj-ea"/>
                    <a:ea typeface="+mj-ea"/>
                    <a:sym typeface="HarmonyOS Sans SC Light" panose="00000400000000000000" pitchFamily="2" charset="-122"/>
                  </a:rPr>
                  <a:t>Vue</a:t>
                </a:r>
                <a:r>
                  <a:rPr lang="zh-CN" altLang="en-US" sz="1200" dirty="0">
                    <a:latin typeface="+mj-ea"/>
                    <a:ea typeface="+mj-ea"/>
                    <a:sym typeface="HarmonyOS Sans SC Light" panose="00000400000000000000" pitchFamily="2" charset="-122"/>
                  </a:rPr>
                  <a:t>是一个渐进式</a:t>
                </a:r>
                <a:r>
                  <a:rPr lang="en-US" altLang="zh-CN" sz="1200" dirty="0">
                    <a:latin typeface="+mj-ea"/>
                    <a:ea typeface="+mj-ea"/>
                    <a:sym typeface="HarmonyOS Sans SC Light" panose="00000400000000000000" pitchFamily="2" charset="-122"/>
                  </a:rPr>
                  <a:t>JavaScript</a:t>
                </a:r>
                <a:r>
                  <a:rPr lang="zh-CN" altLang="en-US" sz="1200" dirty="0">
                    <a:latin typeface="+mj-ea"/>
                    <a:ea typeface="+mj-ea"/>
                    <a:sym typeface="HarmonyOS Sans SC Light" panose="00000400000000000000" pitchFamily="2" charset="-122"/>
                  </a:rPr>
                  <a:t>框架，用于构建用户界面。</a:t>
                </a:r>
                <a:endParaRPr lang="en-US" altLang="zh-CN" sz="1200" dirty="0">
                  <a:latin typeface="+mj-ea"/>
                  <a:ea typeface="+mj-ea"/>
                  <a:sym typeface="HarmonyOS Sans SC Light" panose="00000400000000000000" pitchFamily="2" charset="-122"/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DBEDDE5F-FE46-C9D8-D8A1-1875CB28BD08}"/>
                  </a:ext>
                </a:extLst>
              </p:cNvPr>
              <p:cNvSpPr txBox="1"/>
              <p:nvPr/>
            </p:nvSpPr>
            <p:spPr>
              <a:xfrm>
                <a:off x="1032570" y="1906534"/>
                <a:ext cx="2235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ea"/>
                    <a:ea typeface="+mj-ea"/>
                    <a:sym typeface="HarmonyOS Sans SC Light" panose="00000400000000000000" pitchFamily="2" charset="-122"/>
                  </a:rPr>
                  <a:t>前端：</a:t>
                </a:r>
                <a:r>
                  <a:rPr lang="en-US" altLang="zh-CN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ea"/>
                    <a:ea typeface="+mj-ea"/>
                    <a:sym typeface="HarmonyOS Sans SC Light" panose="00000400000000000000" pitchFamily="2" charset="-122"/>
                  </a:rPr>
                  <a:t>Vue</a:t>
                </a:r>
                <a:endPara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endParaRPr>
              </a:p>
            </p:txBody>
          </p:sp>
        </p:grp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25D55EDA-0D8E-3C70-A86C-56521C809C4B}"/>
              </a:ext>
            </a:extLst>
          </p:cNvPr>
          <p:cNvGrpSpPr/>
          <p:nvPr/>
        </p:nvGrpSpPr>
        <p:grpSpPr>
          <a:xfrm>
            <a:off x="927990" y="4803012"/>
            <a:ext cx="10336019" cy="897763"/>
            <a:chOff x="1167818" y="1569252"/>
            <a:chExt cx="10336019" cy="897763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15195BED-B4BE-C6AD-E7E6-6CD175A7BE92}"/>
                </a:ext>
              </a:extLst>
            </p:cNvPr>
            <p:cNvGrpSpPr/>
            <p:nvPr/>
          </p:nvGrpSpPr>
          <p:grpSpPr>
            <a:xfrm>
              <a:off x="8537412" y="1569252"/>
              <a:ext cx="2966425" cy="897763"/>
              <a:chOff x="283598" y="1906534"/>
              <a:chExt cx="2966425" cy="897763"/>
            </a:xfrm>
          </p:grpSpPr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5A80C41A-BB6E-7138-1769-45E9CC89187A}"/>
                  </a:ext>
                </a:extLst>
              </p:cNvPr>
              <p:cNvSpPr txBox="1"/>
              <p:nvPr/>
            </p:nvSpPr>
            <p:spPr>
              <a:xfrm>
                <a:off x="283598" y="2190603"/>
                <a:ext cx="2966425" cy="613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en-US" altLang="zh-CN" sz="1200" dirty="0">
                    <a:latin typeface="+mj-ea"/>
                    <a:ea typeface="+mj-ea"/>
                    <a:sym typeface="HarmonyOS Sans SC Light" panose="00000400000000000000" pitchFamily="2" charset="-122"/>
                  </a:rPr>
                  <a:t>MySQL</a:t>
                </a:r>
                <a:r>
                  <a:rPr lang="zh-CN" altLang="en-US" sz="1200" dirty="0">
                    <a:latin typeface="+mj-ea"/>
                    <a:ea typeface="+mj-ea"/>
                    <a:sym typeface="HarmonyOS Sans SC Light" panose="00000400000000000000" pitchFamily="2" charset="-122"/>
                  </a:rPr>
                  <a:t>是一个流行的开源关系型数据库管理系统</a:t>
                </a:r>
                <a:endParaRPr lang="en-US" altLang="zh-CN" sz="1200" dirty="0">
                  <a:latin typeface="+mj-ea"/>
                  <a:ea typeface="+mj-ea"/>
                  <a:sym typeface="HarmonyOS Sans SC Light" panose="00000400000000000000" pitchFamily="2" charset="-122"/>
                </a:endParaRP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21995172-8434-2F0A-4DDB-464D4A7C07E4}"/>
                  </a:ext>
                </a:extLst>
              </p:cNvPr>
              <p:cNvSpPr txBox="1"/>
              <p:nvPr/>
            </p:nvSpPr>
            <p:spPr>
              <a:xfrm>
                <a:off x="283599" y="1906534"/>
                <a:ext cx="2235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latin typeface="+mj-ea"/>
                    <a:ea typeface="+mj-ea"/>
                    <a:sym typeface="HarmonyOS Sans SC Light" panose="00000400000000000000" pitchFamily="2" charset="-122"/>
                  </a:rPr>
                  <a:t>数据库：</a:t>
                </a:r>
                <a:r>
                  <a:rPr lang="en-US" altLang="zh-CN" dirty="0">
                    <a:latin typeface="+mj-ea"/>
                    <a:ea typeface="+mj-ea"/>
                    <a:sym typeface="HarmonyOS Sans SC Light" panose="00000400000000000000" pitchFamily="2" charset="-122"/>
                  </a:rPr>
                  <a:t>MySQL</a:t>
                </a:r>
                <a:endParaRPr lang="zh-CN" altLang="en-US" dirty="0">
                  <a:latin typeface="+mj-ea"/>
                  <a:ea typeface="+mj-ea"/>
                  <a:sym typeface="HarmonyOS Sans SC Light" panose="00000400000000000000" pitchFamily="2" charset="-122"/>
                </a:endParaRPr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4248F652-BE2C-4106-EBD2-364EF6A73E19}"/>
                </a:ext>
              </a:extLst>
            </p:cNvPr>
            <p:cNvGrpSpPr/>
            <p:nvPr/>
          </p:nvGrpSpPr>
          <p:grpSpPr>
            <a:xfrm>
              <a:off x="1167818" y="1569252"/>
              <a:ext cx="2984539" cy="897763"/>
              <a:chOff x="283598" y="1906534"/>
              <a:chExt cx="2984539" cy="897763"/>
            </a:xfrm>
          </p:grpSpPr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6143986F-A643-34CA-7267-BEC8469D6949}"/>
                  </a:ext>
                </a:extLst>
              </p:cNvPr>
              <p:cNvSpPr txBox="1"/>
              <p:nvPr/>
            </p:nvSpPr>
            <p:spPr>
              <a:xfrm>
                <a:off x="283598" y="2190603"/>
                <a:ext cx="2966425" cy="613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en-US" altLang="zh-CN" sz="1200" dirty="0" err="1">
                    <a:latin typeface="+mj-ea"/>
                    <a:ea typeface="+mj-ea"/>
                    <a:sym typeface="HarmonyOS Sans SC Light" panose="00000400000000000000" pitchFamily="2" charset="-122"/>
                  </a:rPr>
                  <a:t>ECharts</a:t>
                </a:r>
                <a:r>
                  <a:rPr lang="zh-CN" altLang="en-US" sz="1200" dirty="0">
                    <a:latin typeface="+mj-ea"/>
                    <a:ea typeface="+mj-ea"/>
                    <a:sym typeface="HarmonyOS Sans SC Light" panose="00000400000000000000" pitchFamily="2" charset="-122"/>
                  </a:rPr>
                  <a:t>是一款由百度开源的、使用纯</a:t>
                </a:r>
                <a:r>
                  <a:rPr lang="en-US" altLang="zh-CN" sz="1200" dirty="0" err="1">
                    <a:latin typeface="+mj-ea"/>
                    <a:ea typeface="+mj-ea"/>
                    <a:sym typeface="HarmonyOS Sans SC Light" panose="00000400000000000000" pitchFamily="2" charset="-122"/>
                  </a:rPr>
                  <a:t>Javascript</a:t>
                </a:r>
                <a:r>
                  <a:rPr lang="zh-CN" altLang="en-US" sz="1200" dirty="0">
                    <a:latin typeface="+mj-ea"/>
                    <a:ea typeface="+mj-ea"/>
                    <a:sym typeface="HarmonyOS Sans SC Light" panose="00000400000000000000" pitchFamily="2" charset="-122"/>
                  </a:rPr>
                  <a:t>实现的数据可视化图表库</a:t>
                </a:r>
                <a:endParaRPr lang="en-US" altLang="zh-CN" sz="1200" dirty="0">
                  <a:latin typeface="+mj-ea"/>
                  <a:ea typeface="+mj-ea"/>
                  <a:sym typeface="HarmonyOS Sans SC Light" panose="00000400000000000000" pitchFamily="2" charset="-122"/>
                </a:endParaRPr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3C85B2D1-1FCA-2163-466B-EE2267927945}"/>
                  </a:ext>
                </a:extLst>
              </p:cNvPr>
              <p:cNvSpPr txBox="1"/>
              <p:nvPr/>
            </p:nvSpPr>
            <p:spPr>
              <a:xfrm>
                <a:off x="1032570" y="1906534"/>
                <a:ext cx="2235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6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ea"/>
                    <a:ea typeface="+mj-ea"/>
                    <a:sym typeface="HarmonyOS Sans SC Light" panose="00000400000000000000" pitchFamily="2" charset="-122"/>
                  </a:rPr>
                  <a:t>数据可视化：</a:t>
                </a:r>
                <a:r>
                  <a:rPr lang="en-US" altLang="zh-CN" sz="1600" dirty="0" err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j-ea"/>
                    <a:ea typeface="+mj-ea"/>
                    <a:sym typeface="HarmonyOS Sans SC Light" panose="00000400000000000000" pitchFamily="2" charset="-122"/>
                  </a:rPr>
                  <a:t>Echarts</a:t>
                </a:r>
                <a:endPara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59539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圆角右 6">
            <a:extLst>
              <a:ext uri="{FF2B5EF4-FFF2-40B4-BE49-F238E27FC236}">
                <a16:creationId xmlns:a16="http://schemas.microsoft.com/office/drawing/2014/main" id="{38D2C1AB-1E78-6F60-4F5D-6A7A444D0C62}"/>
              </a:ext>
            </a:extLst>
          </p:cNvPr>
          <p:cNvSpPr/>
          <p:nvPr/>
        </p:nvSpPr>
        <p:spPr>
          <a:xfrm rot="16200000" flipV="1">
            <a:off x="9163297" y="1336078"/>
            <a:ext cx="1380394" cy="3182815"/>
          </a:xfrm>
          <a:prstGeom prst="bentArrow">
            <a:avLst>
              <a:gd name="adj1" fmla="val 21263"/>
              <a:gd name="adj2" fmla="val 24561"/>
              <a:gd name="adj3" fmla="val 24123"/>
              <a:gd name="adj4" fmla="val 48136"/>
            </a:avLst>
          </a:prstGeom>
          <a:solidFill>
            <a:schemeClr val="bg1"/>
          </a:solidFill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" name="箭头: 圆角右 5" descr="D:\51PPT模板网\51pptmoban.com\图片.jpg">
            <a:extLst>
              <a:ext uri="{FF2B5EF4-FFF2-40B4-BE49-F238E27FC236}">
                <a16:creationId xmlns:a16="http://schemas.microsoft.com/office/drawing/2014/main" id="{0E21E6C4-4203-19FD-9BB2-98CF85E07A6B}"/>
              </a:ext>
            </a:extLst>
          </p:cNvPr>
          <p:cNvSpPr/>
          <p:nvPr/>
        </p:nvSpPr>
        <p:spPr>
          <a:xfrm rot="5400000">
            <a:off x="8198414" y="2422360"/>
            <a:ext cx="1380394" cy="3182815"/>
          </a:xfrm>
          <a:prstGeom prst="bentArrow">
            <a:avLst>
              <a:gd name="adj1" fmla="val 21263"/>
              <a:gd name="adj2" fmla="val 24561"/>
              <a:gd name="adj3" fmla="val 24123"/>
              <a:gd name="adj4" fmla="val 48136"/>
            </a:avLst>
          </a:prstGeom>
          <a:solidFill>
            <a:schemeClr val="bg1"/>
          </a:solidFill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" name="箭头: 圆角右 4" descr="D:\51PPT模板网\51pptmoban.com\图片.jpg">
            <a:extLst>
              <a:ext uri="{FF2B5EF4-FFF2-40B4-BE49-F238E27FC236}">
                <a16:creationId xmlns:a16="http://schemas.microsoft.com/office/drawing/2014/main" id="{3E1C0EFA-A01E-6387-FD94-EB9282320BAD}"/>
              </a:ext>
            </a:extLst>
          </p:cNvPr>
          <p:cNvSpPr/>
          <p:nvPr/>
        </p:nvSpPr>
        <p:spPr>
          <a:xfrm rot="16200000" flipV="1">
            <a:off x="5889620" y="1336079"/>
            <a:ext cx="1380394" cy="3182815"/>
          </a:xfrm>
          <a:prstGeom prst="bentArrow">
            <a:avLst>
              <a:gd name="adj1" fmla="val 21263"/>
              <a:gd name="adj2" fmla="val 24561"/>
              <a:gd name="adj3" fmla="val 24123"/>
              <a:gd name="adj4" fmla="val 48136"/>
            </a:avLst>
          </a:prstGeom>
          <a:solidFill>
            <a:schemeClr val="bg1"/>
          </a:solidFill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" name="箭头: 圆角右 3">
            <a:extLst>
              <a:ext uri="{FF2B5EF4-FFF2-40B4-BE49-F238E27FC236}">
                <a16:creationId xmlns:a16="http://schemas.microsoft.com/office/drawing/2014/main" id="{DECE3334-42EA-405E-FAF2-6AB8BC61C154}"/>
              </a:ext>
            </a:extLst>
          </p:cNvPr>
          <p:cNvSpPr/>
          <p:nvPr/>
        </p:nvSpPr>
        <p:spPr>
          <a:xfrm rot="5400000">
            <a:off x="4818586" y="2422360"/>
            <a:ext cx="1380394" cy="3182815"/>
          </a:xfrm>
          <a:prstGeom prst="bentArrow">
            <a:avLst>
              <a:gd name="adj1" fmla="val 21263"/>
              <a:gd name="adj2" fmla="val 24561"/>
              <a:gd name="adj3" fmla="val 24123"/>
              <a:gd name="adj4" fmla="val 48136"/>
            </a:avLst>
          </a:prstGeom>
          <a:solidFill>
            <a:schemeClr val="bg1"/>
          </a:solidFill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箭头: 圆角右 2">
            <a:extLst>
              <a:ext uri="{FF2B5EF4-FFF2-40B4-BE49-F238E27FC236}">
                <a16:creationId xmlns:a16="http://schemas.microsoft.com/office/drawing/2014/main" id="{D0B2A0DD-D1A0-09F7-F158-6F6C2DF86097}"/>
              </a:ext>
            </a:extLst>
          </p:cNvPr>
          <p:cNvSpPr/>
          <p:nvPr/>
        </p:nvSpPr>
        <p:spPr>
          <a:xfrm rot="16200000" flipV="1">
            <a:off x="2701762" y="1338599"/>
            <a:ext cx="1380394" cy="3182815"/>
          </a:xfrm>
          <a:prstGeom prst="bentArrow">
            <a:avLst>
              <a:gd name="adj1" fmla="val 21263"/>
              <a:gd name="adj2" fmla="val 24561"/>
              <a:gd name="adj3" fmla="val 24123"/>
              <a:gd name="adj4" fmla="val 48136"/>
            </a:avLst>
          </a:prstGeom>
          <a:solidFill>
            <a:schemeClr val="bg1"/>
          </a:solidFill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F013384-9063-4E36-0BB2-B2370B21AD2A}"/>
              </a:ext>
            </a:extLst>
          </p:cNvPr>
          <p:cNvSpPr txBox="1"/>
          <p:nvPr/>
        </p:nvSpPr>
        <p:spPr>
          <a:xfrm>
            <a:off x="5557405" y="3433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n-ea"/>
              </a:rPr>
              <a:t>进度规划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A9F432B-31E1-30E6-BCBA-1D5910278769}"/>
              </a:ext>
            </a:extLst>
          </p:cNvPr>
          <p:cNvSpPr txBox="1"/>
          <p:nvPr/>
        </p:nvSpPr>
        <p:spPr>
          <a:xfrm>
            <a:off x="4759810" y="276249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箭头: 圆角右 1">
            <a:extLst>
              <a:ext uri="{FF2B5EF4-FFF2-40B4-BE49-F238E27FC236}">
                <a16:creationId xmlns:a16="http://schemas.microsoft.com/office/drawing/2014/main" id="{7410ABB2-6564-0E11-C7BD-3E3260D59E14}"/>
              </a:ext>
            </a:extLst>
          </p:cNvPr>
          <p:cNvSpPr/>
          <p:nvPr/>
        </p:nvSpPr>
        <p:spPr>
          <a:xfrm rot="5400000">
            <a:off x="1645214" y="2422359"/>
            <a:ext cx="1380394" cy="3182815"/>
          </a:xfrm>
          <a:prstGeom prst="bentArrow">
            <a:avLst>
              <a:gd name="adj1" fmla="val 21263"/>
              <a:gd name="adj2" fmla="val 24561"/>
              <a:gd name="adj3" fmla="val 24123"/>
              <a:gd name="adj4" fmla="val 48136"/>
            </a:avLst>
          </a:prstGeom>
          <a:solidFill>
            <a:schemeClr val="bg1"/>
          </a:solidFill>
          <a:ln w="12700" cap="flat">
            <a:solidFill>
              <a:srgbClr val="2E8F5C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FCB908B-20DA-E3D0-274B-4DCECD34ECC5}"/>
              </a:ext>
            </a:extLst>
          </p:cNvPr>
          <p:cNvGrpSpPr/>
          <p:nvPr/>
        </p:nvGrpSpPr>
        <p:grpSpPr>
          <a:xfrm>
            <a:off x="4759810" y="1901791"/>
            <a:ext cx="2690591" cy="661480"/>
            <a:chOff x="1620936" y="1813610"/>
            <a:chExt cx="2690591" cy="661480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CFC15B5-F8BC-6E90-92CF-ABD5C62F0556}"/>
                </a:ext>
              </a:extLst>
            </p:cNvPr>
            <p:cNvSpPr txBox="1"/>
            <p:nvPr/>
          </p:nvSpPr>
          <p:spPr>
            <a:xfrm>
              <a:off x="2191633" y="2097679"/>
              <a:ext cx="2101779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400" dirty="0">
                  <a:latin typeface="+mj-ea"/>
                  <a:ea typeface="+mj-ea"/>
                  <a:sym typeface="HarmonyOS Sans SC Light" panose="00000400000000000000" pitchFamily="2" charset="-122"/>
                </a:rPr>
                <a:t>完成后台管理页面开发</a:t>
              </a:r>
              <a:endParaRPr lang="en-US" altLang="zh-CN" sz="1400" dirty="0">
                <a:latin typeface="+mj-ea"/>
                <a:ea typeface="+mj-ea"/>
                <a:sym typeface="HarmonyOS Sans SC Light" panose="00000400000000000000" pitchFamily="2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415782C-454E-3E9E-D77E-DE2662EE59CD}"/>
                </a:ext>
              </a:extLst>
            </p:cNvPr>
            <p:cNvSpPr txBox="1"/>
            <p:nvPr/>
          </p:nvSpPr>
          <p:spPr>
            <a:xfrm>
              <a:off x="1620936" y="1813610"/>
              <a:ext cx="26905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en-US" altLang="zh-CN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2024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年</a:t>
              </a:r>
              <a:r>
                <a:rPr lang="en-US" altLang="zh-CN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10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月</a:t>
              </a:r>
              <a:r>
                <a:rPr lang="en-US" altLang="zh-CN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-2024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年</a:t>
              </a:r>
              <a:r>
                <a:rPr lang="en-US" altLang="zh-CN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11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月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D2C0CEF-493B-AFF7-7862-440863910607}"/>
              </a:ext>
            </a:extLst>
          </p:cNvPr>
          <p:cNvGrpSpPr/>
          <p:nvPr/>
        </p:nvGrpSpPr>
        <p:grpSpPr>
          <a:xfrm>
            <a:off x="1595121" y="1901791"/>
            <a:ext cx="2589566" cy="661480"/>
            <a:chOff x="1721961" y="1813610"/>
            <a:chExt cx="2589566" cy="661480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1A323DBF-3202-4A86-A96A-1F36361133C1}"/>
                </a:ext>
              </a:extLst>
            </p:cNvPr>
            <p:cNvSpPr txBox="1"/>
            <p:nvPr/>
          </p:nvSpPr>
          <p:spPr>
            <a:xfrm>
              <a:off x="2191633" y="2097679"/>
              <a:ext cx="2101779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400" dirty="0">
                  <a:latin typeface="+mj-ea"/>
                  <a:ea typeface="+mj-ea"/>
                  <a:sym typeface="HarmonyOS Sans SC Light" panose="00000400000000000000" pitchFamily="2" charset="-122"/>
                </a:rPr>
                <a:t>完成前端页面开发</a:t>
              </a:r>
              <a:endParaRPr lang="en-US" altLang="zh-CN" sz="1400" dirty="0">
                <a:latin typeface="+mj-ea"/>
                <a:ea typeface="+mj-ea"/>
                <a:sym typeface="HarmonyOS Sans SC Light" panose="00000400000000000000" pitchFamily="2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6DF7BB49-DD1F-1DC5-B4BA-C0FB20C8CBB1}"/>
                </a:ext>
              </a:extLst>
            </p:cNvPr>
            <p:cNvSpPr txBox="1"/>
            <p:nvPr/>
          </p:nvSpPr>
          <p:spPr>
            <a:xfrm>
              <a:off x="1721961" y="1813610"/>
              <a:ext cx="25895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en-US" altLang="zh-CN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2024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年</a:t>
              </a:r>
              <a:r>
                <a:rPr lang="en-US" altLang="zh-CN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7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月</a:t>
              </a:r>
              <a:r>
                <a:rPr lang="en-US" altLang="zh-CN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-2024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年</a:t>
              </a:r>
              <a:r>
                <a:rPr lang="en-US" altLang="zh-CN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9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月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F3DBC06-975C-0E33-6A27-7ECCEB238FAE}"/>
              </a:ext>
            </a:extLst>
          </p:cNvPr>
          <p:cNvGrpSpPr/>
          <p:nvPr/>
        </p:nvGrpSpPr>
        <p:grpSpPr>
          <a:xfrm>
            <a:off x="8034289" y="1901791"/>
            <a:ext cx="2690591" cy="661480"/>
            <a:chOff x="1620935" y="1813610"/>
            <a:chExt cx="2690591" cy="661480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AF00BDB-68BC-1DD4-52F1-B16C2B084ABB}"/>
                </a:ext>
              </a:extLst>
            </p:cNvPr>
            <p:cNvSpPr txBox="1"/>
            <p:nvPr/>
          </p:nvSpPr>
          <p:spPr>
            <a:xfrm>
              <a:off x="2191633" y="2097679"/>
              <a:ext cx="2101779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400" dirty="0">
                  <a:latin typeface="+mj-ea"/>
                  <a:ea typeface="+mj-ea"/>
                  <a:sym typeface="HarmonyOS Sans SC Light" panose="00000400000000000000" pitchFamily="2" charset="-122"/>
                </a:rPr>
                <a:t>撰写论文，准备答辩</a:t>
              </a:r>
              <a:endParaRPr lang="en-US" altLang="zh-CN" sz="1400" dirty="0">
                <a:latin typeface="+mj-ea"/>
                <a:ea typeface="+mj-ea"/>
                <a:sym typeface="HarmonyOS Sans SC Light" panose="00000400000000000000" pitchFamily="2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2FBD30A-93E6-F2AD-9438-43ACF5727693}"/>
                </a:ext>
              </a:extLst>
            </p:cNvPr>
            <p:cNvSpPr txBox="1"/>
            <p:nvPr/>
          </p:nvSpPr>
          <p:spPr>
            <a:xfrm>
              <a:off x="1620935" y="1813610"/>
              <a:ext cx="26905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en-US" altLang="zh-CN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2025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年</a:t>
              </a:r>
              <a:r>
                <a:rPr lang="en-US" altLang="zh-CN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1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月</a:t>
              </a:r>
              <a:r>
                <a:rPr lang="en-US" altLang="zh-CN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-2025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年</a:t>
              </a:r>
              <a:r>
                <a:rPr lang="en-US" altLang="zh-CN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3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月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762BFEA-C2DF-6698-72AC-3B9672A13CB1}"/>
              </a:ext>
            </a:extLst>
          </p:cNvPr>
          <p:cNvGrpSpPr/>
          <p:nvPr/>
        </p:nvGrpSpPr>
        <p:grpSpPr>
          <a:xfrm>
            <a:off x="919893" y="3958222"/>
            <a:ext cx="2235567" cy="897763"/>
            <a:chOff x="2075959" y="1813610"/>
            <a:chExt cx="2235567" cy="897763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DEE2043-763B-0A8B-2581-DAA832831D38}"/>
                </a:ext>
              </a:extLst>
            </p:cNvPr>
            <p:cNvSpPr txBox="1"/>
            <p:nvPr/>
          </p:nvSpPr>
          <p:spPr>
            <a:xfrm>
              <a:off x="2191633" y="2097679"/>
              <a:ext cx="2101779" cy="6136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200" dirty="0">
                  <a:latin typeface="+mj-ea"/>
                  <a:ea typeface="+mj-ea"/>
                  <a:sym typeface="HarmonyOS Sans SC Light" panose="00000400000000000000" pitchFamily="2" charset="-122"/>
                </a:rPr>
                <a:t>现已完成数据的收集，以及部分数据可视化界面的设计</a:t>
              </a:r>
              <a:endParaRPr lang="en-US" altLang="zh-CN" sz="1200" dirty="0">
                <a:latin typeface="+mj-ea"/>
                <a:ea typeface="+mj-ea"/>
                <a:sym typeface="HarmonyOS Sans SC Light" panose="00000400000000000000" pitchFamily="2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A5B8E98A-D6E7-7795-1AAA-595504293C36}"/>
                </a:ext>
              </a:extLst>
            </p:cNvPr>
            <p:cNvSpPr txBox="1"/>
            <p:nvPr/>
          </p:nvSpPr>
          <p:spPr>
            <a:xfrm>
              <a:off x="2075959" y="1813610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现 在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9DB8EF1-4DEE-C490-188B-E4D53FFD1719}"/>
              </a:ext>
            </a:extLst>
          </p:cNvPr>
          <p:cNvGrpSpPr/>
          <p:nvPr/>
        </p:nvGrpSpPr>
        <p:grpSpPr>
          <a:xfrm>
            <a:off x="3720363" y="3958222"/>
            <a:ext cx="2611957" cy="661480"/>
            <a:chOff x="1699569" y="1813610"/>
            <a:chExt cx="2611957" cy="661480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1611A2E-A3E8-9BF3-5F82-E3052D7D27D4}"/>
                </a:ext>
              </a:extLst>
            </p:cNvPr>
            <p:cNvSpPr txBox="1"/>
            <p:nvPr/>
          </p:nvSpPr>
          <p:spPr>
            <a:xfrm>
              <a:off x="2191633" y="2097679"/>
              <a:ext cx="2101779" cy="3774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400" dirty="0">
                  <a:latin typeface="+mj-ea"/>
                  <a:ea typeface="+mj-ea"/>
                  <a:sym typeface="HarmonyOS Sans SC Light" panose="00000400000000000000" pitchFamily="2" charset="-122"/>
                </a:rPr>
                <a:t>完成后端接口设计</a:t>
              </a:r>
              <a:endParaRPr lang="en-US" altLang="zh-CN" sz="1400" dirty="0">
                <a:latin typeface="+mj-ea"/>
                <a:ea typeface="+mj-ea"/>
                <a:sym typeface="HarmonyOS Sans SC Light" panose="00000400000000000000" pitchFamily="2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8E567A7D-499E-21BB-C87F-3B432ABDE952}"/>
                </a:ext>
              </a:extLst>
            </p:cNvPr>
            <p:cNvSpPr txBox="1"/>
            <p:nvPr/>
          </p:nvSpPr>
          <p:spPr>
            <a:xfrm>
              <a:off x="1699569" y="1813610"/>
              <a:ext cx="26119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en-US" altLang="zh-CN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2024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年</a:t>
              </a:r>
              <a:r>
                <a:rPr lang="en-US" altLang="zh-CN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9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月</a:t>
              </a:r>
              <a:r>
                <a:rPr lang="en-US" altLang="zh-CN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-2024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年</a:t>
              </a:r>
              <a:r>
                <a:rPr lang="en-US" altLang="zh-CN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10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月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FD38341-414C-65E8-FA4F-72B006D65F74}"/>
              </a:ext>
            </a:extLst>
          </p:cNvPr>
          <p:cNvGrpSpPr/>
          <p:nvPr/>
        </p:nvGrpSpPr>
        <p:grpSpPr>
          <a:xfrm>
            <a:off x="6897224" y="3958222"/>
            <a:ext cx="2770630" cy="897763"/>
            <a:chOff x="1540897" y="1813610"/>
            <a:chExt cx="2770630" cy="897763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F4D51D46-9989-B1CD-C373-0A41EC683E67}"/>
                </a:ext>
              </a:extLst>
            </p:cNvPr>
            <p:cNvSpPr txBox="1"/>
            <p:nvPr/>
          </p:nvSpPr>
          <p:spPr>
            <a:xfrm>
              <a:off x="2191634" y="2097679"/>
              <a:ext cx="2101779" cy="6136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200" dirty="0">
                  <a:latin typeface="+mj-ea"/>
                  <a:ea typeface="+mj-ea"/>
                  <a:sym typeface="HarmonyOS Sans SC Light" panose="00000400000000000000" pitchFamily="2" charset="-122"/>
                </a:rPr>
                <a:t>对整个平台的功能进行完善和优化</a:t>
              </a:r>
              <a:endParaRPr lang="en-US" altLang="zh-CN" sz="1200" dirty="0">
                <a:latin typeface="+mj-ea"/>
                <a:ea typeface="+mj-ea"/>
                <a:sym typeface="HarmonyOS Sans SC Light" panose="00000400000000000000" pitchFamily="2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97AE9C0-E76A-8656-D8C3-3DF2E42B35A8}"/>
                </a:ext>
              </a:extLst>
            </p:cNvPr>
            <p:cNvSpPr txBox="1"/>
            <p:nvPr/>
          </p:nvSpPr>
          <p:spPr>
            <a:xfrm>
              <a:off x="1540897" y="1813610"/>
              <a:ext cx="27706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en-US" altLang="zh-CN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2024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年</a:t>
              </a:r>
              <a:r>
                <a:rPr lang="en-US" altLang="zh-CN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11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月</a:t>
              </a:r>
              <a:r>
                <a:rPr lang="en-US" altLang="zh-CN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-2025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年</a:t>
              </a:r>
              <a:r>
                <a:rPr lang="en-US" altLang="zh-CN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1</a:t>
              </a:r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j-ea"/>
                  <a:ea typeface="+mj-ea"/>
                  <a:sym typeface="HarmonyOS Sans SC Light" panose="00000400000000000000" pitchFamily="2" charset="-122"/>
                </a:rPr>
                <a:t>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9965937"/>
      </p:ext>
    </p:extLst>
  </p:cSld>
  <p:clrMapOvr>
    <a:masterClrMapping/>
  </p:clrMapOvr>
</p:sld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我爱微软雅黑">
      <a:majorFont>
        <a:latin typeface="Abadi"/>
        <a:ea typeface="微软雅黑"/>
        <a:cs typeface=""/>
      </a:majorFont>
      <a:minorFont>
        <a:latin typeface="Abadi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E8F5C"/>
        </a:solidFill>
        <a:ln w="12700" cap="flat">
          <a:solidFill>
            <a:srgbClr val="2E8F5C"/>
          </a:solidFill>
          <a:prstDash val="solid"/>
          <a:miter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>
          <a:defRPr>
            <a:solidFill>
              <a:schemeClr val="tx1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745</Words>
  <Application>Microsoft Office PowerPoint</Application>
  <PresentationFormat>宽屏</PresentationFormat>
  <Paragraphs>108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等线</vt:lpstr>
      <vt:lpstr>Microsoft YaHei</vt:lpstr>
      <vt:lpstr>Microsoft YaHei</vt:lpstr>
      <vt:lpstr>微软雅黑 Light</vt:lpstr>
      <vt:lpstr>演示秋鸿楷</vt:lpstr>
      <vt:lpstr>Abadi</vt:lpstr>
      <vt:lpstr>Arial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51PPT模板网</Manager>
  <Company>www.51pptmoban.com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美丽新农村——乡村基层工作汇报PPT模板</dc:title>
  <dc:creator>©51PPT模板网（www.51pptmoban.com）</dc:creator>
  <cp:keywords>版权归属：51PPT模板网</cp:keywords>
  <dc:description>51PPT模板网，幻灯片演示模板及素材免费下载！_x000d_
51PPT模板网 唯一访问网址：www.51pptmoban.com</dc:description>
  <cp:lastModifiedBy>X1484</cp:lastModifiedBy>
  <cp:revision>99</cp:revision>
  <dcterms:created xsi:type="dcterms:W3CDTF">2024-06-27T01:26:20Z</dcterms:created>
  <dcterms:modified xsi:type="dcterms:W3CDTF">2024-07-17T13:52:45Z</dcterms:modified>
  <cp:contentStatus>美丽新农村——乡村基层工作汇报PPT模板，www.51pptmoban.com</cp:contentStatus>
  <cp:version>51pptmoban.com（V51PPT-24062703版）</cp:version>
</cp:coreProperties>
</file>